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7" r:id="rId2"/>
    <p:sldId id="261" r:id="rId3"/>
    <p:sldId id="258" r:id="rId4"/>
    <p:sldId id="259" r:id="rId5"/>
    <p:sldId id="260"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144" y="-12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interSettings" Target="printerSettings/printerSettings1.bin"/><Relationship Id="rId9" Type="http://schemas.openxmlformats.org/officeDocument/2006/relationships/presProps" Target="presProps.xml"/><Relationship Id="rId1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33D53D-577F-8043-90D7-94505ACB5CC9}" type="doc">
      <dgm:prSet loTypeId="urn:microsoft.com/office/officeart/2005/8/layout/cycle3" loCatId="" qsTypeId="urn:microsoft.com/office/officeart/2005/8/quickstyle/simple4" qsCatId="simple" csTypeId="urn:microsoft.com/office/officeart/2005/8/colors/accent0_1" csCatId="mainScheme" phldr="1"/>
      <dgm:spPr/>
      <dgm:t>
        <a:bodyPr/>
        <a:lstStyle/>
        <a:p>
          <a:endParaRPr lang="en-AU"/>
        </a:p>
      </dgm:t>
    </dgm:pt>
    <dgm:pt modelId="{E9D9F56E-B595-0E40-9753-33BCD0F617CD}">
      <dgm:prSet phldrT="[Text]" custT="1">
        <dgm:style>
          <a:lnRef idx="1">
            <a:schemeClr val="accent5"/>
          </a:lnRef>
          <a:fillRef idx="2">
            <a:schemeClr val="accent5"/>
          </a:fillRef>
          <a:effectRef idx="1">
            <a:schemeClr val="accent5"/>
          </a:effectRef>
          <a:fontRef idx="minor">
            <a:schemeClr val="dk1"/>
          </a:fontRef>
        </dgm:style>
      </dgm:prSet>
      <dgm:spPr>
        <a:solidFill>
          <a:schemeClr val="bg1">
            <a:lumMod val="85000"/>
            <a:alpha val="92000"/>
          </a:schemeClr>
        </a:solidFill>
        <a:ln>
          <a:solidFill>
            <a:srgbClr val="000000"/>
          </a:solidFill>
        </a:ln>
      </dgm:spPr>
      <dgm:t>
        <a:bodyPr/>
        <a:lstStyle/>
        <a:p>
          <a:r>
            <a:rPr lang="en-AU" sz="1400" b="1" dirty="0" smtClean="0"/>
            <a:t>Making a case for change</a:t>
          </a:r>
          <a:endParaRPr lang="en-AU" sz="1400" b="1" dirty="0"/>
        </a:p>
      </dgm:t>
    </dgm:pt>
    <dgm:pt modelId="{52725A73-0BC4-1740-8C5F-EE3477C3487A}" type="parTrans" cxnId="{6ED8B1A3-6284-804B-8200-7E639E8310C9}">
      <dgm:prSet/>
      <dgm:spPr/>
      <dgm:t>
        <a:bodyPr/>
        <a:lstStyle/>
        <a:p>
          <a:endParaRPr lang="en-AU"/>
        </a:p>
      </dgm:t>
    </dgm:pt>
    <dgm:pt modelId="{90DE89DE-4AA2-3342-B8DE-F89771ED28EB}" type="sibTrans" cxnId="{6ED8B1A3-6284-804B-8200-7E639E8310C9}">
      <dgm:prSet/>
      <dgm:spPr>
        <a:solidFill>
          <a:schemeClr val="bg1">
            <a:lumMod val="85000"/>
            <a:alpha val="92000"/>
          </a:schemeClr>
        </a:solidFill>
      </dgm:spPr>
      <dgm:t>
        <a:bodyPr/>
        <a:lstStyle/>
        <a:p>
          <a:endParaRPr lang="en-AU"/>
        </a:p>
      </dgm:t>
    </dgm:pt>
    <dgm:pt modelId="{C82C6E31-6835-1C4F-988D-CF28BE96C15B}">
      <dgm:prSet phldrT="[Text]" custT="1">
        <dgm:style>
          <a:lnRef idx="1">
            <a:schemeClr val="accent3"/>
          </a:lnRef>
          <a:fillRef idx="2">
            <a:schemeClr val="accent3"/>
          </a:fillRef>
          <a:effectRef idx="1">
            <a:schemeClr val="accent3"/>
          </a:effectRef>
          <a:fontRef idx="minor">
            <a:schemeClr val="dk1"/>
          </a:fontRef>
        </dgm:style>
      </dgm:prSet>
      <dgm:spPr>
        <a:solidFill>
          <a:schemeClr val="bg1">
            <a:lumMod val="85000"/>
            <a:alpha val="92000"/>
          </a:schemeClr>
        </a:solidFill>
        <a:ln>
          <a:solidFill>
            <a:srgbClr val="000000"/>
          </a:solidFill>
        </a:ln>
      </dgm:spPr>
      <dgm:t>
        <a:bodyPr/>
        <a:lstStyle/>
        <a:p>
          <a:r>
            <a:rPr lang="en-AU" sz="1400" b="1" dirty="0" smtClean="0"/>
            <a:t>Removing obstacles and empowering action</a:t>
          </a:r>
          <a:endParaRPr lang="en-AU" sz="1400" b="1" dirty="0"/>
        </a:p>
      </dgm:t>
    </dgm:pt>
    <dgm:pt modelId="{4977EBAE-58C9-8545-89FC-05C68786BAC5}" type="parTrans" cxnId="{B14E56DF-0467-AD49-BC6C-2654890CA58F}">
      <dgm:prSet/>
      <dgm:spPr/>
      <dgm:t>
        <a:bodyPr/>
        <a:lstStyle/>
        <a:p>
          <a:endParaRPr lang="en-AU"/>
        </a:p>
      </dgm:t>
    </dgm:pt>
    <dgm:pt modelId="{930D5266-7D86-DB4C-8937-B2F5C9FD0387}" type="sibTrans" cxnId="{B14E56DF-0467-AD49-BC6C-2654890CA58F}">
      <dgm:prSet/>
      <dgm:spPr/>
      <dgm:t>
        <a:bodyPr/>
        <a:lstStyle/>
        <a:p>
          <a:endParaRPr lang="en-AU"/>
        </a:p>
      </dgm:t>
    </dgm:pt>
    <dgm:pt modelId="{EC9A9AB2-8496-D745-AF28-2476AD085726}">
      <dgm:prSet phldrT="[Text]" custT="1">
        <dgm:style>
          <a:lnRef idx="1">
            <a:schemeClr val="accent3"/>
          </a:lnRef>
          <a:fillRef idx="2">
            <a:schemeClr val="accent3"/>
          </a:fillRef>
          <a:effectRef idx="1">
            <a:schemeClr val="accent3"/>
          </a:effectRef>
          <a:fontRef idx="minor">
            <a:schemeClr val="dk1"/>
          </a:fontRef>
        </dgm:style>
      </dgm:prSet>
      <dgm:spPr>
        <a:solidFill>
          <a:schemeClr val="bg1">
            <a:lumMod val="85000"/>
            <a:alpha val="92000"/>
          </a:schemeClr>
        </a:solidFill>
        <a:ln>
          <a:solidFill>
            <a:srgbClr val="000000"/>
          </a:solidFill>
        </a:ln>
      </dgm:spPr>
      <dgm:t>
        <a:bodyPr/>
        <a:lstStyle/>
        <a:p>
          <a:r>
            <a:rPr lang="en-AU" sz="1400" b="1" dirty="0" smtClean="0"/>
            <a:t>Generating short-term wins</a:t>
          </a:r>
          <a:endParaRPr lang="en-AU" sz="1400" b="1" dirty="0"/>
        </a:p>
      </dgm:t>
    </dgm:pt>
    <dgm:pt modelId="{ED78A125-3096-1543-BEAE-A5DDEE93F250}" type="parTrans" cxnId="{1E1C65EA-2B4A-C84D-8D4B-48D2BCCA2681}">
      <dgm:prSet/>
      <dgm:spPr/>
      <dgm:t>
        <a:bodyPr/>
        <a:lstStyle/>
        <a:p>
          <a:endParaRPr lang="en-AU"/>
        </a:p>
      </dgm:t>
    </dgm:pt>
    <dgm:pt modelId="{8F49B9C8-5A7E-764F-BBCB-C153F706806C}" type="sibTrans" cxnId="{1E1C65EA-2B4A-C84D-8D4B-48D2BCCA2681}">
      <dgm:prSet/>
      <dgm:spPr/>
      <dgm:t>
        <a:bodyPr/>
        <a:lstStyle/>
        <a:p>
          <a:endParaRPr lang="en-AU"/>
        </a:p>
      </dgm:t>
    </dgm:pt>
    <dgm:pt modelId="{C7B9F67B-513B-1B49-B6BD-4910294741F3}">
      <dgm:prSet phldrT="[Text]" custT="1">
        <dgm:style>
          <a:lnRef idx="1">
            <a:schemeClr val="accent4"/>
          </a:lnRef>
          <a:fillRef idx="2">
            <a:schemeClr val="accent4"/>
          </a:fillRef>
          <a:effectRef idx="1">
            <a:schemeClr val="accent4"/>
          </a:effectRef>
          <a:fontRef idx="minor">
            <a:schemeClr val="dk1"/>
          </a:fontRef>
        </dgm:style>
      </dgm:prSet>
      <dgm:spPr>
        <a:solidFill>
          <a:schemeClr val="bg1">
            <a:lumMod val="85000"/>
            <a:alpha val="92000"/>
          </a:schemeClr>
        </a:solidFill>
        <a:ln>
          <a:solidFill>
            <a:srgbClr val="000000"/>
          </a:solidFill>
        </a:ln>
      </dgm:spPr>
      <dgm:t>
        <a:bodyPr/>
        <a:lstStyle/>
        <a:p>
          <a:r>
            <a:rPr lang="en-AU" sz="1400" b="1" dirty="0" smtClean="0"/>
            <a:t>Keeping the pressure on</a:t>
          </a:r>
          <a:endParaRPr lang="en-AU" sz="1400" b="1" dirty="0"/>
        </a:p>
      </dgm:t>
    </dgm:pt>
    <dgm:pt modelId="{5D0B610C-9B40-0E48-9438-69FF4F409608}" type="parTrans" cxnId="{720CF6F3-3D58-874F-A6AC-17DC81A2A679}">
      <dgm:prSet/>
      <dgm:spPr/>
      <dgm:t>
        <a:bodyPr/>
        <a:lstStyle/>
        <a:p>
          <a:endParaRPr lang="en-AU"/>
        </a:p>
      </dgm:t>
    </dgm:pt>
    <dgm:pt modelId="{36585A91-D88A-A84F-AA88-A73BA8FF79C5}" type="sibTrans" cxnId="{720CF6F3-3D58-874F-A6AC-17DC81A2A679}">
      <dgm:prSet/>
      <dgm:spPr/>
      <dgm:t>
        <a:bodyPr/>
        <a:lstStyle/>
        <a:p>
          <a:endParaRPr lang="en-AU"/>
        </a:p>
      </dgm:t>
    </dgm:pt>
    <dgm:pt modelId="{342368D6-D095-624D-80D6-F1F08309DA52}">
      <dgm:prSet phldrT="[Text]" custT="1">
        <dgm:style>
          <a:lnRef idx="1">
            <a:schemeClr val="accent4"/>
          </a:lnRef>
          <a:fillRef idx="2">
            <a:schemeClr val="accent4"/>
          </a:fillRef>
          <a:effectRef idx="1">
            <a:schemeClr val="accent4"/>
          </a:effectRef>
          <a:fontRef idx="minor">
            <a:schemeClr val="dk1"/>
          </a:fontRef>
        </dgm:style>
      </dgm:prSet>
      <dgm:spPr>
        <a:solidFill>
          <a:schemeClr val="bg1">
            <a:lumMod val="85000"/>
            <a:alpha val="92000"/>
          </a:schemeClr>
        </a:solidFill>
        <a:ln>
          <a:solidFill>
            <a:srgbClr val="000000"/>
          </a:solidFill>
        </a:ln>
      </dgm:spPr>
      <dgm:t>
        <a:bodyPr/>
        <a:lstStyle/>
        <a:p>
          <a:r>
            <a:rPr lang="en-AU" sz="1400" b="1" dirty="0" smtClean="0"/>
            <a:t>Maintaining the gains</a:t>
          </a:r>
          <a:endParaRPr lang="en-AU" sz="1400" b="1" dirty="0"/>
        </a:p>
      </dgm:t>
    </dgm:pt>
    <dgm:pt modelId="{444AFEE4-C752-724A-B4CB-5CD504F9307E}" type="parTrans" cxnId="{60F70952-E78B-2A46-A675-4EC0A222208B}">
      <dgm:prSet/>
      <dgm:spPr/>
      <dgm:t>
        <a:bodyPr/>
        <a:lstStyle/>
        <a:p>
          <a:endParaRPr lang="en-AU"/>
        </a:p>
      </dgm:t>
    </dgm:pt>
    <dgm:pt modelId="{8ED158F6-3C7F-FB4D-9B4A-FDF3D3D123BF}" type="sibTrans" cxnId="{60F70952-E78B-2A46-A675-4EC0A222208B}">
      <dgm:prSet/>
      <dgm:spPr/>
      <dgm:t>
        <a:bodyPr/>
        <a:lstStyle/>
        <a:p>
          <a:endParaRPr lang="en-AU"/>
        </a:p>
      </dgm:t>
    </dgm:pt>
    <dgm:pt modelId="{8EF8CF9D-5620-B948-8488-417EC8A43317}">
      <dgm:prSet custT="1">
        <dgm:style>
          <a:lnRef idx="1">
            <a:schemeClr val="accent5"/>
          </a:lnRef>
          <a:fillRef idx="2">
            <a:schemeClr val="accent5"/>
          </a:fillRef>
          <a:effectRef idx="1">
            <a:schemeClr val="accent5"/>
          </a:effectRef>
          <a:fontRef idx="minor">
            <a:schemeClr val="dk1"/>
          </a:fontRef>
        </dgm:style>
      </dgm:prSet>
      <dgm:spPr>
        <a:solidFill>
          <a:schemeClr val="bg1">
            <a:lumMod val="85000"/>
            <a:alpha val="92000"/>
          </a:schemeClr>
        </a:solidFill>
        <a:ln>
          <a:solidFill>
            <a:srgbClr val="000000"/>
          </a:solidFill>
        </a:ln>
      </dgm:spPr>
      <dgm:t>
        <a:bodyPr/>
        <a:lstStyle/>
        <a:p>
          <a:r>
            <a:rPr lang="en-AU" sz="1400" b="1" dirty="0" smtClean="0"/>
            <a:t>Putting an implementation team together</a:t>
          </a:r>
          <a:endParaRPr lang="en-AU" sz="1400" b="1" dirty="0"/>
        </a:p>
      </dgm:t>
    </dgm:pt>
    <dgm:pt modelId="{6CD6523F-35D1-D743-B625-B4F5407C937A}" type="parTrans" cxnId="{D161DFC8-AC5A-4344-8CD8-C843D0778E30}">
      <dgm:prSet/>
      <dgm:spPr/>
      <dgm:t>
        <a:bodyPr/>
        <a:lstStyle/>
        <a:p>
          <a:endParaRPr lang="en-AU"/>
        </a:p>
      </dgm:t>
    </dgm:pt>
    <dgm:pt modelId="{BF582B4E-0AD2-A64A-A86B-59153884670D}" type="sibTrans" cxnId="{D161DFC8-AC5A-4344-8CD8-C843D0778E30}">
      <dgm:prSet/>
      <dgm:spPr/>
      <dgm:t>
        <a:bodyPr/>
        <a:lstStyle/>
        <a:p>
          <a:endParaRPr lang="en-AU"/>
        </a:p>
      </dgm:t>
    </dgm:pt>
    <dgm:pt modelId="{B6AEF1B4-6E45-6D4B-B055-2C7B32F6E678}">
      <dgm:prSet custT="1">
        <dgm:style>
          <a:lnRef idx="1">
            <a:schemeClr val="accent5"/>
          </a:lnRef>
          <a:fillRef idx="2">
            <a:schemeClr val="accent5"/>
          </a:fillRef>
          <a:effectRef idx="1">
            <a:schemeClr val="accent5"/>
          </a:effectRef>
          <a:fontRef idx="minor">
            <a:schemeClr val="dk1"/>
          </a:fontRef>
        </dgm:style>
      </dgm:prSet>
      <dgm:spPr>
        <a:solidFill>
          <a:schemeClr val="bg1">
            <a:lumMod val="85000"/>
            <a:alpha val="92000"/>
          </a:schemeClr>
        </a:solidFill>
        <a:ln>
          <a:solidFill>
            <a:srgbClr val="000000"/>
          </a:solidFill>
        </a:ln>
      </dgm:spPr>
      <dgm:t>
        <a:bodyPr/>
        <a:lstStyle/>
        <a:p>
          <a:r>
            <a:rPr lang="en-AU" sz="1400" b="1" dirty="0" smtClean="0"/>
            <a:t>Creating a vision for the future</a:t>
          </a:r>
          <a:endParaRPr lang="en-AU" sz="1400" b="1" dirty="0"/>
        </a:p>
      </dgm:t>
    </dgm:pt>
    <dgm:pt modelId="{98B1A966-0F9C-2A41-B8FE-63D38DF27ADE}" type="parTrans" cxnId="{DE88031E-9BD1-7646-BB99-C2C3A8333BFC}">
      <dgm:prSet/>
      <dgm:spPr/>
      <dgm:t>
        <a:bodyPr/>
        <a:lstStyle/>
        <a:p>
          <a:endParaRPr lang="en-AU"/>
        </a:p>
      </dgm:t>
    </dgm:pt>
    <dgm:pt modelId="{2DD00E98-8586-B947-A91A-C65630EDC1F4}" type="sibTrans" cxnId="{DE88031E-9BD1-7646-BB99-C2C3A8333BFC}">
      <dgm:prSet/>
      <dgm:spPr/>
      <dgm:t>
        <a:bodyPr/>
        <a:lstStyle/>
        <a:p>
          <a:endParaRPr lang="en-AU"/>
        </a:p>
      </dgm:t>
    </dgm:pt>
    <dgm:pt modelId="{90120541-ABFE-E845-90F5-BDDBA5ECA2AF}">
      <dgm:prSet custT="1">
        <dgm:style>
          <a:lnRef idx="1">
            <a:schemeClr val="accent3"/>
          </a:lnRef>
          <a:fillRef idx="2">
            <a:schemeClr val="accent3"/>
          </a:fillRef>
          <a:effectRef idx="1">
            <a:schemeClr val="accent3"/>
          </a:effectRef>
          <a:fontRef idx="minor">
            <a:schemeClr val="dk1"/>
          </a:fontRef>
        </dgm:style>
      </dgm:prSet>
      <dgm:spPr>
        <a:solidFill>
          <a:schemeClr val="bg1">
            <a:lumMod val="85000"/>
            <a:alpha val="92000"/>
          </a:schemeClr>
        </a:solidFill>
        <a:ln>
          <a:solidFill>
            <a:schemeClr val="tx1"/>
          </a:solidFill>
        </a:ln>
      </dgm:spPr>
      <dgm:t>
        <a:bodyPr/>
        <a:lstStyle/>
        <a:p>
          <a:r>
            <a:rPr lang="en-AU" sz="1400" b="1" dirty="0" smtClean="0"/>
            <a:t>Communicating the vision to capture hearts and minds</a:t>
          </a:r>
          <a:endParaRPr lang="en-AU" sz="1400" b="1" dirty="0"/>
        </a:p>
      </dgm:t>
    </dgm:pt>
    <dgm:pt modelId="{CA235A77-CF7C-D244-AB7C-8A7814C98BD2}" type="parTrans" cxnId="{17C366DF-E3CE-394E-8896-589D1D2DD6B7}">
      <dgm:prSet/>
      <dgm:spPr/>
      <dgm:t>
        <a:bodyPr/>
        <a:lstStyle/>
        <a:p>
          <a:endParaRPr lang="en-AU"/>
        </a:p>
      </dgm:t>
    </dgm:pt>
    <dgm:pt modelId="{D99C5DE2-6919-2F4F-8A1D-D32148F631F6}" type="sibTrans" cxnId="{17C366DF-E3CE-394E-8896-589D1D2DD6B7}">
      <dgm:prSet/>
      <dgm:spPr/>
      <dgm:t>
        <a:bodyPr/>
        <a:lstStyle/>
        <a:p>
          <a:endParaRPr lang="en-AU"/>
        </a:p>
      </dgm:t>
    </dgm:pt>
    <dgm:pt modelId="{6AF5F1ED-98DA-8040-B4B0-9C15012B859D}" type="pres">
      <dgm:prSet presAssocID="{0D33D53D-577F-8043-90D7-94505ACB5CC9}" presName="Name0" presStyleCnt="0">
        <dgm:presLayoutVars>
          <dgm:dir/>
          <dgm:resizeHandles val="exact"/>
        </dgm:presLayoutVars>
      </dgm:prSet>
      <dgm:spPr/>
      <dgm:t>
        <a:bodyPr/>
        <a:lstStyle/>
        <a:p>
          <a:endParaRPr lang="en-AU"/>
        </a:p>
      </dgm:t>
    </dgm:pt>
    <dgm:pt modelId="{91C94BD8-BD25-4245-8ACF-8255E7D761D1}" type="pres">
      <dgm:prSet presAssocID="{0D33D53D-577F-8043-90D7-94505ACB5CC9}" presName="cycle" presStyleCnt="0"/>
      <dgm:spPr/>
      <dgm:t>
        <a:bodyPr/>
        <a:lstStyle/>
        <a:p>
          <a:endParaRPr lang="en-AU"/>
        </a:p>
      </dgm:t>
    </dgm:pt>
    <dgm:pt modelId="{D1934BF9-E988-8943-9CDC-ABC1882CDB61}" type="pres">
      <dgm:prSet presAssocID="{E9D9F56E-B595-0E40-9753-33BCD0F617CD}" presName="nodeFirstNode" presStyleLbl="node1" presStyleIdx="0" presStyleCnt="8" custRadScaleRad="98324" custRadScaleInc="1128">
        <dgm:presLayoutVars>
          <dgm:bulletEnabled val="1"/>
        </dgm:presLayoutVars>
      </dgm:prSet>
      <dgm:spPr/>
      <dgm:t>
        <a:bodyPr/>
        <a:lstStyle/>
        <a:p>
          <a:endParaRPr lang="en-AU"/>
        </a:p>
      </dgm:t>
    </dgm:pt>
    <dgm:pt modelId="{E6A26124-65F8-6E4B-973A-FD6C8A5546AD}" type="pres">
      <dgm:prSet presAssocID="{90DE89DE-4AA2-3342-B8DE-F89771ED28EB}" presName="sibTransFirstNode" presStyleLbl="bgShp" presStyleIdx="0" presStyleCnt="1"/>
      <dgm:spPr/>
      <dgm:t>
        <a:bodyPr/>
        <a:lstStyle/>
        <a:p>
          <a:endParaRPr lang="en-AU"/>
        </a:p>
      </dgm:t>
    </dgm:pt>
    <dgm:pt modelId="{CC6C0F29-D72D-934E-A9A6-988126EF7C1F}" type="pres">
      <dgm:prSet presAssocID="{8EF8CF9D-5620-B948-8488-417EC8A43317}" presName="nodeFollowingNodes" presStyleLbl="node1" presStyleIdx="1" presStyleCnt="8" custRadScaleRad="100443" custRadScaleInc="13498">
        <dgm:presLayoutVars>
          <dgm:bulletEnabled val="1"/>
        </dgm:presLayoutVars>
      </dgm:prSet>
      <dgm:spPr/>
      <dgm:t>
        <a:bodyPr/>
        <a:lstStyle/>
        <a:p>
          <a:endParaRPr lang="en-AU"/>
        </a:p>
      </dgm:t>
    </dgm:pt>
    <dgm:pt modelId="{B28544DD-3A1B-684C-BFA0-3EAD9F2A80C4}" type="pres">
      <dgm:prSet presAssocID="{B6AEF1B4-6E45-6D4B-B055-2C7B32F6E678}" presName="nodeFollowingNodes" presStyleLbl="node1" presStyleIdx="2" presStyleCnt="8" custRadScaleRad="102505">
        <dgm:presLayoutVars>
          <dgm:bulletEnabled val="1"/>
        </dgm:presLayoutVars>
      </dgm:prSet>
      <dgm:spPr/>
      <dgm:t>
        <a:bodyPr/>
        <a:lstStyle/>
        <a:p>
          <a:endParaRPr lang="en-AU"/>
        </a:p>
      </dgm:t>
    </dgm:pt>
    <dgm:pt modelId="{89FE2D0B-3E19-A442-A901-BCAEE380F5DD}" type="pres">
      <dgm:prSet presAssocID="{90120541-ABFE-E845-90F5-BDDBA5ECA2AF}" presName="nodeFollowingNodes" presStyleLbl="node1" presStyleIdx="3" presStyleCnt="8" custScaleX="127962" custScaleY="97251" custRadScaleRad="100563" custRadScaleInc="-15174">
        <dgm:presLayoutVars>
          <dgm:bulletEnabled val="1"/>
        </dgm:presLayoutVars>
      </dgm:prSet>
      <dgm:spPr/>
      <dgm:t>
        <a:bodyPr/>
        <a:lstStyle/>
        <a:p>
          <a:endParaRPr lang="en-AU"/>
        </a:p>
      </dgm:t>
    </dgm:pt>
    <dgm:pt modelId="{AD7363AB-BE5D-3D40-BEB7-12A8FA8A8557}" type="pres">
      <dgm:prSet presAssocID="{C82C6E31-6835-1C4F-988D-CF28BE96C15B}" presName="nodeFollowingNodes" presStyleLbl="node1" presStyleIdx="4" presStyleCnt="8" custScaleX="115446" custScaleY="136607" custRadScaleRad="100044" custRadScaleInc="4270">
        <dgm:presLayoutVars>
          <dgm:bulletEnabled val="1"/>
        </dgm:presLayoutVars>
      </dgm:prSet>
      <dgm:spPr/>
      <dgm:t>
        <a:bodyPr/>
        <a:lstStyle/>
        <a:p>
          <a:endParaRPr lang="en-AU"/>
        </a:p>
      </dgm:t>
    </dgm:pt>
    <dgm:pt modelId="{99BFEFEC-7E57-E441-8F77-CF8D68141322}" type="pres">
      <dgm:prSet presAssocID="{EC9A9AB2-8496-D745-AF28-2476AD085726}" presName="nodeFollowingNodes" presStyleLbl="node1" presStyleIdx="5" presStyleCnt="8" custScaleX="120338" custScaleY="104107" custRadScaleRad="102750" custRadScaleInc="18872">
        <dgm:presLayoutVars>
          <dgm:bulletEnabled val="1"/>
        </dgm:presLayoutVars>
      </dgm:prSet>
      <dgm:spPr/>
      <dgm:t>
        <a:bodyPr/>
        <a:lstStyle/>
        <a:p>
          <a:endParaRPr lang="en-AU"/>
        </a:p>
      </dgm:t>
    </dgm:pt>
    <dgm:pt modelId="{133FAF45-6881-EA4A-97B4-7654C08247AD}" type="pres">
      <dgm:prSet presAssocID="{C7B9F67B-513B-1B49-B6BD-4910294741F3}" presName="nodeFollowingNodes" presStyleLbl="node1" presStyleIdx="6" presStyleCnt="8" custRadScaleRad="101670">
        <dgm:presLayoutVars>
          <dgm:bulletEnabled val="1"/>
        </dgm:presLayoutVars>
      </dgm:prSet>
      <dgm:spPr/>
      <dgm:t>
        <a:bodyPr/>
        <a:lstStyle/>
        <a:p>
          <a:endParaRPr lang="en-AU"/>
        </a:p>
      </dgm:t>
    </dgm:pt>
    <dgm:pt modelId="{57551A22-CDA4-584B-BBD8-723B3167AC4D}" type="pres">
      <dgm:prSet presAssocID="{342368D6-D095-624D-80D6-F1F08309DA52}" presName="nodeFollowingNodes" presStyleLbl="node1" presStyleIdx="7" presStyleCnt="8" custRadScaleRad="99138" custRadScaleInc="-8737">
        <dgm:presLayoutVars>
          <dgm:bulletEnabled val="1"/>
        </dgm:presLayoutVars>
      </dgm:prSet>
      <dgm:spPr/>
      <dgm:t>
        <a:bodyPr/>
        <a:lstStyle/>
        <a:p>
          <a:endParaRPr lang="en-AU"/>
        </a:p>
      </dgm:t>
    </dgm:pt>
  </dgm:ptLst>
  <dgm:cxnLst>
    <dgm:cxn modelId="{808A10FA-EDBA-1C4D-AAD0-6233B27D1703}" type="presOf" srcId="{E9D9F56E-B595-0E40-9753-33BCD0F617CD}" destId="{D1934BF9-E988-8943-9CDC-ABC1882CDB61}" srcOrd="0" destOrd="0" presId="urn:microsoft.com/office/officeart/2005/8/layout/cycle3"/>
    <dgm:cxn modelId="{720CF6F3-3D58-874F-A6AC-17DC81A2A679}" srcId="{0D33D53D-577F-8043-90D7-94505ACB5CC9}" destId="{C7B9F67B-513B-1B49-B6BD-4910294741F3}" srcOrd="6" destOrd="0" parTransId="{5D0B610C-9B40-0E48-9438-69FF4F409608}" sibTransId="{36585A91-D88A-A84F-AA88-A73BA8FF79C5}"/>
    <dgm:cxn modelId="{0EF6B15C-F0CD-7C47-B692-4286071B5F06}" type="presOf" srcId="{C7B9F67B-513B-1B49-B6BD-4910294741F3}" destId="{133FAF45-6881-EA4A-97B4-7654C08247AD}" srcOrd="0" destOrd="0" presId="urn:microsoft.com/office/officeart/2005/8/layout/cycle3"/>
    <dgm:cxn modelId="{6ED8B1A3-6284-804B-8200-7E639E8310C9}" srcId="{0D33D53D-577F-8043-90D7-94505ACB5CC9}" destId="{E9D9F56E-B595-0E40-9753-33BCD0F617CD}" srcOrd="0" destOrd="0" parTransId="{52725A73-0BC4-1740-8C5F-EE3477C3487A}" sibTransId="{90DE89DE-4AA2-3342-B8DE-F89771ED28EB}"/>
    <dgm:cxn modelId="{C1BF55B9-C9F5-234C-9DB8-4A46AEBE1DE7}" type="presOf" srcId="{90120541-ABFE-E845-90F5-BDDBA5ECA2AF}" destId="{89FE2D0B-3E19-A442-A901-BCAEE380F5DD}" srcOrd="0" destOrd="0" presId="urn:microsoft.com/office/officeart/2005/8/layout/cycle3"/>
    <dgm:cxn modelId="{17C366DF-E3CE-394E-8896-589D1D2DD6B7}" srcId="{0D33D53D-577F-8043-90D7-94505ACB5CC9}" destId="{90120541-ABFE-E845-90F5-BDDBA5ECA2AF}" srcOrd="3" destOrd="0" parTransId="{CA235A77-CF7C-D244-AB7C-8A7814C98BD2}" sibTransId="{D99C5DE2-6919-2F4F-8A1D-D32148F631F6}"/>
    <dgm:cxn modelId="{D161DFC8-AC5A-4344-8CD8-C843D0778E30}" srcId="{0D33D53D-577F-8043-90D7-94505ACB5CC9}" destId="{8EF8CF9D-5620-B948-8488-417EC8A43317}" srcOrd="1" destOrd="0" parTransId="{6CD6523F-35D1-D743-B625-B4F5407C937A}" sibTransId="{BF582B4E-0AD2-A64A-A86B-59153884670D}"/>
    <dgm:cxn modelId="{4A98346D-61C0-3B4A-8536-1D3B1878EF60}" type="presOf" srcId="{C82C6E31-6835-1C4F-988D-CF28BE96C15B}" destId="{AD7363AB-BE5D-3D40-BEB7-12A8FA8A8557}" srcOrd="0" destOrd="0" presId="urn:microsoft.com/office/officeart/2005/8/layout/cycle3"/>
    <dgm:cxn modelId="{B14E56DF-0467-AD49-BC6C-2654890CA58F}" srcId="{0D33D53D-577F-8043-90D7-94505ACB5CC9}" destId="{C82C6E31-6835-1C4F-988D-CF28BE96C15B}" srcOrd="4" destOrd="0" parTransId="{4977EBAE-58C9-8545-89FC-05C68786BAC5}" sibTransId="{930D5266-7D86-DB4C-8937-B2F5C9FD0387}"/>
    <dgm:cxn modelId="{6DF0762C-37C3-1D45-9F7B-58699E12511B}" type="presOf" srcId="{342368D6-D095-624D-80D6-F1F08309DA52}" destId="{57551A22-CDA4-584B-BBD8-723B3167AC4D}" srcOrd="0" destOrd="0" presId="urn:microsoft.com/office/officeart/2005/8/layout/cycle3"/>
    <dgm:cxn modelId="{A3EB493E-372D-3F45-BE89-4B4E511E9B67}" type="presOf" srcId="{0D33D53D-577F-8043-90D7-94505ACB5CC9}" destId="{6AF5F1ED-98DA-8040-B4B0-9C15012B859D}" srcOrd="0" destOrd="0" presId="urn:microsoft.com/office/officeart/2005/8/layout/cycle3"/>
    <dgm:cxn modelId="{60F70952-E78B-2A46-A675-4EC0A222208B}" srcId="{0D33D53D-577F-8043-90D7-94505ACB5CC9}" destId="{342368D6-D095-624D-80D6-F1F08309DA52}" srcOrd="7" destOrd="0" parTransId="{444AFEE4-C752-724A-B4CB-5CD504F9307E}" sibTransId="{8ED158F6-3C7F-FB4D-9B4A-FDF3D3D123BF}"/>
    <dgm:cxn modelId="{A6E14171-9239-B745-A2FA-56DB12FA1576}" type="presOf" srcId="{B6AEF1B4-6E45-6D4B-B055-2C7B32F6E678}" destId="{B28544DD-3A1B-684C-BFA0-3EAD9F2A80C4}" srcOrd="0" destOrd="0" presId="urn:microsoft.com/office/officeart/2005/8/layout/cycle3"/>
    <dgm:cxn modelId="{564B8958-7A34-6346-AC3C-C299B14CF6B2}" type="presOf" srcId="{EC9A9AB2-8496-D745-AF28-2476AD085726}" destId="{99BFEFEC-7E57-E441-8F77-CF8D68141322}" srcOrd="0" destOrd="0" presId="urn:microsoft.com/office/officeart/2005/8/layout/cycle3"/>
    <dgm:cxn modelId="{1E1C65EA-2B4A-C84D-8D4B-48D2BCCA2681}" srcId="{0D33D53D-577F-8043-90D7-94505ACB5CC9}" destId="{EC9A9AB2-8496-D745-AF28-2476AD085726}" srcOrd="5" destOrd="0" parTransId="{ED78A125-3096-1543-BEAE-A5DDEE93F250}" sibTransId="{8F49B9C8-5A7E-764F-BBCB-C153F706806C}"/>
    <dgm:cxn modelId="{48334B7E-478C-1B49-A6D6-61BC463F1DDC}" type="presOf" srcId="{8EF8CF9D-5620-B948-8488-417EC8A43317}" destId="{CC6C0F29-D72D-934E-A9A6-988126EF7C1F}" srcOrd="0" destOrd="0" presId="urn:microsoft.com/office/officeart/2005/8/layout/cycle3"/>
    <dgm:cxn modelId="{6C7BD86E-90BF-8941-A54C-2AA787ADCFB2}" type="presOf" srcId="{90DE89DE-4AA2-3342-B8DE-F89771ED28EB}" destId="{E6A26124-65F8-6E4B-973A-FD6C8A5546AD}" srcOrd="0" destOrd="0" presId="urn:microsoft.com/office/officeart/2005/8/layout/cycle3"/>
    <dgm:cxn modelId="{DE88031E-9BD1-7646-BB99-C2C3A8333BFC}" srcId="{0D33D53D-577F-8043-90D7-94505ACB5CC9}" destId="{B6AEF1B4-6E45-6D4B-B055-2C7B32F6E678}" srcOrd="2" destOrd="0" parTransId="{98B1A966-0F9C-2A41-B8FE-63D38DF27ADE}" sibTransId="{2DD00E98-8586-B947-A91A-C65630EDC1F4}"/>
    <dgm:cxn modelId="{224504D7-562F-C940-B2AB-DF06980B917E}" type="presParOf" srcId="{6AF5F1ED-98DA-8040-B4B0-9C15012B859D}" destId="{91C94BD8-BD25-4245-8ACF-8255E7D761D1}" srcOrd="0" destOrd="0" presId="urn:microsoft.com/office/officeart/2005/8/layout/cycle3"/>
    <dgm:cxn modelId="{402DF262-5579-1A4D-90C9-33139C691A8B}" type="presParOf" srcId="{91C94BD8-BD25-4245-8ACF-8255E7D761D1}" destId="{D1934BF9-E988-8943-9CDC-ABC1882CDB61}" srcOrd="0" destOrd="0" presId="urn:microsoft.com/office/officeart/2005/8/layout/cycle3"/>
    <dgm:cxn modelId="{3F33AA53-C89F-1C4E-87CA-308029CFAF93}" type="presParOf" srcId="{91C94BD8-BD25-4245-8ACF-8255E7D761D1}" destId="{E6A26124-65F8-6E4B-973A-FD6C8A5546AD}" srcOrd="1" destOrd="0" presId="urn:microsoft.com/office/officeart/2005/8/layout/cycle3"/>
    <dgm:cxn modelId="{3DDBBE5B-A263-6249-8BA1-A6AB4B4F05A9}" type="presParOf" srcId="{91C94BD8-BD25-4245-8ACF-8255E7D761D1}" destId="{CC6C0F29-D72D-934E-A9A6-988126EF7C1F}" srcOrd="2" destOrd="0" presId="urn:microsoft.com/office/officeart/2005/8/layout/cycle3"/>
    <dgm:cxn modelId="{223B5F94-DAE9-A246-99DB-017CB7575DD5}" type="presParOf" srcId="{91C94BD8-BD25-4245-8ACF-8255E7D761D1}" destId="{B28544DD-3A1B-684C-BFA0-3EAD9F2A80C4}" srcOrd="3" destOrd="0" presId="urn:microsoft.com/office/officeart/2005/8/layout/cycle3"/>
    <dgm:cxn modelId="{2FEB21C1-5142-F84A-A458-831F531E862D}" type="presParOf" srcId="{91C94BD8-BD25-4245-8ACF-8255E7D761D1}" destId="{89FE2D0B-3E19-A442-A901-BCAEE380F5DD}" srcOrd="4" destOrd="0" presId="urn:microsoft.com/office/officeart/2005/8/layout/cycle3"/>
    <dgm:cxn modelId="{B9C8501A-54E3-C94B-AF34-2F56277F9AC5}" type="presParOf" srcId="{91C94BD8-BD25-4245-8ACF-8255E7D761D1}" destId="{AD7363AB-BE5D-3D40-BEB7-12A8FA8A8557}" srcOrd="5" destOrd="0" presId="urn:microsoft.com/office/officeart/2005/8/layout/cycle3"/>
    <dgm:cxn modelId="{2384C823-7B42-9846-B6E3-E4B56B33379C}" type="presParOf" srcId="{91C94BD8-BD25-4245-8ACF-8255E7D761D1}" destId="{99BFEFEC-7E57-E441-8F77-CF8D68141322}" srcOrd="6" destOrd="0" presId="urn:microsoft.com/office/officeart/2005/8/layout/cycle3"/>
    <dgm:cxn modelId="{4408CB48-85A0-D54F-9844-AE122F67D3AC}" type="presParOf" srcId="{91C94BD8-BD25-4245-8ACF-8255E7D761D1}" destId="{133FAF45-6881-EA4A-97B4-7654C08247AD}" srcOrd="7" destOrd="0" presId="urn:microsoft.com/office/officeart/2005/8/layout/cycle3"/>
    <dgm:cxn modelId="{DC5153BC-9E27-5047-9947-19169B0E3541}" type="presParOf" srcId="{91C94BD8-BD25-4245-8ACF-8255E7D761D1}" destId="{57551A22-CDA4-584B-BBD8-723B3167AC4D}" srcOrd="8"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A26124-65F8-6E4B-973A-FD6C8A5546AD}">
      <dsp:nvSpPr>
        <dsp:cNvPr id="0" name=""/>
        <dsp:cNvSpPr/>
      </dsp:nvSpPr>
      <dsp:spPr>
        <a:xfrm>
          <a:off x="851342" y="-71219"/>
          <a:ext cx="4993970" cy="4993970"/>
        </a:xfrm>
        <a:prstGeom prst="circularArrow">
          <a:avLst>
            <a:gd name="adj1" fmla="val 5544"/>
            <a:gd name="adj2" fmla="val 330680"/>
            <a:gd name="adj3" fmla="val 14654539"/>
            <a:gd name="adj4" fmla="val 16871237"/>
            <a:gd name="adj5" fmla="val 5757"/>
          </a:avLst>
        </a:prstGeom>
        <a:solidFill>
          <a:schemeClr val="bg1">
            <a:lumMod val="85000"/>
            <a:alpha val="92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1934BF9-E988-8943-9CDC-ABC1882CDB61}">
      <dsp:nvSpPr>
        <dsp:cNvPr id="0" name=""/>
        <dsp:cNvSpPr/>
      </dsp:nvSpPr>
      <dsp:spPr>
        <a:xfrm>
          <a:off x="2647958" y="-25577"/>
          <a:ext cx="1400738" cy="700369"/>
        </a:xfrm>
        <a:prstGeom prst="roundRect">
          <a:avLst/>
        </a:prstGeom>
        <a:solidFill>
          <a:schemeClr val="bg1">
            <a:lumMod val="85000"/>
            <a:alpha val="92000"/>
          </a:schemeClr>
        </a:solidFill>
        <a:ln w="9525" cap="flat" cmpd="sng" algn="ctr">
          <a:solidFill>
            <a:srgbClr val="000000"/>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AU" sz="1400" b="1" kern="1200" dirty="0" smtClean="0"/>
            <a:t>Making a case for change</a:t>
          </a:r>
          <a:endParaRPr lang="en-AU" sz="1400" b="1" kern="1200" dirty="0"/>
        </a:p>
      </dsp:txBody>
      <dsp:txXfrm>
        <a:off x="2682147" y="8612"/>
        <a:ext cx="1332360" cy="631991"/>
      </dsp:txXfrm>
    </dsp:sp>
    <dsp:sp modelId="{CC6C0F29-D72D-934E-A9A6-988126EF7C1F}">
      <dsp:nvSpPr>
        <dsp:cNvPr id="0" name=""/>
        <dsp:cNvSpPr/>
      </dsp:nvSpPr>
      <dsp:spPr>
        <a:xfrm>
          <a:off x="4279623" y="704779"/>
          <a:ext cx="1400738" cy="700369"/>
        </a:xfrm>
        <a:prstGeom prst="roundRect">
          <a:avLst/>
        </a:prstGeom>
        <a:solidFill>
          <a:schemeClr val="bg1">
            <a:lumMod val="85000"/>
            <a:alpha val="92000"/>
          </a:schemeClr>
        </a:solidFill>
        <a:ln w="9525" cap="flat" cmpd="sng" algn="ctr">
          <a:solidFill>
            <a:srgbClr val="000000"/>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AU" sz="1400" b="1" kern="1200" dirty="0" smtClean="0"/>
            <a:t>Putting an implementation team together</a:t>
          </a:r>
          <a:endParaRPr lang="en-AU" sz="1400" b="1" kern="1200" dirty="0"/>
        </a:p>
      </dsp:txBody>
      <dsp:txXfrm>
        <a:off x="4313812" y="738968"/>
        <a:ext cx="1332360" cy="631991"/>
      </dsp:txXfrm>
    </dsp:sp>
    <dsp:sp modelId="{B28544DD-3A1B-684C-BFA0-3EAD9F2A80C4}">
      <dsp:nvSpPr>
        <dsp:cNvPr id="0" name=""/>
        <dsp:cNvSpPr/>
      </dsp:nvSpPr>
      <dsp:spPr>
        <a:xfrm>
          <a:off x="4814441" y="2068289"/>
          <a:ext cx="1400738" cy="700369"/>
        </a:xfrm>
        <a:prstGeom prst="roundRect">
          <a:avLst/>
        </a:prstGeom>
        <a:solidFill>
          <a:schemeClr val="bg1">
            <a:lumMod val="85000"/>
            <a:alpha val="92000"/>
          </a:schemeClr>
        </a:solidFill>
        <a:ln w="9525" cap="flat" cmpd="sng" algn="ctr">
          <a:solidFill>
            <a:srgbClr val="000000"/>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AU" sz="1400" b="1" kern="1200" dirty="0" smtClean="0"/>
            <a:t>Creating a vision for the future</a:t>
          </a:r>
          <a:endParaRPr lang="en-AU" sz="1400" b="1" kern="1200" dirty="0"/>
        </a:p>
      </dsp:txBody>
      <dsp:txXfrm>
        <a:off x="4848630" y="2102478"/>
        <a:ext cx="1332360" cy="631991"/>
      </dsp:txXfrm>
    </dsp:sp>
    <dsp:sp modelId="{89FE2D0B-3E19-A442-A901-BCAEE380F5DD}">
      <dsp:nvSpPr>
        <dsp:cNvPr id="0" name=""/>
        <dsp:cNvSpPr/>
      </dsp:nvSpPr>
      <dsp:spPr>
        <a:xfrm>
          <a:off x="4101614" y="3423655"/>
          <a:ext cx="1792413" cy="681116"/>
        </a:xfrm>
        <a:prstGeom prst="roundRect">
          <a:avLst/>
        </a:prstGeom>
        <a:solidFill>
          <a:schemeClr val="bg1">
            <a:lumMod val="85000"/>
            <a:alpha val="92000"/>
          </a:schemeClr>
        </a:solidFill>
        <a:ln w="9525" cap="flat" cmpd="sng" algn="ctr">
          <a:solidFill>
            <a:schemeClr val="tx1"/>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AU" sz="1400" b="1" kern="1200" dirty="0" smtClean="0"/>
            <a:t>Communicating the vision to capture hearts and minds</a:t>
          </a:r>
          <a:endParaRPr lang="en-AU" sz="1400" b="1" kern="1200" dirty="0"/>
        </a:p>
      </dsp:txBody>
      <dsp:txXfrm>
        <a:off x="4134863" y="3456904"/>
        <a:ext cx="1725915" cy="614618"/>
      </dsp:txXfrm>
    </dsp:sp>
    <dsp:sp modelId="{AD7363AB-BE5D-3D40-BEB7-12A8FA8A8557}">
      <dsp:nvSpPr>
        <dsp:cNvPr id="0" name=""/>
        <dsp:cNvSpPr/>
      </dsp:nvSpPr>
      <dsp:spPr>
        <a:xfrm>
          <a:off x="2459786" y="4069712"/>
          <a:ext cx="1617096" cy="956753"/>
        </a:xfrm>
        <a:prstGeom prst="roundRect">
          <a:avLst/>
        </a:prstGeom>
        <a:solidFill>
          <a:schemeClr val="bg1">
            <a:lumMod val="85000"/>
            <a:alpha val="92000"/>
          </a:schemeClr>
        </a:solidFill>
        <a:ln w="9525" cap="flat" cmpd="sng" algn="ctr">
          <a:solidFill>
            <a:srgbClr val="000000"/>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AU" sz="1400" b="1" kern="1200" dirty="0" smtClean="0"/>
            <a:t>Removing obstacles and empowering action</a:t>
          </a:r>
          <a:endParaRPr lang="en-AU" sz="1400" b="1" kern="1200" dirty="0"/>
        </a:p>
      </dsp:txBody>
      <dsp:txXfrm>
        <a:off x="2506491" y="4116417"/>
        <a:ext cx="1523686" cy="863343"/>
      </dsp:txXfrm>
    </dsp:sp>
    <dsp:sp modelId="{99BFEFEC-7E57-E441-8F77-CF8D68141322}">
      <dsp:nvSpPr>
        <dsp:cNvPr id="0" name=""/>
        <dsp:cNvSpPr/>
      </dsp:nvSpPr>
      <dsp:spPr>
        <a:xfrm>
          <a:off x="751886" y="3384513"/>
          <a:ext cx="1685620" cy="729133"/>
        </a:xfrm>
        <a:prstGeom prst="roundRect">
          <a:avLst/>
        </a:prstGeom>
        <a:solidFill>
          <a:schemeClr val="bg1">
            <a:lumMod val="85000"/>
            <a:alpha val="92000"/>
          </a:schemeClr>
        </a:solidFill>
        <a:ln w="9525" cap="flat" cmpd="sng" algn="ctr">
          <a:solidFill>
            <a:srgbClr val="000000"/>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AU" sz="1400" b="1" kern="1200" dirty="0" smtClean="0"/>
            <a:t>Generating short-term wins</a:t>
          </a:r>
          <a:endParaRPr lang="en-AU" sz="1400" b="1" kern="1200" dirty="0"/>
        </a:p>
      </dsp:txBody>
      <dsp:txXfrm>
        <a:off x="787479" y="3420106"/>
        <a:ext cx="1614434" cy="657947"/>
      </dsp:txXfrm>
    </dsp:sp>
    <dsp:sp modelId="{133FAF45-6881-EA4A-97B4-7654C08247AD}">
      <dsp:nvSpPr>
        <dsp:cNvPr id="0" name=""/>
        <dsp:cNvSpPr/>
      </dsp:nvSpPr>
      <dsp:spPr>
        <a:xfrm>
          <a:off x="466279" y="2068289"/>
          <a:ext cx="1400738" cy="700369"/>
        </a:xfrm>
        <a:prstGeom prst="roundRect">
          <a:avLst/>
        </a:prstGeom>
        <a:solidFill>
          <a:schemeClr val="bg1">
            <a:lumMod val="85000"/>
            <a:alpha val="92000"/>
          </a:schemeClr>
        </a:solidFill>
        <a:ln w="9525" cap="flat" cmpd="sng" algn="ctr">
          <a:solidFill>
            <a:srgbClr val="000000"/>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AU" sz="1400" b="1" kern="1200" dirty="0" smtClean="0"/>
            <a:t>Keeping the pressure on</a:t>
          </a:r>
          <a:endParaRPr lang="en-AU" sz="1400" b="1" kern="1200" dirty="0"/>
        </a:p>
      </dsp:txBody>
      <dsp:txXfrm>
        <a:off x="500468" y="2102478"/>
        <a:ext cx="1332360" cy="631991"/>
      </dsp:txXfrm>
    </dsp:sp>
    <dsp:sp modelId="{57551A22-CDA4-584B-BBD8-723B3167AC4D}">
      <dsp:nvSpPr>
        <dsp:cNvPr id="0" name=""/>
        <dsp:cNvSpPr/>
      </dsp:nvSpPr>
      <dsp:spPr>
        <a:xfrm>
          <a:off x="1050350" y="669178"/>
          <a:ext cx="1400738" cy="700369"/>
        </a:xfrm>
        <a:prstGeom prst="roundRect">
          <a:avLst/>
        </a:prstGeom>
        <a:solidFill>
          <a:schemeClr val="bg1">
            <a:lumMod val="85000"/>
            <a:alpha val="92000"/>
          </a:schemeClr>
        </a:solidFill>
        <a:ln w="9525" cap="flat" cmpd="sng" algn="ctr">
          <a:solidFill>
            <a:srgbClr val="000000"/>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AU" sz="1400" b="1" kern="1200" dirty="0" smtClean="0"/>
            <a:t>Maintaining the gains</a:t>
          </a:r>
          <a:endParaRPr lang="en-AU" sz="1400" b="1" kern="1200" dirty="0"/>
        </a:p>
      </dsp:txBody>
      <dsp:txXfrm>
        <a:off x="1084539" y="703367"/>
        <a:ext cx="1332360" cy="631991"/>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2D9F86-2A8C-3841-A685-750CC050A0B0}" type="datetimeFigureOut">
              <a:rPr lang="en-US" smtClean="0"/>
              <a:t>5/11/13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00E97F-3907-A14F-B3EB-6DE6E661A4DE}" type="slidenum">
              <a:rPr lang="en-US" smtClean="0"/>
              <a:t>‹#›</a:t>
            </a:fld>
            <a:endParaRPr lang="en-US"/>
          </a:p>
        </p:txBody>
      </p:sp>
    </p:spTree>
    <p:extLst>
      <p:ext uri="{BB962C8B-B14F-4D97-AF65-F5344CB8AC3E}">
        <p14:creationId xmlns:p14="http://schemas.microsoft.com/office/powerpoint/2010/main" val="406132962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charset="0"/>
                <a:ea typeface="ＭＳ Ｐゴシック" charset="0"/>
                <a:cs typeface="ＭＳ Ｐゴシック" charset="0"/>
              </a:defRPr>
            </a:lvl1pPr>
            <a:lvl2pPr marL="742950" indent="-285750">
              <a:defRPr sz="2800">
                <a:solidFill>
                  <a:schemeClr val="tx1"/>
                </a:solidFill>
                <a:latin typeface="Times" charset="0"/>
                <a:ea typeface="ＭＳ Ｐゴシック" charset="0"/>
              </a:defRPr>
            </a:lvl2pPr>
            <a:lvl3pPr marL="1143000" indent="-228600">
              <a:defRPr sz="2800">
                <a:solidFill>
                  <a:schemeClr val="tx1"/>
                </a:solidFill>
                <a:latin typeface="Times" charset="0"/>
                <a:ea typeface="ＭＳ Ｐゴシック" charset="0"/>
              </a:defRPr>
            </a:lvl3pPr>
            <a:lvl4pPr marL="1600200" indent="-228600">
              <a:defRPr sz="2800">
                <a:solidFill>
                  <a:schemeClr val="tx1"/>
                </a:solidFill>
                <a:latin typeface="Times" charset="0"/>
                <a:ea typeface="ＭＳ Ｐゴシック" charset="0"/>
              </a:defRPr>
            </a:lvl4pPr>
            <a:lvl5pPr marL="2057400" indent="-228600">
              <a:defRPr sz="2800">
                <a:solidFill>
                  <a:schemeClr val="tx1"/>
                </a:solidFill>
                <a:latin typeface="Times" charset="0"/>
                <a:ea typeface="ＭＳ Ｐゴシック" charset="0"/>
              </a:defRPr>
            </a:lvl5pPr>
            <a:lvl6pPr marL="2514600" indent="-228600" eaLnBrk="0" fontAlgn="base" hangingPunct="0">
              <a:spcBef>
                <a:spcPct val="0"/>
              </a:spcBef>
              <a:spcAft>
                <a:spcPct val="0"/>
              </a:spcAft>
              <a:defRPr sz="2800">
                <a:solidFill>
                  <a:schemeClr val="tx1"/>
                </a:solidFill>
                <a:latin typeface="Times" charset="0"/>
                <a:ea typeface="ＭＳ Ｐゴシック" charset="0"/>
              </a:defRPr>
            </a:lvl6pPr>
            <a:lvl7pPr marL="2971800" indent="-228600" eaLnBrk="0" fontAlgn="base" hangingPunct="0">
              <a:spcBef>
                <a:spcPct val="0"/>
              </a:spcBef>
              <a:spcAft>
                <a:spcPct val="0"/>
              </a:spcAft>
              <a:defRPr sz="2800">
                <a:solidFill>
                  <a:schemeClr val="tx1"/>
                </a:solidFill>
                <a:latin typeface="Times" charset="0"/>
                <a:ea typeface="ＭＳ Ｐゴシック" charset="0"/>
              </a:defRPr>
            </a:lvl7pPr>
            <a:lvl8pPr marL="3429000" indent="-228600" eaLnBrk="0" fontAlgn="base" hangingPunct="0">
              <a:spcBef>
                <a:spcPct val="0"/>
              </a:spcBef>
              <a:spcAft>
                <a:spcPct val="0"/>
              </a:spcAft>
              <a:defRPr sz="2800">
                <a:solidFill>
                  <a:schemeClr val="tx1"/>
                </a:solidFill>
                <a:latin typeface="Times" charset="0"/>
                <a:ea typeface="ＭＳ Ｐゴシック" charset="0"/>
              </a:defRPr>
            </a:lvl8pPr>
            <a:lvl9pPr marL="3886200" indent="-228600" eaLnBrk="0" fontAlgn="base" hangingPunct="0">
              <a:spcBef>
                <a:spcPct val="0"/>
              </a:spcBef>
              <a:spcAft>
                <a:spcPct val="0"/>
              </a:spcAft>
              <a:defRPr sz="2800">
                <a:solidFill>
                  <a:schemeClr val="tx1"/>
                </a:solidFill>
                <a:latin typeface="Times" charset="0"/>
                <a:ea typeface="ＭＳ Ｐゴシック" charset="0"/>
              </a:defRPr>
            </a:lvl9pPr>
          </a:lstStyle>
          <a:p>
            <a:fld id="{1D8B9640-853D-9C4C-9572-1A19310E1F2E}" type="slidenum">
              <a:rPr lang="en-AU" sz="1200"/>
              <a:pPr/>
              <a:t>2</a:t>
            </a:fld>
            <a:endParaRPr lang="en-AU" sz="1200"/>
          </a:p>
        </p:txBody>
      </p:sp>
      <p:sp>
        <p:nvSpPr>
          <p:cNvPr id="67586" name="Rectangle 2"/>
          <p:cNvSpPr>
            <a:spLocks noChangeArrowheads="1" noTextEdit="1"/>
          </p:cNvSpPr>
          <p:nvPr>
            <p:ph type="sldImg"/>
          </p:nvPr>
        </p:nvSpPr>
        <p:spPr>
          <a:ln/>
        </p:spPr>
      </p:sp>
      <p:sp>
        <p:nvSpPr>
          <p:cNvPr id="675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lang="en-US">
              <a:latin typeface="Times" charset="0"/>
              <a:ea typeface="ＭＳ Ｐゴシック" charset="0"/>
              <a:cs typeface="ＭＳ Ｐゴシック"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fld id="{288690B8-E2D0-7C46-8775-0355B8CB9C9E}" type="slidenum">
              <a:rPr lang="en-US" sz="1200"/>
              <a:pPr/>
              <a:t>4</a:t>
            </a:fld>
            <a:endParaRPr lang="en-US" sz="1200"/>
          </a:p>
        </p:txBody>
      </p:sp>
      <p:sp>
        <p:nvSpPr>
          <p:cNvPr id="78850" name="Rectangle 1026"/>
          <p:cNvSpPr>
            <a:spLocks noChangeArrowheads="1" noTextEdit="1"/>
          </p:cNvSpPr>
          <p:nvPr>
            <p:ph type="sldImg"/>
          </p:nvPr>
        </p:nvSpPr>
        <p:spPr>
          <a:solidFill>
            <a:srgbClr val="FFFFFF"/>
          </a:solidFill>
          <a:ln/>
        </p:spPr>
      </p:sp>
      <p:sp>
        <p:nvSpPr>
          <p:cNvPr id="78851" name="Rectangle 1027"/>
          <p:cNvSpPr>
            <a:spLocks noChangeArrowheads="1"/>
          </p:cNvSpPr>
          <p:nvPr>
            <p:ph type="body" idx="1"/>
          </p:nvPr>
        </p:nvSpPr>
        <p:spPr>
          <a:solidFill>
            <a:srgbClr val="FFFFFF"/>
          </a:solidFill>
          <a:ln>
            <a:solidFill>
              <a:srgbClr val="000000"/>
            </a:solidFill>
          </a:ln>
        </p:spPr>
        <p:txBody>
          <a:bodyPr/>
          <a:lstStyle/>
          <a:p>
            <a:pPr marL="228600" indent="-228600" eaLnBrk="1" hangingPunct="1"/>
            <a:r>
              <a:rPr lang="en-US">
                <a:latin typeface="Arial" charset="0"/>
                <a:ea typeface="ＭＳ Ｐゴシック" charset="0"/>
                <a:cs typeface="ＭＳ Ｐゴシック" charset="0"/>
              </a:rPr>
              <a:t>Plan implementation strategies to match the diffusion model categories ie. Whole school training in one sitting may not be the most effective way to proceed.</a:t>
            </a:r>
          </a:p>
          <a:p>
            <a:pPr marL="228600" indent="-228600" eaLnBrk="1" hangingPunct="1"/>
            <a:endParaRPr lang="en-US">
              <a:latin typeface="Arial" charset="0"/>
              <a:ea typeface="ＭＳ Ｐゴシック" charset="0"/>
              <a:cs typeface="ＭＳ Ｐゴシック" charset="0"/>
            </a:endParaRPr>
          </a:p>
          <a:p>
            <a:pPr marL="228600" indent="-228600" eaLnBrk="1" hangingPunct="1"/>
            <a:r>
              <a:rPr lang="en-US">
                <a:latin typeface="Arial" charset="0"/>
                <a:ea typeface="ＭＳ Ｐゴシック" charset="0"/>
                <a:cs typeface="ＭＳ Ｐゴシック" charset="0"/>
              </a:rPr>
              <a:t>First two stages - DEVELOPMENTAL in which ideology must give way to flexible practical solutions.</a:t>
            </a:r>
          </a:p>
          <a:p>
            <a:pPr marL="228600" indent="-228600" eaLnBrk="1" hangingPunct="1"/>
            <a:r>
              <a:rPr lang="en-US">
                <a:latin typeface="Arial" charset="0"/>
                <a:ea typeface="ＭＳ Ｐゴシック" charset="0"/>
                <a:cs typeface="ＭＳ Ｐゴシック" charset="0"/>
              </a:rPr>
              <a:t>People adopt things for their own reasons - not ours.  Therefore in making the case for change - we need to provide a range of benefits and linkages.  Conversations need to be about </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what</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s in it for me?</a:t>
            </a:r>
            <a:r>
              <a:rPr lang="ja-JP" altLang="en-US">
                <a:latin typeface="Arial" charset="0"/>
                <a:ea typeface="ＭＳ Ｐゴシック" charset="0"/>
                <a:cs typeface="ＭＳ Ｐゴシック" charset="0"/>
              </a:rPr>
              <a:t>’</a:t>
            </a:r>
            <a:endParaRPr lang="en-US" altLang="ja-JP">
              <a:latin typeface="Arial" charset="0"/>
              <a:ea typeface="ＭＳ Ｐゴシック" charset="0"/>
              <a:cs typeface="ＭＳ Ｐゴシック" charset="0"/>
            </a:endParaRPr>
          </a:p>
          <a:p>
            <a:pPr marL="228600" indent="-228600" eaLnBrk="1" hangingPunct="1"/>
            <a:r>
              <a:rPr lang="en-US">
                <a:latin typeface="Arial" charset="0"/>
                <a:ea typeface="ＭＳ Ｐゴシック" charset="0"/>
                <a:cs typeface="ＭＳ Ｐゴシック" charset="0"/>
              </a:rPr>
              <a:t>Need to convince managers/hierarchy that this a developmental/experimental phase ie. Flexible options, teething problems are normal and a frank discussion about what works and what doesn</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t are critical &amp; risk taking is encouraged.</a:t>
            </a:r>
          </a:p>
          <a:p>
            <a:pPr marL="228600" indent="-228600" eaLnBrk="1" hangingPunct="1"/>
            <a:endParaRPr lang="en-US">
              <a:latin typeface="Arial" charset="0"/>
              <a:ea typeface="ＭＳ Ｐゴシック" charset="0"/>
              <a:cs typeface="ＭＳ Ｐゴシック" charset="0"/>
            </a:endParaRPr>
          </a:p>
          <a:p>
            <a:pPr marL="228600" indent="-228600" eaLnBrk="1" hangingPunct="1"/>
            <a:r>
              <a:rPr lang="en-US">
                <a:latin typeface="Arial" charset="0"/>
                <a:ea typeface="ＭＳ Ｐゴシック" charset="0"/>
                <a:cs typeface="ＭＳ Ｐゴシック" charset="0"/>
              </a:rPr>
              <a:t>To move into the MAINSTREAM </a:t>
            </a:r>
          </a:p>
          <a:p>
            <a:pPr marL="228600" indent="-228600" eaLnBrk="1" hangingPunct="1"/>
            <a:r>
              <a:rPr lang="en-US">
                <a:latin typeface="Arial" charset="0"/>
                <a:ea typeface="ＭＳ Ｐゴシック" charset="0"/>
                <a:cs typeface="ＭＳ Ｐゴシック" charset="0"/>
              </a:rPr>
              <a:t>1.	The new practice must beat other alternatives in meeting genuine need.</a:t>
            </a:r>
          </a:p>
          <a:p>
            <a:pPr marL="228600" indent="-228600" eaLnBrk="1" hangingPunct="1"/>
            <a:endParaRPr lang="en-US">
              <a:latin typeface="Arial" charset="0"/>
              <a:ea typeface="ＭＳ Ｐゴシック" charset="0"/>
              <a:cs typeface="ＭＳ Ｐゴシック" charset="0"/>
            </a:endParaRPr>
          </a:p>
          <a:p>
            <a:pPr marL="228600" indent="-228600" eaLnBrk="1" hangingPunct="1">
              <a:buFontTx/>
              <a:buAutoNum type="arabicPeriod" startAt="2"/>
            </a:pPr>
            <a:r>
              <a:rPr lang="en-US">
                <a:latin typeface="Arial" charset="0"/>
                <a:ea typeface="ＭＳ Ｐゴシック" charset="0"/>
                <a:cs typeface="ＭＳ Ｐゴシック" charset="0"/>
              </a:rPr>
              <a:t>Must not come at a risk or great investment to the majority </a:t>
            </a:r>
          </a:p>
          <a:p>
            <a:pPr marL="228600" indent="-228600" eaLnBrk="1" hangingPunct="1"/>
            <a:r>
              <a:rPr lang="en-US">
                <a:latin typeface="Arial" charset="0"/>
                <a:ea typeface="ＭＳ Ｐゴシック" charset="0"/>
                <a:cs typeface="ＭＳ Ｐゴシック" charset="0"/>
              </a:rPr>
              <a:t>KISS principal at work - want evidence</a:t>
            </a:r>
          </a:p>
          <a:p>
            <a:pPr marL="228600" indent="-228600" eaLnBrk="1" hangingPunct="1"/>
            <a:endParaRPr lang="en-US">
              <a:latin typeface="Arial" charset="0"/>
              <a:ea typeface="ＭＳ Ｐゴシック" charset="0"/>
              <a:cs typeface="ＭＳ Ｐゴシック" charset="0"/>
            </a:endParaRPr>
          </a:p>
          <a:p>
            <a:pPr marL="228600" indent="-228600" eaLnBrk="1" hangingPunct="1">
              <a:buFontTx/>
              <a:buAutoNum type="arabicPeriod" startAt="3"/>
            </a:pPr>
            <a:r>
              <a:rPr lang="en-US">
                <a:latin typeface="Arial" charset="0"/>
                <a:ea typeface="ＭＳ Ｐゴシック" charset="0"/>
                <a:cs typeface="ＭＳ Ｐゴシック" charset="0"/>
              </a:rPr>
              <a:t>Dependent on </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word-of-mouth</a:t>
            </a:r>
            <a:r>
              <a:rPr lang="ja-JP" altLang="en-US">
                <a:latin typeface="Arial" charset="0"/>
                <a:ea typeface="ＭＳ Ｐゴシック" charset="0"/>
                <a:cs typeface="ＭＳ Ｐゴシック" charset="0"/>
              </a:rPr>
              <a:t>’</a:t>
            </a:r>
            <a:r>
              <a:rPr lang="en-US" altLang="ja-JP">
                <a:latin typeface="Arial" charset="0"/>
                <a:ea typeface="ＭＳ Ｐゴシック" charset="0"/>
                <a:cs typeface="ＭＳ Ｐゴシック" charset="0"/>
              </a:rPr>
              <a:t> - it must be a fashion item - gets into the language.</a:t>
            </a:r>
          </a:p>
          <a:p>
            <a:pPr marL="228600" indent="-228600" eaLnBrk="1" hangingPunct="1">
              <a:buFontTx/>
              <a:buAutoNum type="arabicPeriod" startAt="3"/>
            </a:pPr>
            <a:endParaRPr lang="en-US">
              <a:latin typeface="Arial" charset="0"/>
              <a:ea typeface="ＭＳ Ｐゴシック" charset="0"/>
              <a:cs typeface="ＭＳ Ｐゴシック" charset="0"/>
            </a:endParaRPr>
          </a:p>
          <a:p>
            <a:pPr marL="228600" indent="-228600" eaLnBrk="1" hangingPunct="1"/>
            <a:r>
              <a:rPr lang="en-US">
                <a:latin typeface="Arial" charset="0"/>
                <a:ea typeface="ＭＳ Ｐゴシック" charset="0"/>
                <a:cs typeface="ＭＳ Ｐゴシック" charset="0"/>
              </a:rPr>
              <a:t>Early diffusion of innovation is often resisted by the social norms.  Innovators often seen as social deviants or misfits.  Do not gain credibility until the leaders (early adopters) adopt the idea and start to change the norm.</a:t>
            </a:r>
          </a:p>
          <a:p>
            <a:pPr marL="228600" indent="-228600" eaLnBrk="1" hangingPunct="1"/>
            <a:endParaRPr lang="en-US">
              <a:latin typeface="Arial" charset="0"/>
              <a:ea typeface="ＭＳ Ｐゴシック" charset="0"/>
              <a:cs typeface="ＭＳ Ｐゴシック" charset="0"/>
            </a:endParaRPr>
          </a:p>
          <a:p>
            <a:pPr marL="228600" indent="-228600" eaLnBrk="1" hangingPunct="1"/>
            <a:r>
              <a:rPr lang="en-US">
                <a:latin typeface="Arial" charset="0"/>
                <a:ea typeface="ＭＳ Ｐゴシック" charset="0"/>
                <a:cs typeface="ＭＳ Ｐゴシック" charset="0"/>
              </a:rPr>
              <a:t>Most people evaluate new ideas through personal experience/recommendation of the adopters who are similar to themselves.</a:t>
            </a:r>
          </a:p>
          <a:p>
            <a:pPr marL="228600" indent="-228600" eaLnBrk="1" hangingPunct="1"/>
            <a:endParaRPr lang="en-US">
              <a:latin typeface="Arial" charset="0"/>
              <a:ea typeface="ＭＳ Ｐゴシック" charset="0"/>
              <a:cs typeface="ＭＳ Ｐゴシック" charset="0"/>
            </a:endParaRPr>
          </a:p>
          <a:p>
            <a:pPr marL="228600" indent="-228600" eaLnBrk="1" hangingPunct="1"/>
            <a:r>
              <a:rPr lang="en-US">
                <a:latin typeface="Arial" charset="0"/>
                <a:ea typeface="ＭＳ Ｐゴシック" charset="0"/>
                <a:cs typeface="ＭＳ Ｐゴシック" charset="0"/>
              </a:rPr>
              <a:t>10-20% adoption is sufficient for tipping point - as the majority are influenced by the innovators and the early adopters - takes strategic planning to reaching tipping point.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fld id="{281C195B-3327-1847-88E9-109C4C9122F0}" type="slidenum">
              <a:rPr lang="en-US" sz="1200"/>
              <a:pPr/>
              <a:t>5</a:t>
            </a:fld>
            <a:endParaRPr lang="en-US" sz="1200"/>
          </a:p>
        </p:txBody>
      </p:sp>
      <p:sp>
        <p:nvSpPr>
          <p:cNvPr id="82946" name="Rectangle 2"/>
          <p:cNvSpPr>
            <a:spLocks noChangeArrowheads="1" noTextEdit="1"/>
          </p:cNvSpPr>
          <p:nvPr>
            <p:ph type="sldImg"/>
          </p:nvPr>
        </p:nvSpPr>
        <p:spPr>
          <a:ln/>
        </p:spPr>
      </p:sp>
      <p:sp>
        <p:nvSpPr>
          <p:cNvPr id="829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lang="en-AU">
              <a:latin typeface="Arial" charset="0"/>
              <a:ea typeface="ＭＳ Ｐゴシック" charset="0"/>
              <a:cs typeface="ＭＳ Ｐゴシック"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AU"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p>
            <a:fld id="{057A5340-1A14-5649-B8CA-4F7A87AF3738}" type="datetimeFigureOut">
              <a:rPr lang="en-US" smtClean="0"/>
              <a:t>5/11/13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2899729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057A5340-1A14-5649-B8CA-4F7A87AF3738}" type="datetimeFigureOut">
              <a:rPr lang="en-US" smtClean="0"/>
              <a:t>5/11/13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310660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p>
            <a:fld id="{057A5340-1A14-5649-B8CA-4F7A87AF3738}" type="datetimeFigureOut">
              <a:rPr lang="en-US" smtClean="0"/>
              <a:t>5/11/13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185452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4"/>
          <p:cNvSpPr>
            <a:spLocks noGrp="1"/>
          </p:cNvSpPr>
          <p:nvPr>
            <p:ph type="dt" sz="half" idx="10"/>
          </p:nvPr>
        </p:nvSpPr>
        <p:spPr/>
        <p:txBody>
          <a:bodyPr/>
          <a:lstStyle/>
          <a:p>
            <a:fld id="{057A5340-1A14-5649-B8CA-4F7A87AF3738}" type="datetimeFigureOut">
              <a:rPr lang="en-US" smtClean="0"/>
              <a:t>5/11/13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350842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6"/>
          <p:cNvSpPr>
            <a:spLocks noGrp="1"/>
          </p:cNvSpPr>
          <p:nvPr>
            <p:ph type="dt" sz="half" idx="10"/>
          </p:nvPr>
        </p:nvSpPr>
        <p:spPr/>
        <p:txBody>
          <a:bodyPr/>
          <a:lstStyle/>
          <a:p>
            <a:fld id="{057A5340-1A14-5649-B8CA-4F7A87AF3738}" type="datetimeFigureOut">
              <a:rPr lang="en-US" smtClean="0"/>
              <a:t>5/11/13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310143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2"/>
          <p:cNvSpPr>
            <a:spLocks noGrp="1"/>
          </p:cNvSpPr>
          <p:nvPr>
            <p:ph type="dt" sz="half" idx="10"/>
          </p:nvPr>
        </p:nvSpPr>
        <p:spPr/>
        <p:txBody>
          <a:bodyPr/>
          <a:lstStyle/>
          <a:p>
            <a:fld id="{057A5340-1A14-5649-B8CA-4F7A87AF3738}" type="datetimeFigureOut">
              <a:rPr lang="en-US" smtClean="0"/>
              <a:t>5/11/13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1003237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7A5340-1A14-5649-B8CA-4F7A87AF3738}" type="datetimeFigureOut">
              <a:rPr lang="en-US" smtClean="0"/>
              <a:t>5/11/13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1785678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057A5340-1A14-5649-B8CA-4F7A87AF3738}" type="datetimeFigureOut">
              <a:rPr lang="en-US" smtClean="0"/>
              <a:t>5/11/13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2807946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057A5340-1A14-5649-B8CA-4F7A87AF3738}" type="datetimeFigureOut">
              <a:rPr lang="en-US" smtClean="0"/>
              <a:t>5/11/13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3930847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057A5340-1A14-5649-B8CA-4F7A87AF3738}" type="datetimeFigureOut">
              <a:rPr lang="en-US" smtClean="0"/>
              <a:t>5/11/13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3784305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057A5340-1A14-5649-B8CA-4F7A87AF3738}" type="datetimeFigureOut">
              <a:rPr lang="en-US" smtClean="0"/>
              <a:t>5/11/13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1F30CB-F228-1643-B02A-371328B70DFF}" type="slidenum">
              <a:rPr lang="en-US" smtClean="0"/>
              <a:t>‹#›</a:t>
            </a:fld>
            <a:endParaRPr lang="en-US"/>
          </a:p>
        </p:txBody>
      </p:sp>
    </p:spTree>
    <p:extLst>
      <p:ext uri="{BB962C8B-B14F-4D97-AF65-F5344CB8AC3E}">
        <p14:creationId xmlns:p14="http://schemas.microsoft.com/office/powerpoint/2010/main" val="425162443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AU"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7A5340-1A14-5649-B8CA-4F7A87AF3738}" type="datetimeFigureOut">
              <a:rPr lang="en-US" smtClean="0"/>
              <a:t>5/11/13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1F30CB-F228-1643-B02A-371328B70DFF}" type="slidenum">
              <a:rPr lang="en-US" smtClean="0"/>
              <a:t>‹#›</a:t>
            </a:fld>
            <a:endParaRPr lang="en-US"/>
          </a:p>
        </p:txBody>
      </p:sp>
    </p:spTree>
    <p:extLst>
      <p:ext uri="{BB962C8B-B14F-4D97-AF65-F5344CB8AC3E}">
        <p14:creationId xmlns:p14="http://schemas.microsoft.com/office/powerpoint/2010/main" val="148981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1" Type="http://schemas.openxmlformats.org/officeDocument/2006/relationships/slideLayout" Target="../slideLayouts/slideLayout6.xml"/><Relationship Id="rId2"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4240637026"/>
              </p:ext>
            </p:extLst>
          </p:nvPr>
        </p:nvGraphicFramePr>
        <p:xfrm>
          <a:off x="1121609" y="895382"/>
          <a:ext cx="6663677" cy="4965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7362825" y="377825"/>
            <a:ext cx="1503363" cy="925513"/>
          </a:xfrm>
          <a:prstGeom prst="rect">
            <a:avLst/>
          </a:prstGeom>
          <a:solidFill>
            <a:srgbClr val="D9D9D9"/>
          </a:solidFill>
          <a:ln>
            <a:solidFill>
              <a:srgbClr val="000000"/>
            </a:solidFill>
          </a:ln>
        </p:spPr>
        <p:style>
          <a:lnRef idx="1">
            <a:schemeClr val="accent5"/>
          </a:lnRef>
          <a:fillRef idx="2">
            <a:schemeClr val="accent5"/>
          </a:fillRef>
          <a:effectRef idx="1">
            <a:schemeClr val="accent5"/>
          </a:effectRef>
          <a:fontRef idx="minor">
            <a:schemeClr val="dk1"/>
          </a:fontRef>
        </p:style>
        <p:txBody>
          <a:bodyPr>
            <a:spAutoFit/>
          </a:bodyPr>
          <a:lstStyle/>
          <a:p>
            <a:pPr fontAlgn="auto">
              <a:spcBef>
                <a:spcPts val="0"/>
              </a:spcBef>
              <a:spcAft>
                <a:spcPts val="0"/>
              </a:spcAft>
              <a:defRPr/>
            </a:pPr>
            <a:r>
              <a:rPr lang="en-AU" dirty="0"/>
              <a:t>Getting ready </a:t>
            </a:r>
          </a:p>
          <a:p>
            <a:pPr fontAlgn="auto">
              <a:spcBef>
                <a:spcPts val="0"/>
              </a:spcBef>
              <a:spcAft>
                <a:spcPts val="0"/>
              </a:spcAft>
              <a:defRPr/>
            </a:pPr>
            <a:r>
              <a:rPr lang="en-AU" dirty="0"/>
              <a:t>For change</a:t>
            </a:r>
          </a:p>
        </p:txBody>
      </p:sp>
      <p:sp>
        <p:nvSpPr>
          <p:cNvPr id="6" name="TextBox 5"/>
          <p:cNvSpPr txBox="1">
            <a:spLocks noChangeArrowheads="1"/>
          </p:cNvSpPr>
          <p:nvPr/>
        </p:nvSpPr>
        <p:spPr bwMode="auto">
          <a:xfrm>
            <a:off x="1917700" y="6376988"/>
            <a:ext cx="4946650" cy="376237"/>
          </a:xfrm>
          <a:prstGeom prst="rect">
            <a:avLst/>
          </a:prstGeom>
          <a:solidFill>
            <a:srgbClr val="D9D9D9"/>
          </a:solidFill>
          <a:ln w="9525" algn="ctr">
            <a:solidFill>
              <a:srgbClr val="000000"/>
            </a:solidFill>
            <a:miter lim="800000"/>
            <a:headEnd/>
            <a:tailEnd/>
          </a:ln>
        </p:spPr>
        <p:txBody>
          <a:bodyPr>
            <a:spAutoFit/>
          </a:bodyPr>
          <a:lstStyle/>
          <a:p>
            <a:pPr fontAlgn="auto">
              <a:spcBef>
                <a:spcPts val="0"/>
              </a:spcBef>
              <a:spcAft>
                <a:spcPts val="0"/>
              </a:spcAft>
              <a:defRPr/>
            </a:pPr>
            <a:r>
              <a:rPr lang="en-AU" dirty="0">
                <a:solidFill>
                  <a:schemeClr val="dk1"/>
                </a:solidFill>
                <a:latin typeface="+mn-lt"/>
              </a:rPr>
              <a:t>Overcoming inertia and getting the ball rolling</a:t>
            </a:r>
          </a:p>
        </p:txBody>
      </p:sp>
      <p:sp>
        <p:nvSpPr>
          <p:cNvPr id="7" name="TextBox 6"/>
          <p:cNvSpPr txBox="1"/>
          <p:nvPr/>
        </p:nvSpPr>
        <p:spPr>
          <a:xfrm>
            <a:off x="115888" y="1455738"/>
            <a:ext cx="1638300" cy="1200150"/>
          </a:xfrm>
          <a:prstGeom prst="rect">
            <a:avLst/>
          </a:prstGeom>
          <a:solidFill>
            <a:srgbClr val="D9D9D9"/>
          </a:solidFill>
          <a:ln>
            <a:solidFill>
              <a:srgbClr val="000000"/>
            </a:solidFill>
          </a:ln>
        </p:spPr>
        <p:style>
          <a:lnRef idx="1">
            <a:schemeClr val="accent4"/>
          </a:lnRef>
          <a:fillRef idx="2">
            <a:schemeClr val="accent4"/>
          </a:fillRef>
          <a:effectRef idx="1">
            <a:schemeClr val="accent4"/>
          </a:effectRef>
          <a:fontRef idx="minor">
            <a:schemeClr val="dk1"/>
          </a:fontRef>
        </p:style>
        <p:txBody>
          <a:bodyPr>
            <a:spAutoFit/>
          </a:bodyPr>
          <a:lstStyle/>
          <a:p>
            <a:pPr fontAlgn="auto">
              <a:spcBef>
                <a:spcPts val="0"/>
              </a:spcBef>
              <a:spcAft>
                <a:spcPts val="0"/>
              </a:spcAft>
              <a:defRPr/>
            </a:pPr>
            <a:r>
              <a:rPr lang="en-AU" dirty="0"/>
              <a:t>Implementing and</a:t>
            </a:r>
          </a:p>
          <a:p>
            <a:pPr fontAlgn="auto">
              <a:spcBef>
                <a:spcPts val="0"/>
              </a:spcBef>
              <a:spcAft>
                <a:spcPts val="0"/>
              </a:spcAft>
              <a:defRPr/>
            </a:pPr>
            <a:r>
              <a:rPr lang="en-AU" dirty="0"/>
              <a:t>Embedding</a:t>
            </a:r>
          </a:p>
          <a:p>
            <a:pPr fontAlgn="auto">
              <a:spcBef>
                <a:spcPts val="0"/>
              </a:spcBef>
              <a:spcAft>
                <a:spcPts val="0"/>
              </a:spcAft>
              <a:defRPr/>
            </a:pPr>
            <a:r>
              <a:rPr lang="en-AU" dirty="0"/>
              <a:t>change</a:t>
            </a:r>
          </a:p>
        </p:txBody>
      </p:sp>
      <p:sp>
        <p:nvSpPr>
          <p:cNvPr id="16390" name="TextBox 2"/>
          <p:cNvSpPr txBox="1">
            <a:spLocks noChangeArrowheads="1"/>
          </p:cNvSpPr>
          <p:nvPr/>
        </p:nvSpPr>
        <p:spPr bwMode="auto">
          <a:xfrm>
            <a:off x="4092575" y="3187230"/>
            <a:ext cx="903288" cy="276225"/>
          </a:xfrm>
          <a:prstGeom prst="rect">
            <a:avLst/>
          </a:prstGeom>
          <a:noFill/>
          <a:ln w="9525">
            <a:noFill/>
            <a:miter lim="800000"/>
            <a:headEnd/>
            <a:tailEnd/>
          </a:ln>
        </p:spPr>
        <p:txBody>
          <a:bodyPr wrap="none">
            <a:spAutoFit/>
          </a:bodyPr>
          <a:lstStyle/>
          <a:p>
            <a:pPr algn="l"/>
            <a:r>
              <a:rPr lang="en-US" sz="1200" dirty="0">
                <a:solidFill>
                  <a:schemeClr val="tx1"/>
                </a:solidFill>
              </a:rPr>
              <a:t>John </a:t>
            </a:r>
            <a:r>
              <a:rPr lang="en-US" sz="1200" dirty="0" err="1">
                <a:solidFill>
                  <a:schemeClr val="tx1"/>
                </a:solidFill>
              </a:rPr>
              <a:t>Kotter</a:t>
            </a:r>
            <a:endParaRPr lang="en-US" sz="1200" dirty="0">
              <a:solidFill>
                <a:schemeClr val="tx1"/>
              </a:solidFill>
            </a:endParaRPr>
          </a:p>
        </p:txBody>
      </p:sp>
      <p:sp>
        <p:nvSpPr>
          <p:cNvPr id="8" name="Left Arrow 7"/>
          <p:cNvSpPr/>
          <p:nvPr/>
        </p:nvSpPr>
        <p:spPr>
          <a:xfrm rot="20860985">
            <a:off x="5486400" y="885825"/>
            <a:ext cx="1497013" cy="171450"/>
          </a:xfrm>
          <a:prstGeom prst="leftArrow">
            <a:avLst/>
          </a:prstGeom>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AU"/>
          </a:p>
        </p:txBody>
      </p:sp>
      <p:sp>
        <p:nvSpPr>
          <p:cNvPr id="9" name="Left Arrow 8"/>
          <p:cNvSpPr/>
          <p:nvPr/>
        </p:nvSpPr>
        <p:spPr>
          <a:xfrm rot="19631544">
            <a:off x="6737350" y="1371600"/>
            <a:ext cx="627063" cy="171450"/>
          </a:xfrm>
          <a:prstGeom prst="leftArrow">
            <a:avLst/>
          </a:prstGeom>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AU"/>
          </a:p>
        </p:txBody>
      </p:sp>
      <p:sp>
        <p:nvSpPr>
          <p:cNvPr id="10" name="Left Arrow 9"/>
          <p:cNvSpPr/>
          <p:nvPr/>
        </p:nvSpPr>
        <p:spPr>
          <a:xfrm rot="18231593">
            <a:off x="6673057" y="2162969"/>
            <a:ext cx="1497012" cy="171450"/>
          </a:xfrm>
          <a:prstGeom prst="leftArrow">
            <a:avLst/>
          </a:prstGeom>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AU"/>
          </a:p>
        </p:txBody>
      </p:sp>
      <p:sp>
        <p:nvSpPr>
          <p:cNvPr id="11" name="Up Arrow 10"/>
          <p:cNvSpPr/>
          <p:nvPr/>
        </p:nvSpPr>
        <p:spPr>
          <a:xfrm>
            <a:off x="5994400" y="5181600"/>
            <a:ext cx="119063" cy="746125"/>
          </a:xfrm>
          <a:prstGeom prst="upArrow">
            <a:avLst/>
          </a:prstGeom>
          <a:solidFill>
            <a:srgbClr val="C0504D"/>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AU"/>
          </a:p>
        </p:txBody>
      </p:sp>
      <p:sp>
        <p:nvSpPr>
          <p:cNvPr id="12" name="Up Arrow 11"/>
          <p:cNvSpPr/>
          <p:nvPr/>
        </p:nvSpPr>
        <p:spPr>
          <a:xfrm>
            <a:off x="2641600" y="5199063"/>
            <a:ext cx="119063" cy="746125"/>
          </a:xfrm>
          <a:prstGeom prst="upArrow">
            <a:avLst/>
          </a:prstGeom>
          <a:solidFill>
            <a:srgbClr val="C0504D"/>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AU"/>
          </a:p>
        </p:txBody>
      </p:sp>
      <p:sp>
        <p:nvSpPr>
          <p:cNvPr id="13" name="Up Arrow 12"/>
          <p:cNvSpPr/>
          <p:nvPr/>
        </p:nvSpPr>
        <p:spPr>
          <a:xfrm flipH="1">
            <a:off x="4300538" y="5926138"/>
            <a:ext cx="169862" cy="322262"/>
          </a:xfrm>
          <a:prstGeom prst="upArrow">
            <a:avLst/>
          </a:prstGeom>
          <a:solidFill>
            <a:srgbClr val="C0504D"/>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AU"/>
          </a:p>
        </p:txBody>
      </p:sp>
      <p:sp>
        <p:nvSpPr>
          <p:cNvPr id="14" name="Right Arrow 13"/>
          <p:cNvSpPr/>
          <p:nvPr/>
        </p:nvSpPr>
        <p:spPr>
          <a:xfrm>
            <a:off x="1787525" y="1897063"/>
            <a:ext cx="385763" cy="179387"/>
          </a:xfrm>
          <a:prstGeom prst="rightArrow">
            <a:avLst/>
          </a:prstGeom>
          <a:solidFill>
            <a:schemeClr val="accent6"/>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AU"/>
          </a:p>
        </p:txBody>
      </p:sp>
      <p:sp>
        <p:nvSpPr>
          <p:cNvPr id="16" name="Right Arrow 15"/>
          <p:cNvSpPr/>
          <p:nvPr/>
        </p:nvSpPr>
        <p:spPr>
          <a:xfrm rot="2340250" flipV="1">
            <a:off x="703263" y="2900363"/>
            <a:ext cx="836612" cy="182562"/>
          </a:xfrm>
          <a:prstGeom prst="rightArrow">
            <a:avLst/>
          </a:prstGeom>
          <a:solidFill>
            <a:schemeClr val="accent6"/>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AU"/>
          </a:p>
        </p:txBody>
      </p:sp>
    </p:spTree>
    <p:extLst>
      <p:ext uri="{BB962C8B-B14F-4D97-AF65-F5344CB8AC3E}">
        <p14:creationId xmlns:p14="http://schemas.microsoft.com/office/powerpoint/2010/main" val="3284641210"/>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p:txBody>
          <a:bodyPr/>
          <a:lstStyle/>
          <a:p>
            <a:pPr eaLnBrk="1" hangingPunct="1"/>
            <a:r>
              <a:rPr lang="en-US">
                <a:latin typeface="Calibri" charset="0"/>
                <a:ea typeface="ＭＳ Ｐゴシック" charset="0"/>
                <a:cs typeface="ＭＳ Ｐゴシック" charset="0"/>
              </a:rPr>
              <a:t>Restorative Values</a:t>
            </a:r>
          </a:p>
        </p:txBody>
      </p:sp>
      <p:sp>
        <p:nvSpPr>
          <p:cNvPr id="66562" name="Rectangle 3"/>
          <p:cNvSpPr>
            <a:spLocks noGrp="1" noChangeArrowheads="1"/>
          </p:cNvSpPr>
          <p:nvPr>
            <p:ph idx="1"/>
          </p:nvPr>
        </p:nvSpPr>
        <p:spPr/>
        <p:txBody>
          <a:bodyPr/>
          <a:lstStyle/>
          <a:p>
            <a:pPr eaLnBrk="1" hangingPunct="1">
              <a:lnSpc>
                <a:spcPct val="90000"/>
              </a:lnSpc>
            </a:pPr>
            <a:r>
              <a:rPr lang="en-US" sz="2800">
                <a:latin typeface="Calibri" charset="0"/>
                <a:ea typeface="ＭＳ Ｐゴシック" charset="0"/>
                <a:cs typeface="ＭＳ Ｐゴシック" charset="0"/>
              </a:rPr>
              <a:t> participation</a:t>
            </a:r>
          </a:p>
          <a:p>
            <a:pPr eaLnBrk="1" hangingPunct="1">
              <a:lnSpc>
                <a:spcPct val="90000"/>
              </a:lnSpc>
            </a:pPr>
            <a:r>
              <a:rPr lang="en-US" sz="2800">
                <a:latin typeface="Calibri" charset="0"/>
                <a:ea typeface="ＭＳ Ｐゴシック" charset="0"/>
                <a:cs typeface="ＭＳ Ｐゴシック" charset="0"/>
              </a:rPr>
              <a:t> respect</a:t>
            </a:r>
          </a:p>
          <a:p>
            <a:pPr eaLnBrk="1" hangingPunct="1">
              <a:lnSpc>
                <a:spcPct val="90000"/>
              </a:lnSpc>
            </a:pPr>
            <a:r>
              <a:rPr lang="en-US" sz="2800">
                <a:latin typeface="Calibri" charset="0"/>
                <a:ea typeface="ＭＳ Ｐゴシック" charset="0"/>
                <a:cs typeface="ＭＳ Ｐゴシック" charset="0"/>
              </a:rPr>
              <a:t> honesty</a:t>
            </a:r>
          </a:p>
          <a:p>
            <a:pPr eaLnBrk="1" hangingPunct="1">
              <a:lnSpc>
                <a:spcPct val="90000"/>
              </a:lnSpc>
            </a:pPr>
            <a:r>
              <a:rPr lang="en-US" sz="2800">
                <a:latin typeface="Calibri" charset="0"/>
                <a:ea typeface="ＭＳ Ｐゴシック" charset="0"/>
                <a:cs typeface="ＭＳ Ｐゴシック" charset="0"/>
              </a:rPr>
              <a:t> humility</a:t>
            </a:r>
          </a:p>
          <a:p>
            <a:pPr eaLnBrk="1" hangingPunct="1">
              <a:lnSpc>
                <a:spcPct val="90000"/>
              </a:lnSpc>
            </a:pPr>
            <a:r>
              <a:rPr lang="en-US" sz="2800">
                <a:latin typeface="Calibri" charset="0"/>
                <a:ea typeface="ＭＳ Ｐゴシック" charset="0"/>
                <a:cs typeface="ＭＳ Ｐゴシック" charset="0"/>
              </a:rPr>
              <a:t> interconnectedness</a:t>
            </a:r>
          </a:p>
          <a:p>
            <a:pPr eaLnBrk="1" hangingPunct="1">
              <a:lnSpc>
                <a:spcPct val="90000"/>
              </a:lnSpc>
            </a:pPr>
            <a:r>
              <a:rPr lang="en-US" sz="2800">
                <a:latin typeface="Calibri" charset="0"/>
                <a:ea typeface="ＭＳ Ｐゴシック" charset="0"/>
                <a:cs typeface="ＭＳ Ｐゴシック" charset="0"/>
              </a:rPr>
              <a:t> accountability</a:t>
            </a:r>
          </a:p>
          <a:p>
            <a:pPr eaLnBrk="1" hangingPunct="1">
              <a:lnSpc>
                <a:spcPct val="90000"/>
              </a:lnSpc>
            </a:pPr>
            <a:r>
              <a:rPr lang="en-US" sz="2800">
                <a:latin typeface="Calibri" charset="0"/>
                <a:ea typeface="ＭＳ Ｐゴシック" charset="0"/>
                <a:cs typeface="ＭＳ Ｐゴシック" charset="0"/>
              </a:rPr>
              <a:t> empowerment</a:t>
            </a:r>
          </a:p>
          <a:p>
            <a:pPr eaLnBrk="1" hangingPunct="1">
              <a:lnSpc>
                <a:spcPct val="90000"/>
              </a:lnSpc>
            </a:pPr>
            <a:r>
              <a:rPr lang="en-US" sz="2800">
                <a:latin typeface="Calibri" charset="0"/>
                <a:ea typeface="ＭＳ Ｐゴシック" charset="0"/>
                <a:cs typeface="ＭＳ Ｐゴシック" charset="0"/>
              </a:rPr>
              <a:t> hope</a:t>
            </a:r>
          </a:p>
          <a:p>
            <a:pPr eaLnBrk="1" hangingPunct="1">
              <a:lnSpc>
                <a:spcPct val="90000"/>
              </a:lnSpc>
            </a:pPr>
            <a:endParaRPr lang="en-US" sz="2800">
              <a:latin typeface="Calibri" charset="0"/>
              <a:ea typeface="ＭＳ Ｐゴシック" charset="0"/>
              <a:cs typeface="ＭＳ Ｐゴシック" charset="0"/>
            </a:endParaRPr>
          </a:p>
          <a:p>
            <a:pPr eaLnBrk="1" hangingPunct="1">
              <a:lnSpc>
                <a:spcPct val="90000"/>
              </a:lnSpc>
            </a:pPr>
            <a:endParaRPr lang="en-US" sz="2800">
              <a:latin typeface="Calibri" charset="0"/>
              <a:ea typeface="ＭＳ Ｐゴシック" charset="0"/>
              <a:cs typeface="ＭＳ Ｐゴシック" charset="0"/>
            </a:endParaRPr>
          </a:p>
          <a:p>
            <a:pPr eaLnBrk="1" hangingPunct="1">
              <a:lnSpc>
                <a:spcPct val="90000"/>
              </a:lnSpc>
              <a:buFontTx/>
              <a:buNone/>
            </a:pPr>
            <a:endParaRPr lang="en-US" sz="2800">
              <a:latin typeface="Calibri" charset="0"/>
              <a:ea typeface="ＭＳ Ｐゴシック" charset="0"/>
              <a:cs typeface="ＭＳ Ｐゴシック" charset="0"/>
            </a:endParaRPr>
          </a:p>
        </p:txBody>
      </p:sp>
      <p:sp>
        <p:nvSpPr>
          <p:cNvPr id="66563" name="Text Box 4"/>
          <p:cNvSpPr txBox="1">
            <a:spLocks noChangeArrowheads="1"/>
          </p:cNvSpPr>
          <p:nvPr/>
        </p:nvSpPr>
        <p:spPr bwMode="auto">
          <a:xfrm>
            <a:off x="5181600" y="5797550"/>
            <a:ext cx="2994025"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charset="0"/>
                <a:ea typeface="ＭＳ Ｐゴシック" charset="0"/>
                <a:cs typeface="ＭＳ Ｐゴシック" charset="0"/>
              </a:defRPr>
            </a:lvl1pPr>
            <a:lvl2pPr marL="742950" indent="-285750">
              <a:defRPr sz="2800">
                <a:solidFill>
                  <a:schemeClr val="tx1"/>
                </a:solidFill>
                <a:latin typeface="Times" charset="0"/>
                <a:ea typeface="ＭＳ Ｐゴシック" charset="0"/>
              </a:defRPr>
            </a:lvl2pPr>
            <a:lvl3pPr marL="1143000" indent="-228600">
              <a:defRPr sz="2800">
                <a:solidFill>
                  <a:schemeClr val="tx1"/>
                </a:solidFill>
                <a:latin typeface="Times" charset="0"/>
                <a:ea typeface="ＭＳ Ｐゴシック" charset="0"/>
              </a:defRPr>
            </a:lvl3pPr>
            <a:lvl4pPr marL="1600200" indent="-228600">
              <a:defRPr sz="2800">
                <a:solidFill>
                  <a:schemeClr val="tx1"/>
                </a:solidFill>
                <a:latin typeface="Times" charset="0"/>
                <a:ea typeface="ＭＳ Ｐゴシック" charset="0"/>
              </a:defRPr>
            </a:lvl4pPr>
            <a:lvl5pPr marL="2057400" indent="-228600">
              <a:defRPr sz="2800">
                <a:solidFill>
                  <a:schemeClr val="tx1"/>
                </a:solidFill>
                <a:latin typeface="Times" charset="0"/>
                <a:ea typeface="ＭＳ Ｐゴシック" charset="0"/>
              </a:defRPr>
            </a:lvl5pPr>
            <a:lvl6pPr marL="2514600" indent="-228600" eaLnBrk="0" fontAlgn="base" hangingPunct="0">
              <a:spcBef>
                <a:spcPct val="0"/>
              </a:spcBef>
              <a:spcAft>
                <a:spcPct val="0"/>
              </a:spcAft>
              <a:defRPr sz="2800">
                <a:solidFill>
                  <a:schemeClr val="tx1"/>
                </a:solidFill>
                <a:latin typeface="Times" charset="0"/>
                <a:ea typeface="ＭＳ Ｐゴシック" charset="0"/>
              </a:defRPr>
            </a:lvl6pPr>
            <a:lvl7pPr marL="2971800" indent="-228600" eaLnBrk="0" fontAlgn="base" hangingPunct="0">
              <a:spcBef>
                <a:spcPct val="0"/>
              </a:spcBef>
              <a:spcAft>
                <a:spcPct val="0"/>
              </a:spcAft>
              <a:defRPr sz="2800">
                <a:solidFill>
                  <a:schemeClr val="tx1"/>
                </a:solidFill>
                <a:latin typeface="Times" charset="0"/>
                <a:ea typeface="ＭＳ Ｐゴシック" charset="0"/>
              </a:defRPr>
            </a:lvl7pPr>
            <a:lvl8pPr marL="3429000" indent="-228600" eaLnBrk="0" fontAlgn="base" hangingPunct="0">
              <a:spcBef>
                <a:spcPct val="0"/>
              </a:spcBef>
              <a:spcAft>
                <a:spcPct val="0"/>
              </a:spcAft>
              <a:defRPr sz="2800">
                <a:solidFill>
                  <a:schemeClr val="tx1"/>
                </a:solidFill>
                <a:latin typeface="Times" charset="0"/>
                <a:ea typeface="ＭＳ Ｐゴシック" charset="0"/>
              </a:defRPr>
            </a:lvl8pPr>
            <a:lvl9pPr marL="3886200" indent="-228600" eaLnBrk="0" fontAlgn="base" hangingPunct="0">
              <a:spcBef>
                <a:spcPct val="0"/>
              </a:spcBef>
              <a:spcAft>
                <a:spcPct val="0"/>
              </a:spcAft>
              <a:defRPr sz="2800">
                <a:solidFill>
                  <a:schemeClr val="tx1"/>
                </a:solidFill>
                <a:latin typeface="Times" charset="0"/>
                <a:ea typeface="ＭＳ Ｐゴシック" charset="0"/>
              </a:defRPr>
            </a:lvl9pPr>
          </a:lstStyle>
          <a:p>
            <a:r>
              <a:rPr lang="en-US" sz="1400">
                <a:latin typeface="Verdana" charset="0"/>
                <a:ea typeface="MS Pゴシック" charset="0"/>
                <a:cs typeface="MS Pゴシック" charset="0"/>
              </a:rPr>
              <a:t>Boyack, Bowen, Marshall, 2004</a:t>
            </a:r>
          </a:p>
          <a:p>
            <a:endParaRPr lang="en-US">
              <a:ea typeface="MS Pゴシック" charset="0"/>
              <a:cs typeface="MS Pゴシック" charset="0"/>
            </a:endParaRPr>
          </a:p>
        </p:txBody>
      </p:sp>
      <p:sp>
        <p:nvSpPr>
          <p:cNvPr id="66564" name="Slide Number Placeholder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charset="0"/>
                <a:ea typeface="ＭＳ Ｐゴシック" charset="0"/>
                <a:cs typeface="ＭＳ Ｐゴシック" charset="0"/>
              </a:defRPr>
            </a:lvl1pPr>
            <a:lvl2pPr marL="742950" indent="-285750">
              <a:defRPr sz="2800">
                <a:solidFill>
                  <a:schemeClr val="tx1"/>
                </a:solidFill>
                <a:latin typeface="Times" charset="0"/>
                <a:ea typeface="ＭＳ Ｐゴシック" charset="0"/>
              </a:defRPr>
            </a:lvl2pPr>
            <a:lvl3pPr marL="1143000" indent="-228600">
              <a:defRPr sz="2800">
                <a:solidFill>
                  <a:schemeClr val="tx1"/>
                </a:solidFill>
                <a:latin typeface="Times" charset="0"/>
                <a:ea typeface="ＭＳ Ｐゴシック" charset="0"/>
              </a:defRPr>
            </a:lvl3pPr>
            <a:lvl4pPr marL="1600200" indent="-228600">
              <a:defRPr sz="2800">
                <a:solidFill>
                  <a:schemeClr val="tx1"/>
                </a:solidFill>
                <a:latin typeface="Times" charset="0"/>
                <a:ea typeface="ＭＳ Ｐゴシック" charset="0"/>
              </a:defRPr>
            </a:lvl4pPr>
            <a:lvl5pPr marL="2057400" indent="-228600">
              <a:defRPr sz="2800">
                <a:solidFill>
                  <a:schemeClr val="tx1"/>
                </a:solidFill>
                <a:latin typeface="Times" charset="0"/>
                <a:ea typeface="ＭＳ Ｐゴシック" charset="0"/>
              </a:defRPr>
            </a:lvl5pPr>
            <a:lvl6pPr marL="2514600" indent="-228600" eaLnBrk="0" fontAlgn="base" hangingPunct="0">
              <a:spcBef>
                <a:spcPct val="0"/>
              </a:spcBef>
              <a:spcAft>
                <a:spcPct val="0"/>
              </a:spcAft>
              <a:defRPr sz="2800">
                <a:solidFill>
                  <a:schemeClr val="tx1"/>
                </a:solidFill>
                <a:latin typeface="Times" charset="0"/>
                <a:ea typeface="ＭＳ Ｐゴシック" charset="0"/>
              </a:defRPr>
            </a:lvl6pPr>
            <a:lvl7pPr marL="2971800" indent="-228600" eaLnBrk="0" fontAlgn="base" hangingPunct="0">
              <a:spcBef>
                <a:spcPct val="0"/>
              </a:spcBef>
              <a:spcAft>
                <a:spcPct val="0"/>
              </a:spcAft>
              <a:defRPr sz="2800">
                <a:solidFill>
                  <a:schemeClr val="tx1"/>
                </a:solidFill>
                <a:latin typeface="Times" charset="0"/>
                <a:ea typeface="ＭＳ Ｐゴシック" charset="0"/>
              </a:defRPr>
            </a:lvl7pPr>
            <a:lvl8pPr marL="3429000" indent="-228600" eaLnBrk="0" fontAlgn="base" hangingPunct="0">
              <a:spcBef>
                <a:spcPct val="0"/>
              </a:spcBef>
              <a:spcAft>
                <a:spcPct val="0"/>
              </a:spcAft>
              <a:defRPr sz="2800">
                <a:solidFill>
                  <a:schemeClr val="tx1"/>
                </a:solidFill>
                <a:latin typeface="Times" charset="0"/>
                <a:ea typeface="ＭＳ Ｐゴシック" charset="0"/>
              </a:defRPr>
            </a:lvl8pPr>
            <a:lvl9pPr marL="3886200" indent="-228600" eaLnBrk="0" fontAlgn="base" hangingPunct="0">
              <a:spcBef>
                <a:spcPct val="0"/>
              </a:spcBef>
              <a:spcAft>
                <a:spcPct val="0"/>
              </a:spcAft>
              <a:defRPr sz="2800">
                <a:solidFill>
                  <a:schemeClr val="tx1"/>
                </a:solidFill>
                <a:latin typeface="Times" charset="0"/>
                <a:ea typeface="ＭＳ Ｐゴシック" charset="0"/>
              </a:defRPr>
            </a:lvl9pPr>
          </a:lstStyle>
          <a:p>
            <a:fld id="{40F39733-964F-0349-9B20-3776F1DBBC8A}" type="slidenum">
              <a:rPr lang="en-US" sz="1200">
                <a:solidFill>
                  <a:srgbClr val="898989"/>
                </a:solidFill>
              </a:rPr>
              <a:pPr/>
              <a:t>2</a:t>
            </a:fld>
            <a:endParaRPr lang="en-US" sz="1200">
              <a:solidFill>
                <a:srgbClr val="898989"/>
              </a:solidFill>
            </a:endParaRPr>
          </a:p>
        </p:txBody>
      </p:sp>
      <p:sp>
        <p:nvSpPr>
          <p:cNvPr id="66565" name="Footer Placeholder 7"/>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Times" charset="0"/>
                <a:ea typeface="ＭＳ Ｐゴシック" charset="0"/>
                <a:cs typeface="ＭＳ Ｐゴシック" charset="0"/>
              </a:defRPr>
            </a:lvl1pPr>
            <a:lvl2pPr marL="742950" indent="-285750">
              <a:defRPr sz="2800">
                <a:solidFill>
                  <a:schemeClr val="tx1"/>
                </a:solidFill>
                <a:latin typeface="Times" charset="0"/>
                <a:ea typeface="ＭＳ Ｐゴシック" charset="0"/>
              </a:defRPr>
            </a:lvl2pPr>
            <a:lvl3pPr marL="1143000" indent="-228600">
              <a:defRPr sz="2800">
                <a:solidFill>
                  <a:schemeClr val="tx1"/>
                </a:solidFill>
                <a:latin typeface="Times" charset="0"/>
                <a:ea typeface="ＭＳ Ｐゴシック" charset="0"/>
              </a:defRPr>
            </a:lvl3pPr>
            <a:lvl4pPr marL="1600200" indent="-228600">
              <a:defRPr sz="2800">
                <a:solidFill>
                  <a:schemeClr val="tx1"/>
                </a:solidFill>
                <a:latin typeface="Times" charset="0"/>
                <a:ea typeface="ＭＳ Ｐゴシック" charset="0"/>
              </a:defRPr>
            </a:lvl4pPr>
            <a:lvl5pPr marL="2057400" indent="-228600">
              <a:defRPr sz="2800">
                <a:solidFill>
                  <a:schemeClr val="tx1"/>
                </a:solidFill>
                <a:latin typeface="Times" charset="0"/>
                <a:ea typeface="ＭＳ Ｐゴシック" charset="0"/>
              </a:defRPr>
            </a:lvl5pPr>
            <a:lvl6pPr marL="2514600" indent="-228600" eaLnBrk="0" fontAlgn="base" hangingPunct="0">
              <a:spcBef>
                <a:spcPct val="0"/>
              </a:spcBef>
              <a:spcAft>
                <a:spcPct val="0"/>
              </a:spcAft>
              <a:defRPr sz="2800">
                <a:solidFill>
                  <a:schemeClr val="tx1"/>
                </a:solidFill>
                <a:latin typeface="Times" charset="0"/>
                <a:ea typeface="ＭＳ Ｐゴシック" charset="0"/>
              </a:defRPr>
            </a:lvl6pPr>
            <a:lvl7pPr marL="2971800" indent="-228600" eaLnBrk="0" fontAlgn="base" hangingPunct="0">
              <a:spcBef>
                <a:spcPct val="0"/>
              </a:spcBef>
              <a:spcAft>
                <a:spcPct val="0"/>
              </a:spcAft>
              <a:defRPr sz="2800">
                <a:solidFill>
                  <a:schemeClr val="tx1"/>
                </a:solidFill>
                <a:latin typeface="Times" charset="0"/>
                <a:ea typeface="ＭＳ Ｐゴシック" charset="0"/>
              </a:defRPr>
            </a:lvl7pPr>
            <a:lvl8pPr marL="3429000" indent="-228600" eaLnBrk="0" fontAlgn="base" hangingPunct="0">
              <a:spcBef>
                <a:spcPct val="0"/>
              </a:spcBef>
              <a:spcAft>
                <a:spcPct val="0"/>
              </a:spcAft>
              <a:defRPr sz="2800">
                <a:solidFill>
                  <a:schemeClr val="tx1"/>
                </a:solidFill>
                <a:latin typeface="Times" charset="0"/>
                <a:ea typeface="ＭＳ Ｐゴシック" charset="0"/>
              </a:defRPr>
            </a:lvl8pPr>
            <a:lvl9pPr marL="3886200" indent="-228600" eaLnBrk="0" fontAlgn="base" hangingPunct="0">
              <a:spcBef>
                <a:spcPct val="0"/>
              </a:spcBef>
              <a:spcAft>
                <a:spcPct val="0"/>
              </a:spcAft>
              <a:defRPr sz="2800">
                <a:solidFill>
                  <a:schemeClr val="tx1"/>
                </a:solidFill>
                <a:latin typeface="Times" charset="0"/>
                <a:ea typeface="ＭＳ Ｐゴシック" charset="0"/>
              </a:defRPr>
            </a:lvl9pPr>
          </a:lstStyle>
          <a:p>
            <a:r>
              <a:rPr lang="en-US" sz="1200">
                <a:solidFill>
                  <a:srgbClr val="898989"/>
                </a:solidFill>
              </a:rPr>
              <a:t>© Margaret Thorsborne &amp; Associates 2012</a:t>
            </a:r>
          </a:p>
        </p:txBody>
      </p:sp>
    </p:spTree>
    <p:extLst>
      <p:ext uri="{BB962C8B-B14F-4D97-AF65-F5344CB8AC3E}">
        <p14:creationId xmlns:p14="http://schemas.microsoft.com/office/powerpoint/2010/main" val="3967427751"/>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a:cxnSpLocks noChangeShapeType="1"/>
          </p:cNvCxnSpPr>
          <p:nvPr/>
        </p:nvCxnSpPr>
        <p:spPr bwMode="auto">
          <a:xfrm>
            <a:off x="633413" y="3135313"/>
            <a:ext cx="2570162" cy="30162"/>
          </a:xfrm>
          <a:prstGeom prst="line">
            <a:avLst/>
          </a:prstGeom>
          <a:noFill/>
          <a:ln w="25400" algn="ctr">
            <a:solidFill>
              <a:srgbClr val="008000"/>
            </a:solidFill>
            <a:round/>
            <a:headEnd/>
            <a:tailEnd/>
          </a:ln>
        </p:spPr>
      </p:cxnSp>
      <p:sp>
        <p:nvSpPr>
          <p:cNvPr id="25605" name="TextBox 7"/>
          <p:cNvSpPr txBox="1">
            <a:spLocks noChangeArrowheads="1"/>
          </p:cNvSpPr>
          <p:nvPr/>
        </p:nvSpPr>
        <p:spPr bwMode="auto">
          <a:xfrm>
            <a:off x="3698875" y="989013"/>
            <a:ext cx="1470025" cy="338137"/>
          </a:xfrm>
          <a:prstGeom prst="rect">
            <a:avLst/>
          </a:prstGeom>
          <a:noFill/>
          <a:ln w="19050">
            <a:noFill/>
            <a:miter lim="800000"/>
            <a:headEnd/>
            <a:tailEnd/>
          </a:ln>
        </p:spPr>
        <p:txBody>
          <a:bodyPr>
            <a:spAutoFit/>
          </a:bodyPr>
          <a:lstStyle/>
          <a:p>
            <a:r>
              <a:rPr lang="en-US" sz="1600">
                <a:solidFill>
                  <a:schemeClr val="tx1"/>
                </a:solidFill>
              </a:rPr>
              <a:t>   Strategy</a:t>
            </a:r>
          </a:p>
        </p:txBody>
      </p:sp>
      <p:sp>
        <p:nvSpPr>
          <p:cNvPr id="25607" name="TextBox 12"/>
          <p:cNvSpPr txBox="1">
            <a:spLocks noChangeArrowheads="1"/>
          </p:cNvSpPr>
          <p:nvPr/>
        </p:nvSpPr>
        <p:spPr bwMode="auto">
          <a:xfrm>
            <a:off x="4760913" y="1577975"/>
            <a:ext cx="1301750" cy="825500"/>
          </a:xfrm>
          <a:prstGeom prst="rect">
            <a:avLst/>
          </a:prstGeom>
          <a:noFill/>
          <a:ln w="19050">
            <a:noFill/>
            <a:miter lim="800000"/>
            <a:headEnd/>
            <a:tailEnd/>
          </a:ln>
        </p:spPr>
        <p:txBody>
          <a:bodyPr wrap="none">
            <a:spAutoFit/>
          </a:bodyPr>
          <a:lstStyle/>
          <a:p>
            <a:r>
              <a:rPr lang="en-US" sz="1600">
                <a:solidFill>
                  <a:schemeClr val="tx1"/>
                </a:solidFill>
              </a:rPr>
              <a:t>RP Systems</a:t>
            </a:r>
          </a:p>
          <a:p>
            <a:r>
              <a:rPr lang="en-US" sz="1600">
                <a:solidFill>
                  <a:schemeClr val="tx1"/>
                </a:solidFill>
              </a:rPr>
              <a:t>Processes</a:t>
            </a:r>
          </a:p>
          <a:p>
            <a:r>
              <a:rPr lang="en-US" sz="1600">
                <a:solidFill>
                  <a:schemeClr val="tx1"/>
                </a:solidFill>
              </a:rPr>
              <a:t>Skills</a:t>
            </a:r>
          </a:p>
        </p:txBody>
      </p:sp>
      <p:sp>
        <p:nvSpPr>
          <p:cNvPr id="25608" name="TextBox 10"/>
          <p:cNvSpPr txBox="1">
            <a:spLocks noChangeArrowheads="1"/>
          </p:cNvSpPr>
          <p:nvPr/>
        </p:nvSpPr>
        <p:spPr bwMode="auto">
          <a:xfrm>
            <a:off x="2954338" y="1471613"/>
            <a:ext cx="1222375" cy="825500"/>
          </a:xfrm>
          <a:prstGeom prst="rect">
            <a:avLst/>
          </a:prstGeom>
          <a:noFill/>
          <a:ln w="19050">
            <a:noFill/>
            <a:miter lim="800000"/>
            <a:headEnd/>
            <a:tailEnd/>
          </a:ln>
        </p:spPr>
        <p:txBody>
          <a:bodyPr wrap="none">
            <a:spAutoFit/>
          </a:bodyPr>
          <a:lstStyle/>
          <a:p>
            <a:r>
              <a:rPr lang="en-US" sz="1600">
                <a:solidFill>
                  <a:schemeClr val="tx1"/>
                </a:solidFill>
              </a:rPr>
              <a:t>Policies</a:t>
            </a:r>
          </a:p>
          <a:p>
            <a:r>
              <a:rPr lang="en-US" sz="1600">
                <a:solidFill>
                  <a:schemeClr val="tx1"/>
                </a:solidFill>
              </a:rPr>
              <a:t>&amp;</a:t>
            </a:r>
          </a:p>
          <a:p>
            <a:r>
              <a:rPr lang="en-US" sz="1600">
                <a:solidFill>
                  <a:schemeClr val="tx1"/>
                </a:solidFill>
              </a:rPr>
              <a:t>Procedures</a:t>
            </a:r>
          </a:p>
        </p:txBody>
      </p:sp>
      <p:sp>
        <p:nvSpPr>
          <p:cNvPr id="25609" name="TextBox 13"/>
          <p:cNvSpPr txBox="1">
            <a:spLocks noChangeArrowheads="1"/>
          </p:cNvSpPr>
          <p:nvPr/>
        </p:nvSpPr>
        <p:spPr bwMode="auto">
          <a:xfrm>
            <a:off x="633413" y="2759075"/>
            <a:ext cx="2589212" cy="641350"/>
          </a:xfrm>
          <a:prstGeom prst="rect">
            <a:avLst/>
          </a:prstGeom>
          <a:noFill/>
          <a:ln w="9525">
            <a:noFill/>
            <a:miter lim="800000"/>
            <a:headEnd/>
            <a:tailEnd/>
          </a:ln>
        </p:spPr>
        <p:txBody>
          <a:bodyPr>
            <a:spAutoFit/>
          </a:bodyPr>
          <a:lstStyle/>
          <a:p>
            <a:pPr algn="l"/>
            <a:r>
              <a:rPr lang="en-US" sz="1600">
                <a:solidFill>
                  <a:schemeClr val="tx1"/>
                </a:solidFill>
              </a:rPr>
              <a:t>Management – execution</a:t>
            </a:r>
            <a:r>
              <a:rPr lang="en-US">
                <a:solidFill>
                  <a:schemeClr val="tx1"/>
                </a:solidFill>
              </a:rPr>
              <a:t>			</a:t>
            </a:r>
          </a:p>
        </p:txBody>
      </p:sp>
      <p:sp>
        <p:nvSpPr>
          <p:cNvPr id="25610" name="TextBox 14"/>
          <p:cNvSpPr txBox="1">
            <a:spLocks noChangeArrowheads="1"/>
          </p:cNvSpPr>
          <p:nvPr/>
        </p:nvSpPr>
        <p:spPr bwMode="auto">
          <a:xfrm>
            <a:off x="6300788" y="2759075"/>
            <a:ext cx="1516062" cy="336550"/>
          </a:xfrm>
          <a:prstGeom prst="rect">
            <a:avLst/>
          </a:prstGeom>
          <a:noFill/>
          <a:ln w="9525">
            <a:noFill/>
            <a:miter lim="800000"/>
            <a:headEnd/>
            <a:tailEnd/>
          </a:ln>
        </p:spPr>
        <p:txBody>
          <a:bodyPr wrap="none">
            <a:spAutoFit/>
          </a:bodyPr>
          <a:lstStyle/>
          <a:p>
            <a:pPr algn="l"/>
            <a:r>
              <a:rPr lang="en-US" sz="1600">
                <a:solidFill>
                  <a:schemeClr val="tx1"/>
                </a:solidFill>
              </a:rPr>
              <a:t>Head - rational</a:t>
            </a:r>
          </a:p>
        </p:txBody>
      </p:sp>
      <p:sp>
        <p:nvSpPr>
          <p:cNvPr id="25611" name="TextBox 15"/>
          <p:cNvSpPr txBox="1">
            <a:spLocks noChangeArrowheads="1"/>
          </p:cNvSpPr>
          <p:nvPr/>
        </p:nvSpPr>
        <p:spPr bwMode="auto">
          <a:xfrm>
            <a:off x="633413" y="3140075"/>
            <a:ext cx="2181225" cy="336550"/>
          </a:xfrm>
          <a:prstGeom prst="rect">
            <a:avLst/>
          </a:prstGeom>
          <a:noFill/>
          <a:ln w="9525">
            <a:noFill/>
            <a:miter lim="800000"/>
            <a:headEnd/>
            <a:tailEnd/>
          </a:ln>
        </p:spPr>
        <p:txBody>
          <a:bodyPr wrap="none">
            <a:spAutoFit/>
          </a:bodyPr>
          <a:lstStyle/>
          <a:p>
            <a:pPr algn="l"/>
            <a:r>
              <a:rPr lang="en-US" sz="1600">
                <a:solidFill>
                  <a:schemeClr val="tx1"/>
                </a:solidFill>
              </a:rPr>
              <a:t>Leadership - influence</a:t>
            </a:r>
          </a:p>
        </p:txBody>
      </p:sp>
      <p:sp>
        <p:nvSpPr>
          <p:cNvPr id="25612" name="TextBox 16"/>
          <p:cNvSpPr txBox="1">
            <a:spLocks noChangeArrowheads="1"/>
          </p:cNvSpPr>
          <p:nvPr/>
        </p:nvSpPr>
        <p:spPr bwMode="auto">
          <a:xfrm>
            <a:off x="6246813" y="3149600"/>
            <a:ext cx="1743075" cy="336550"/>
          </a:xfrm>
          <a:prstGeom prst="rect">
            <a:avLst/>
          </a:prstGeom>
          <a:noFill/>
          <a:ln w="9525">
            <a:noFill/>
            <a:miter lim="800000"/>
            <a:headEnd/>
            <a:tailEnd/>
          </a:ln>
        </p:spPr>
        <p:txBody>
          <a:bodyPr wrap="none">
            <a:spAutoFit/>
          </a:bodyPr>
          <a:lstStyle/>
          <a:p>
            <a:pPr algn="l"/>
            <a:r>
              <a:rPr lang="en-US" sz="1600">
                <a:solidFill>
                  <a:schemeClr val="tx1"/>
                </a:solidFill>
              </a:rPr>
              <a:t>Heart - emotional</a:t>
            </a:r>
          </a:p>
        </p:txBody>
      </p:sp>
      <p:sp>
        <p:nvSpPr>
          <p:cNvPr id="25616" name="TextBox 20"/>
          <p:cNvSpPr txBox="1">
            <a:spLocks noChangeArrowheads="1"/>
          </p:cNvSpPr>
          <p:nvPr/>
        </p:nvSpPr>
        <p:spPr bwMode="auto">
          <a:xfrm>
            <a:off x="4105275" y="4924425"/>
            <a:ext cx="839788" cy="581025"/>
          </a:xfrm>
          <a:prstGeom prst="rect">
            <a:avLst/>
          </a:prstGeom>
          <a:noFill/>
          <a:ln w="19050">
            <a:noFill/>
            <a:miter lim="800000"/>
            <a:headEnd/>
            <a:tailEnd/>
          </a:ln>
        </p:spPr>
        <p:txBody>
          <a:bodyPr wrap="none">
            <a:spAutoFit/>
          </a:bodyPr>
          <a:lstStyle/>
          <a:p>
            <a:r>
              <a:rPr lang="en-US" sz="1600">
                <a:solidFill>
                  <a:schemeClr val="tx1"/>
                </a:solidFill>
              </a:rPr>
              <a:t>Identity</a:t>
            </a:r>
          </a:p>
          <a:p>
            <a:r>
              <a:rPr lang="en-US" sz="1600">
                <a:solidFill>
                  <a:schemeClr val="tx1"/>
                </a:solidFill>
              </a:rPr>
              <a:t>Beliefs</a:t>
            </a:r>
          </a:p>
        </p:txBody>
      </p:sp>
      <p:sp>
        <p:nvSpPr>
          <p:cNvPr id="25617" name="TextBox 21"/>
          <p:cNvSpPr txBox="1">
            <a:spLocks noChangeArrowheads="1"/>
          </p:cNvSpPr>
          <p:nvPr/>
        </p:nvSpPr>
        <p:spPr bwMode="auto">
          <a:xfrm>
            <a:off x="2905125" y="4129088"/>
            <a:ext cx="1457325" cy="581025"/>
          </a:xfrm>
          <a:prstGeom prst="rect">
            <a:avLst/>
          </a:prstGeom>
          <a:noFill/>
          <a:ln w="19050">
            <a:noFill/>
            <a:miter lim="800000"/>
            <a:headEnd/>
            <a:tailEnd/>
          </a:ln>
        </p:spPr>
        <p:txBody>
          <a:bodyPr wrap="none">
            <a:spAutoFit/>
          </a:bodyPr>
          <a:lstStyle/>
          <a:p>
            <a:r>
              <a:rPr lang="en-US" sz="1600">
                <a:solidFill>
                  <a:schemeClr val="tx1"/>
                </a:solidFill>
              </a:rPr>
              <a:t>Relationships </a:t>
            </a:r>
          </a:p>
          <a:p>
            <a:r>
              <a:rPr lang="en-US" sz="1600">
                <a:solidFill>
                  <a:schemeClr val="tx1"/>
                </a:solidFill>
              </a:rPr>
              <a:t>Connections</a:t>
            </a:r>
          </a:p>
        </p:txBody>
      </p:sp>
      <p:sp>
        <p:nvSpPr>
          <p:cNvPr id="25618" name="TextBox 22"/>
          <p:cNvSpPr txBox="1">
            <a:spLocks noChangeArrowheads="1"/>
          </p:cNvSpPr>
          <p:nvPr/>
        </p:nvSpPr>
        <p:spPr bwMode="auto">
          <a:xfrm>
            <a:off x="4667250" y="4156075"/>
            <a:ext cx="1708150" cy="581025"/>
          </a:xfrm>
          <a:prstGeom prst="rect">
            <a:avLst/>
          </a:prstGeom>
          <a:noFill/>
          <a:ln w="19050">
            <a:noFill/>
            <a:miter lim="800000"/>
            <a:headEnd/>
            <a:tailEnd/>
          </a:ln>
        </p:spPr>
        <p:txBody>
          <a:bodyPr wrap="none">
            <a:spAutoFit/>
          </a:bodyPr>
          <a:lstStyle/>
          <a:p>
            <a:r>
              <a:rPr lang="en-US" sz="1600">
                <a:solidFill>
                  <a:schemeClr val="tx1"/>
                </a:solidFill>
              </a:rPr>
              <a:t>Communication  </a:t>
            </a:r>
          </a:p>
          <a:p>
            <a:r>
              <a:rPr lang="en-US" sz="1600">
                <a:solidFill>
                  <a:schemeClr val="tx1"/>
                </a:solidFill>
              </a:rPr>
              <a:t>Information</a:t>
            </a:r>
          </a:p>
        </p:txBody>
      </p:sp>
      <p:sp>
        <p:nvSpPr>
          <p:cNvPr id="25619" name="TextBox 24"/>
          <p:cNvSpPr txBox="1">
            <a:spLocks noChangeArrowheads="1"/>
          </p:cNvSpPr>
          <p:nvPr/>
        </p:nvSpPr>
        <p:spPr bwMode="auto">
          <a:xfrm>
            <a:off x="4081463" y="2795588"/>
            <a:ext cx="920750" cy="641350"/>
          </a:xfrm>
          <a:prstGeom prst="rect">
            <a:avLst/>
          </a:prstGeom>
          <a:noFill/>
          <a:ln w="19050">
            <a:noFill/>
            <a:miter lim="800000"/>
            <a:headEnd/>
            <a:tailEnd/>
          </a:ln>
        </p:spPr>
        <p:txBody>
          <a:bodyPr wrap="none">
            <a:spAutoFit/>
          </a:bodyPr>
          <a:lstStyle/>
          <a:p>
            <a:pPr algn="l"/>
            <a:r>
              <a:rPr lang="en-US" b="1">
                <a:solidFill>
                  <a:schemeClr val="tx1"/>
                </a:solidFill>
              </a:rPr>
              <a:t>Vision</a:t>
            </a:r>
          </a:p>
          <a:p>
            <a:pPr algn="l"/>
            <a:r>
              <a:rPr lang="en-US" b="1">
                <a:solidFill>
                  <a:schemeClr val="tx1"/>
                </a:solidFill>
              </a:rPr>
              <a:t>Values</a:t>
            </a:r>
          </a:p>
        </p:txBody>
      </p:sp>
      <p:cxnSp>
        <p:nvCxnSpPr>
          <p:cNvPr id="27" name="Straight Connector 26"/>
          <p:cNvCxnSpPr>
            <a:cxnSpLocks noChangeShapeType="1"/>
          </p:cNvCxnSpPr>
          <p:nvPr/>
        </p:nvCxnSpPr>
        <p:spPr bwMode="auto">
          <a:xfrm flipV="1">
            <a:off x="5910263" y="3135313"/>
            <a:ext cx="2546350" cy="30162"/>
          </a:xfrm>
          <a:prstGeom prst="line">
            <a:avLst/>
          </a:prstGeom>
          <a:noFill/>
          <a:ln w="25400" algn="ctr">
            <a:solidFill>
              <a:srgbClr val="008000"/>
            </a:solidFill>
            <a:round/>
            <a:headEnd/>
            <a:tailEnd/>
          </a:ln>
        </p:spPr>
      </p:cxnSp>
      <p:sp>
        <p:nvSpPr>
          <p:cNvPr id="24" name="Oval 23"/>
          <p:cNvSpPr/>
          <p:nvPr/>
        </p:nvSpPr>
        <p:spPr>
          <a:xfrm>
            <a:off x="3255963" y="2162175"/>
            <a:ext cx="2628900" cy="2081213"/>
          </a:xfrm>
          <a:prstGeom prst="ellipse">
            <a:avLst/>
          </a:prstGeom>
          <a:solidFill>
            <a:srgbClr val="FFFFFF">
              <a:alpha val="0"/>
            </a:srgbClr>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b="1" dirty="0"/>
          </a:p>
        </p:txBody>
      </p:sp>
      <p:sp>
        <p:nvSpPr>
          <p:cNvPr id="25622" name="TextBox 28"/>
          <p:cNvSpPr txBox="1">
            <a:spLocks noChangeArrowheads="1"/>
          </p:cNvSpPr>
          <p:nvPr/>
        </p:nvSpPr>
        <p:spPr bwMode="auto">
          <a:xfrm>
            <a:off x="857250" y="228600"/>
            <a:ext cx="7326313" cy="368300"/>
          </a:xfrm>
          <a:prstGeom prst="rect">
            <a:avLst/>
          </a:prstGeom>
          <a:noFill/>
          <a:ln w="9525">
            <a:noFill/>
            <a:miter lim="800000"/>
            <a:headEnd/>
            <a:tailEnd/>
          </a:ln>
        </p:spPr>
        <p:txBody>
          <a:bodyPr>
            <a:spAutoFit/>
          </a:bodyPr>
          <a:lstStyle/>
          <a:p>
            <a:r>
              <a:rPr lang="en-AU">
                <a:solidFill>
                  <a:schemeClr val="tx1"/>
                </a:solidFill>
              </a:rPr>
              <a:t>Above the Line: What has to be done – System Infrastructure</a:t>
            </a:r>
          </a:p>
        </p:txBody>
      </p:sp>
      <p:sp>
        <p:nvSpPr>
          <p:cNvPr id="25623" name="TextBox 29"/>
          <p:cNvSpPr txBox="1">
            <a:spLocks noChangeArrowheads="1"/>
          </p:cNvSpPr>
          <p:nvPr/>
        </p:nvSpPr>
        <p:spPr bwMode="auto">
          <a:xfrm>
            <a:off x="1230313" y="5991225"/>
            <a:ext cx="6727825" cy="368300"/>
          </a:xfrm>
          <a:prstGeom prst="rect">
            <a:avLst/>
          </a:prstGeom>
          <a:noFill/>
          <a:ln w="9525">
            <a:noFill/>
            <a:miter lim="800000"/>
            <a:headEnd/>
            <a:tailEnd/>
          </a:ln>
        </p:spPr>
        <p:txBody>
          <a:bodyPr>
            <a:spAutoFit/>
          </a:bodyPr>
          <a:lstStyle/>
          <a:p>
            <a:r>
              <a:rPr lang="en-AU">
                <a:solidFill>
                  <a:schemeClr val="tx1"/>
                </a:solidFill>
              </a:rPr>
              <a:t>Below the Line: How it has to be done – Human Infrastructure</a:t>
            </a:r>
          </a:p>
        </p:txBody>
      </p:sp>
      <p:sp>
        <p:nvSpPr>
          <p:cNvPr id="25624" name="Footer Placeholder 1"/>
          <p:cNvSpPr>
            <a:spLocks noGrp="1"/>
          </p:cNvSpPr>
          <p:nvPr>
            <p:ph type="ftr" sz="quarter" idx="11"/>
          </p:nvPr>
        </p:nvSpPr>
        <p:spPr bwMode="auto">
          <a:xfrm>
            <a:off x="1847850" y="6450013"/>
            <a:ext cx="5540375" cy="365125"/>
          </a:xfrm>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latin typeface="Rage Italic"/>
              </a:rPr>
              <a:t>Blood and Thorsborne, 2013, Adapted from Wheatley, Dalmau et al</a:t>
            </a:r>
          </a:p>
        </p:txBody>
      </p:sp>
      <p:sp>
        <p:nvSpPr>
          <p:cNvPr id="25625" name="Oval 25"/>
          <p:cNvSpPr>
            <a:spLocks noChangeArrowheads="1"/>
          </p:cNvSpPr>
          <p:nvPr/>
        </p:nvSpPr>
        <p:spPr bwMode="auto">
          <a:xfrm>
            <a:off x="3660775" y="693738"/>
            <a:ext cx="1751013" cy="1292225"/>
          </a:xfrm>
          <a:prstGeom prst="ellipse">
            <a:avLst/>
          </a:prstGeom>
          <a:noFill/>
          <a:ln w="9525">
            <a:solidFill>
              <a:schemeClr val="tx1"/>
            </a:solidFill>
            <a:round/>
            <a:headEnd/>
            <a:tailEnd/>
          </a:ln>
          <a:effectLst/>
        </p:spPr>
        <p:txBody>
          <a:bodyPr wrap="none" anchor="ctr"/>
          <a:lstStyle/>
          <a:p>
            <a:endParaRPr lang="en-US"/>
          </a:p>
        </p:txBody>
      </p:sp>
      <p:sp>
        <p:nvSpPr>
          <p:cNvPr id="25626" name="Oval 26"/>
          <p:cNvSpPr>
            <a:spLocks noChangeArrowheads="1"/>
          </p:cNvSpPr>
          <p:nvPr/>
        </p:nvSpPr>
        <p:spPr bwMode="auto">
          <a:xfrm>
            <a:off x="4457700" y="3778250"/>
            <a:ext cx="1751013" cy="1292225"/>
          </a:xfrm>
          <a:prstGeom prst="ellipse">
            <a:avLst/>
          </a:prstGeom>
          <a:noFill/>
          <a:ln w="9525">
            <a:solidFill>
              <a:schemeClr val="tx1"/>
            </a:solidFill>
            <a:round/>
            <a:headEnd/>
            <a:tailEnd/>
          </a:ln>
          <a:effectLst/>
        </p:spPr>
        <p:txBody>
          <a:bodyPr wrap="none" anchor="ctr"/>
          <a:lstStyle/>
          <a:p>
            <a:endParaRPr lang="en-US"/>
          </a:p>
        </p:txBody>
      </p:sp>
      <p:sp>
        <p:nvSpPr>
          <p:cNvPr id="25627" name="Oval 27"/>
          <p:cNvSpPr>
            <a:spLocks noChangeArrowheads="1"/>
          </p:cNvSpPr>
          <p:nvPr/>
        </p:nvSpPr>
        <p:spPr bwMode="auto">
          <a:xfrm>
            <a:off x="3714750" y="4546600"/>
            <a:ext cx="1751013" cy="1292225"/>
          </a:xfrm>
          <a:prstGeom prst="ellipse">
            <a:avLst/>
          </a:prstGeom>
          <a:noFill/>
          <a:ln w="9525">
            <a:solidFill>
              <a:schemeClr val="tx1"/>
            </a:solidFill>
            <a:round/>
            <a:headEnd/>
            <a:tailEnd/>
          </a:ln>
          <a:effectLst/>
        </p:spPr>
        <p:txBody>
          <a:bodyPr wrap="none" anchor="ctr"/>
          <a:lstStyle/>
          <a:p>
            <a:endParaRPr lang="en-US"/>
          </a:p>
        </p:txBody>
      </p:sp>
      <p:sp>
        <p:nvSpPr>
          <p:cNvPr id="25628" name="Oval 28"/>
          <p:cNvSpPr>
            <a:spLocks noChangeArrowheads="1"/>
          </p:cNvSpPr>
          <p:nvPr/>
        </p:nvSpPr>
        <p:spPr bwMode="auto">
          <a:xfrm>
            <a:off x="2890838" y="3778250"/>
            <a:ext cx="1751012" cy="1292225"/>
          </a:xfrm>
          <a:prstGeom prst="ellipse">
            <a:avLst/>
          </a:prstGeom>
          <a:noFill/>
          <a:ln w="9525">
            <a:solidFill>
              <a:schemeClr val="tx1"/>
            </a:solidFill>
            <a:round/>
            <a:headEnd/>
            <a:tailEnd/>
          </a:ln>
          <a:effectLst/>
        </p:spPr>
        <p:txBody>
          <a:bodyPr wrap="none" anchor="ctr"/>
          <a:lstStyle/>
          <a:p>
            <a:endParaRPr lang="en-US"/>
          </a:p>
        </p:txBody>
      </p:sp>
      <p:sp>
        <p:nvSpPr>
          <p:cNvPr id="25629" name="Oval 29"/>
          <p:cNvSpPr>
            <a:spLocks noChangeArrowheads="1"/>
          </p:cNvSpPr>
          <p:nvPr/>
        </p:nvSpPr>
        <p:spPr bwMode="auto">
          <a:xfrm>
            <a:off x="2849563" y="1339850"/>
            <a:ext cx="1751012" cy="1292225"/>
          </a:xfrm>
          <a:prstGeom prst="ellipse">
            <a:avLst/>
          </a:prstGeom>
          <a:noFill/>
          <a:ln w="9525">
            <a:solidFill>
              <a:schemeClr val="tx1"/>
            </a:solidFill>
            <a:round/>
            <a:headEnd/>
            <a:tailEnd/>
          </a:ln>
          <a:effectLst/>
        </p:spPr>
        <p:txBody>
          <a:bodyPr wrap="none" anchor="ctr"/>
          <a:lstStyle/>
          <a:p>
            <a:endParaRPr lang="en-US"/>
          </a:p>
        </p:txBody>
      </p:sp>
      <p:sp>
        <p:nvSpPr>
          <p:cNvPr id="25630" name="Oval 30"/>
          <p:cNvSpPr>
            <a:spLocks noChangeArrowheads="1"/>
          </p:cNvSpPr>
          <p:nvPr/>
        </p:nvSpPr>
        <p:spPr bwMode="auto">
          <a:xfrm>
            <a:off x="4397375" y="1377950"/>
            <a:ext cx="1751013" cy="1292225"/>
          </a:xfrm>
          <a:prstGeom prst="ellipse">
            <a:avLst/>
          </a:prstGeom>
          <a:noFill/>
          <a:ln w="9525">
            <a:solidFill>
              <a:schemeClr val="tx1"/>
            </a:solidFill>
            <a:round/>
            <a:headEnd/>
            <a:tailEnd/>
          </a:ln>
          <a:effectLst/>
        </p:spPr>
        <p:txBody>
          <a:bodyPr wrap="none" anchor="ctr"/>
          <a:lstStyle/>
          <a:p>
            <a:endParaRPr lang="en-US"/>
          </a:p>
        </p:txBody>
      </p:sp>
    </p:spTree>
    <p:extLst>
      <p:ext uri="{BB962C8B-B14F-4D97-AF65-F5344CB8AC3E}">
        <p14:creationId xmlns:p14="http://schemas.microsoft.com/office/powerpoint/2010/main" val="1343710404"/>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p:nvPr>
        </p:nvSpPr>
        <p:spPr>
          <a:xfrm>
            <a:off x="685800" y="476250"/>
            <a:ext cx="7772400" cy="1143000"/>
          </a:xfrm>
          <a:ln>
            <a:solidFill>
              <a:schemeClr val="tx1"/>
            </a:solidFill>
            <a:miter lim="800000"/>
            <a:headEnd/>
            <a:tailEnd/>
          </a:ln>
        </p:spPr>
        <p:txBody>
          <a:bodyPr>
            <a:normAutofit fontScale="90000"/>
          </a:bodyPr>
          <a:lstStyle/>
          <a:p>
            <a:pPr eaLnBrk="1" hangingPunct="1"/>
            <a:r>
              <a:rPr lang="en-US">
                <a:latin typeface="Arial" charset="0"/>
                <a:ea typeface="ＭＳ Ｐゴシック" charset="0"/>
                <a:cs typeface="ＭＳ Ｐゴシック" charset="0"/>
              </a:rPr>
              <a:t>    Diffusion Model of Innovation</a:t>
            </a:r>
          </a:p>
        </p:txBody>
      </p:sp>
      <p:sp>
        <p:nvSpPr>
          <p:cNvPr id="31747" name="Line 3"/>
          <p:cNvSpPr>
            <a:spLocks noChangeShapeType="1"/>
          </p:cNvSpPr>
          <p:nvPr/>
        </p:nvSpPr>
        <p:spPr bwMode="auto">
          <a:xfrm>
            <a:off x="1524000" y="4343400"/>
            <a:ext cx="6096000" cy="0"/>
          </a:xfrm>
          <a:prstGeom prst="line">
            <a:avLst/>
          </a:prstGeom>
          <a:noFill/>
          <a:ln w="28575">
            <a:solidFill>
              <a:schemeClr val="tx1"/>
            </a:solidFill>
            <a:round/>
            <a:headEnd/>
            <a:tailEnd/>
          </a:ln>
        </p:spPr>
        <p:txBody>
          <a:bodyPr wrap="none" anchor="ctr"/>
          <a:lstStyle/>
          <a:p>
            <a:pPr>
              <a:defRPr/>
            </a:pPr>
            <a:endParaRPr lang="en-US">
              <a:latin typeface="+mn-lt"/>
              <a:ea typeface="ＭＳ Ｐゴシック" pitchFamily="-106" charset="-128"/>
              <a:cs typeface="ＭＳ Ｐゴシック" pitchFamily="-106" charset="-128"/>
            </a:endParaRPr>
          </a:p>
        </p:txBody>
      </p:sp>
      <p:sp>
        <p:nvSpPr>
          <p:cNvPr id="77827" name="Freeform 4"/>
          <p:cNvSpPr>
            <a:spLocks/>
          </p:cNvSpPr>
          <p:nvPr/>
        </p:nvSpPr>
        <p:spPr bwMode="auto">
          <a:xfrm>
            <a:off x="1524000" y="2133600"/>
            <a:ext cx="6019800" cy="2057400"/>
          </a:xfrm>
          <a:custGeom>
            <a:avLst/>
            <a:gdLst>
              <a:gd name="T0" fmla="*/ 0 w 3792"/>
              <a:gd name="T1" fmla="*/ 2147483647 h 1296"/>
              <a:gd name="T2" fmla="*/ 2147483647 w 3792"/>
              <a:gd name="T3" fmla="*/ 0 h 1296"/>
              <a:gd name="T4" fmla="*/ 2147483647 w 3792"/>
              <a:gd name="T5" fmla="*/ 2147483647 h 1296"/>
              <a:gd name="T6" fmla="*/ 0 60000 65536"/>
              <a:gd name="T7" fmla="*/ 0 60000 65536"/>
              <a:gd name="T8" fmla="*/ 0 60000 65536"/>
              <a:gd name="T9" fmla="*/ 0 w 3792"/>
              <a:gd name="T10" fmla="*/ 0 h 1296"/>
              <a:gd name="T11" fmla="*/ 3792 w 3792"/>
              <a:gd name="T12" fmla="*/ 1296 h 1296"/>
            </a:gdLst>
            <a:ahLst/>
            <a:cxnLst>
              <a:cxn ang="T6">
                <a:pos x="T0" y="T1"/>
              </a:cxn>
              <a:cxn ang="T7">
                <a:pos x="T2" y="T3"/>
              </a:cxn>
              <a:cxn ang="T8">
                <a:pos x="T4" y="T5"/>
              </a:cxn>
            </a:cxnLst>
            <a:rect l="T9" t="T10" r="T11" b="T12"/>
            <a:pathLst>
              <a:path w="3792" h="1296">
                <a:moveTo>
                  <a:pt x="0" y="1296"/>
                </a:moveTo>
                <a:cubicBezTo>
                  <a:pt x="668" y="648"/>
                  <a:pt x="1336" y="0"/>
                  <a:pt x="1968" y="0"/>
                </a:cubicBezTo>
                <a:cubicBezTo>
                  <a:pt x="2600" y="0"/>
                  <a:pt x="3488" y="1080"/>
                  <a:pt x="3792" y="1296"/>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749" name="Line 5"/>
          <p:cNvSpPr>
            <a:spLocks noChangeShapeType="1"/>
          </p:cNvSpPr>
          <p:nvPr/>
        </p:nvSpPr>
        <p:spPr bwMode="auto">
          <a:xfrm>
            <a:off x="1981200" y="3581400"/>
            <a:ext cx="0" cy="762000"/>
          </a:xfrm>
          <a:prstGeom prst="line">
            <a:avLst/>
          </a:prstGeom>
          <a:noFill/>
          <a:ln w="28575">
            <a:solidFill>
              <a:schemeClr val="tx1"/>
            </a:solidFill>
            <a:round/>
            <a:headEnd/>
            <a:tailEnd/>
          </a:ln>
        </p:spPr>
        <p:txBody>
          <a:bodyPr wrap="none" anchor="ctr"/>
          <a:lstStyle/>
          <a:p>
            <a:pPr>
              <a:defRPr/>
            </a:pPr>
            <a:endParaRPr lang="en-US">
              <a:latin typeface="+mn-lt"/>
              <a:ea typeface="ＭＳ Ｐゴシック" pitchFamily="-106" charset="-128"/>
              <a:cs typeface="ＭＳ Ｐゴシック" pitchFamily="-106" charset="-128"/>
            </a:endParaRPr>
          </a:p>
        </p:txBody>
      </p:sp>
      <p:sp>
        <p:nvSpPr>
          <p:cNvPr id="31750" name="Line 6"/>
          <p:cNvSpPr>
            <a:spLocks noChangeShapeType="1"/>
          </p:cNvSpPr>
          <p:nvPr/>
        </p:nvSpPr>
        <p:spPr bwMode="auto">
          <a:xfrm>
            <a:off x="3124200" y="2590800"/>
            <a:ext cx="0" cy="1752600"/>
          </a:xfrm>
          <a:prstGeom prst="line">
            <a:avLst/>
          </a:prstGeom>
          <a:noFill/>
          <a:ln w="28575">
            <a:solidFill>
              <a:schemeClr val="tx1"/>
            </a:solidFill>
            <a:round/>
            <a:headEnd/>
            <a:tailEnd/>
          </a:ln>
        </p:spPr>
        <p:txBody>
          <a:bodyPr wrap="none" anchor="ctr"/>
          <a:lstStyle/>
          <a:p>
            <a:pPr>
              <a:defRPr/>
            </a:pPr>
            <a:endParaRPr lang="en-US">
              <a:latin typeface="+mn-lt"/>
              <a:ea typeface="ＭＳ Ｐゴシック" pitchFamily="-106" charset="-128"/>
              <a:cs typeface="ＭＳ Ｐゴシック" pitchFamily="-106" charset="-128"/>
            </a:endParaRPr>
          </a:p>
        </p:txBody>
      </p:sp>
      <p:sp>
        <p:nvSpPr>
          <p:cNvPr id="31751" name="Line 7"/>
          <p:cNvSpPr>
            <a:spLocks noChangeShapeType="1"/>
          </p:cNvSpPr>
          <p:nvPr/>
        </p:nvSpPr>
        <p:spPr bwMode="auto">
          <a:xfrm>
            <a:off x="4648200" y="2057400"/>
            <a:ext cx="0" cy="2286000"/>
          </a:xfrm>
          <a:prstGeom prst="line">
            <a:avLst/>
          </a:prstGeom>
          <a:noFill/>
          <a:ln w="28575">
            <a:solidFill>
              <a:schemeClr val="tx1"/>
            </a:solidFill>
            <a:round/>
            <a:headEnd/>
            <a:tailEnd/>
          </a:ln>
        </p:spPr>
        <p:txBody>
          <a:bodyPr wrap="none" anchor="ctr"/>
          <a:lstStyle/>
          <a:p>
            <a:pPr>
              <a:defRPr/>
            </a:pPr>
            <a:endParaRPr lang="en-US">
              <a:latin typeface="+mn-lt"/>
              <a:ea typeface="ＭＳ Ｐゴシック" pitchFamily="-106" charset="-128"/>
              <a:cs typeface="ＭＳ Ｐゴシック" pitchFamily="-106" charset="-128"/>
            </a:endParaRPr>
          </a:p>
        </p:txBody>
      </p:sp>
      <p:sp>
        <p:nvSpPr>
          <p:cNvPr id="31752" name="Line 8"/>
          <p:cNvSpPr>
            <a:spLocks noChangeShapeType="1"/>
          </p:cNvSpPr>
          <p:nvPr/>
        </p:nvSpPr>
        <p:spPr bwMode="auto">
          <a:xfrm>
            <a:off x="6096000" y="2743200"/>
            <a:ext cx="0" cy="1600200"/>
          </a:xfrm>
          <a:prstGeom prst="line">
            <a:avLst/>
          </a:prstGeom>
          <a:noFill/>
          <a:ln w="28575">
            <a:solidFill>
              <a:schemeClr val="tx1"/>
            </a:solidFill>
            <a:round/>
            <a:headEnd/>
            <a:tailEnd/>
          </a:ln>
        </p:spPr>
        <p:txBody>
          <a:bodyPr wrap="none" anchor="ctr"/>
          <a:lstStyle/>
          <a:p>
            <a:pPr>
              <a:defRPr/>
            </a:pPr>
            <a:endParaRPr lang="en-US">
              <a:latin typeface="+mn-lt"/>
              <a:ea typeface="ＭＳ Ｐゴシック" pitchFamily="-106" charset="-128"/>
              <a:cs typeface="ＭＳ Ｐゴシック" pitchFamily="-106" charset="-128"/>
            </a:endParaRPr>
          </a:p>
        </p:txBody>
      </p:sp>
      <p:sp>
        <p:nvSpPr>
          <p:cNvPr id="77832" name="Text Box 9"/>
          <p:cNvSpPr txBox="1">
            <a:spLocks noChangeArrowheads="1"/>
          </p:cNvSpPr>
          <p:nvPr/>
        </p:nvSpPr>
        <p:spPr bwMode="auto">
          <a:xfrm>
            <a:off x="1601788" y="4006850"/>
            <a:ext cx="4810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600"/>
              <a:t>3%</a:t>
            </a:r>
          </a:p>
        </p:txBody>
      </p:sp>
      <p:sp>
        <p:nvSpPr>
          <p:cNvPr id="77833" name="Text Box 10"/>
          <p:cNvSpPr txBox="1">
            <a:spLocks noChangeArrowheads="1"/>
          </p:cNvSpPr>
          <p:nvPr/>
        </p:nvSpPr>
        <p:spPr bwMode="auto">
          <a:xfrm>
            <a:off x="3581400" y="3962400"/>
            <a:ext cx="5953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600"/>
              <a:t>34%</a:t>
            </a:r>
          </a:p>
        </p:txBody>
      </p:sp>
      <p:sp>
        <p:nvSpPr>
          <p:cNvPr id="77834" name="Rectangle 11"/>
          <p:cNvSpPr>
            <a:spLocks noChangeArrowheads="1"/>
          </p:cNvSpPr>
          <p:nvPr/>
        </p:nvSpPr>
        <p:spPr bwMode="auto">
          <a:xfrm>
            <a:off x="2967038" y="381635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en-AU" sz="2400"/>
          </a:p>
        </p:txBody>
      </p:sp>
      <p:sp>
        <p:nvSpPr>
          <p:cNvPr id="77835" name="Text Box 12"/>
          <p:cNvSpPr txBox="1">
            <a:spLocks noChangeArrowheads="1"/>
          </p:cNvSpPr>
          <p:nvPr/>
        </p:nvSpPr>
        <p:spPr bwMode="auto">
          <a:xfrm>
            <a:off x="5030788" y="4006850"/>
            <a:ext cx="595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600"/>
              <a:t>34%</a:t>
            </a:r>
          </a:p>
        </p:txBody>
      </p:sp>
      <p:sp>
        <p:nvSpPr>
          <p:cNvPr id="77836" name="Rectangle 13"/>
          <p:cNvSpPr>
            <a:spLocks noChangeArrowheads="1"/>
          </p:cNvSpPr>
          <p:nvPr/>
        </p:nvSpPr>
        <p:spPr bwMode="auto">
          <a:xfrm>
            <a:off x="2638425" y="366871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endParaRPr lang="en-AU" sz="2400"/>
          </a:p>
        </p:txBody>
      </p:sp>
      <p:sp>
        <p:nvSpPr>
          <p:cNvPr id="77837" name="Text Box 14"/>
          <p:cNvSpPr txBox="1">
            <a:spLocks noChangeArrowheads="1"/>
          </p:cNvSpPr>
          <p:nvPr/>
        </p:nvSpPr>
        <p:spPr bwMode="auto">
          <a:xfrm>
            <a:off x="2262188" y="4006850"/>
            <a:ext cx="595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600"/>
              <a:t>13%</a:t>
            </a:r>
          </a:p>
        </p:txBody>
      </p:sp>
      <p:sp>
        <p:nvSpPr>
          <p:cNvPr id="77838" name="Text Box 15"/>
          <p:cNvSpPr txBox="1">
            <a:spLocks noChangeArrowheads="1"/>
          </p:cNvSpPr>
          <p:nvPr/>
        </p:nvSpPr>
        <p:spPr bwMode="auto">
          <a:xfrm>
            <a:off x="6402388" y="4006850"/>
            <a:ext cx="595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600"/>
              <a:t>16%</a:t>
            </a:r>
          </a:p>
        </p:txBody>
      </p:sp>
      <p:sp>
        <p:nvSpPr>
          <p:cNvPr id="77839" name="Rectangle 16"/>
          <p:cNvSpPr>
            <a:spLocks noChangeArrowheads="1"/>
          </p:cNvSpPr>
          <p:nvPr/>
        </p:nvSpPr>
        <p:spPr bwMode="auto">
          <a:xfrm>
            <a:off x="2008188" y="4343400"/>
            <a:ext cx="11207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sz="1800"/>
              <a:t>Early</a:t>
            </a:r>
          </a:p>
          <a:p>
            <a:pPr algn="ctr"/>
            <a:r>
              <a:rPr lang="en-US" sz="1800"/>
              <a:t>Adopters</a:t>
            </a:r>
          </a:p>
        </p:txBody>
      </p:sp>
      <p:sp>
        <p:nvSpPr>
          <p:cNvPr id="77840" name="Rectangle 17"/>
          <p:cNvSpPr>
            <a:spLocks noChangeArrowheads="1"/>
          </p:cNvSpPr>
          <p:nvPr/>
        </p:nvSpPr>
        <p:spPr bwMode="auto">
          <a:xfrm>
            <a:off x="914400" y="4419600"/>
            <a:ext cx="1262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800"/>
              <a:t>Innovators</a:t>
            </a:r>
          </a:p>
        </p:txBody>
      </p:sp>
      <p:sp>
        <p:nvSpPr>
          <p:cNvPr id="77841" name="Rectangle 18"/>
          <p:cNvSpPr>
            <a:spLocks noChangeArrowheads="1"/>
          </p:cNvSpPr>
          <p:nvPr/>
        </p:nvSpPr>
        <p:spPr bwMode="auto">
          <a:xfrm>
            <a:off x="6324600" y="4419600"/>
            <a:ext cx="1147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800"/>
              <a:t>Laggards</a:t>
            </a:r>
          </a:p>
        </p:txBody>
      </p:sp>
      <p:sp>
        <p:nvSpPr>
          <p:cNvPr id="77842" name="Rectangle 19"/>
          <p:cNvSpPr>
            <a:spLocks noChangeArrowheads="1"/>
          </p:cNvSpPr>
          <p:nvPr/>
        </p:nvSpPr>
        <p:spPr bwMode="auto">
          <a:xfrm>
            <a:off x="3429000" y="4343400"/>
            <a:ext cx="984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sz="1800"/>
              <a:t>Early</a:t>
            </a:r>
          </a:p>
          <a:p>
            <a:pPr algn="ctr"/>
            <a:r>
              <a:rPr lang="en-US" sz="1800"/>
              <a:t>Majority</a:t>
            </a:r>
          </a:p>
        </p:txBody>
      </p:sp>
      <p:sp>
        <p:nvSpPr>
          <p:cNvPr id="77843" name="Rectangle 20"/>
          <p:cNvSpPr>
            <a:spLocks noChangeArrowheads="1"/>
          </p:cNvSpPr>
          <p:nvPr/>
        </p:nvSpPr>
        <p:spPr bwMode="auto">
          <a:xfrm>
            <a:off x="4883150" y="4343400"/>
            <a:ext cx="984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sz="1800"/>
              <a:t>Late</a:t>
            </a:r>
          </a:p>
          <a:p>
            <a:pPr algn="ctr"/>
            <a:r>
              <a:rPr lang="en-US" sz="1800"/>
              <a:t>Majority</a:t>
            </a:r>
          </a:p>
        </p:txBody>
      </p:sp>
      <p:sp>
        <p:nvSpPr>
          <p:cNvPr id="77844" name="Text Box 21"/>
          <p:cNvSpPr txBox="1">
            <a:spLocks noChangeArrowheads="1"/>
          </p:cNvSpPr>
          <p:nvPr/>
        </p:nvSpPr>
        <p:spPr bwMode="auto">
          <a:xfrm>
            <a:off x="7527925" y="5991225"/>
            <a:ext cx="9382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200"/>
              <a:t>Rogers, 95</a:t>
            </a:r>
          </a:p>
        </p:txBody>
      </p:sp>
      <p:sp>
        <p:nvSpPr>
          <p:cNvPr id="77845" name="Footer Placeholder 2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200"/>
              <a:t>© Borrows and Thorsborne, 2012</a:t>
            </a:r>
          </a:p>
        </p:txBody>
      </p:sp>
    </p:spTree>
    <p:extLst>
      <p:ext uri="{BB962C8B-B14F-4D97-AF65-F5344CB8AC3E}">
        <p14:creationId xmlns:p14="http://schemas.microsoft.com/office/powerpoint/2010/main" val="582218250"/>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Line 2"/>
          <p:cNvSpPr>
            <a:spLocks noChangeShapeType="1"/>
          </p:cNvSpPr>
          <p:nvPr/>
        </p:nvSpPr>
        <p:spPr bwMode="auto">
          <a:xfrm>
            <a:off x="1676400" y="2133600"/>
            <a:ext cx="0" cy="2819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1922" name="Line 3"/>
          <p:cNvSpPr>
            <a:spLocks noChangeShapeType="1"/>
          </p:cNvSpPr>
          <p:nvPr/>
        </p:nvSpPr>
        <p:spPr bwMode="auto">
          <a:xfrm>
            <a:off x="1676400" y="4953000"/>
            <a:ext cx="5410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1923" name="Text Box 4"/>
          <p:cNvSpPr txBox="1">
            <a:spLocks noChangeArrowheads="1"/>
          </p:cNvSpPr>
          <p:nvPr/>
        </p:nvSpPr>
        <p:spPr bwMode="auto">
          <a:xfrm rot="-5400000">
            <a:off x="381794" y="3047207"/>
            <a:ext cx="1271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400" b="1"/>
              <a:t>Performance</a:t>
            </a:r>
          </a:p>
        </p:txBody>
      </p:sp>
      <p:sp>
        <p:nvSpPr>
          <p:cNvPr id="81924" name="Text Box 5"/>
          <p:cNvSpPr txBox="1">
            <a:spLocks noChangeArrowheads="1"/>
          </p:cNvSpPr>
          <p:nvPr/>
        </p:nvSpPr>
        <p:spPr bwMode="auto">
          <a:xfrm>
            <a:off x="4251325" y="5348288"/>
            <a:ext cx="5984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400" b="1"/>
              <a:t>Time</a:t>
            </a:r>
            <a:endParaRPr lang="en-US" sz="1400"/>
          </a:p>
        </p:txBody>
      </p:sp>
      <p:sp>
        <p:nvSpPr>
          <p:cNvPr id="81925" name="Line 6"/>
          <p:cNvSpPr>
            <a:spLocks noChangeShapeType="1"/>
          </p:cNvSpPr>
          <p:nvPr/>
        </p:nvSpPr>
        <p:spPr bwMode="auto">
          <a:xfrm flipV="1">
            <a:off x="1371600" y="3581400"/>
            <a:ext cx="0" cy="1371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1926" name="Line 7"/>
          <p:cNvSpPr>
            <a:spLocks noChangeShapeType="1"/>
          </p:cNvSpPr>
          <p:nvPr/>
        </p:nvSpPr>
        <p:spPr bwMode="auto">
          <a:xfrm>
            <a:off x="1676400" y="5334000"/>
            <a:ext cx="1524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1927" name="Freeform 8"/>
          <p:cNvSpPr>
            <a:spLocks/>
          </p:cNvSpPr>
          <p:nvPr/>
        </p:nvSpPr>
        <p:spPr bwMode="auto">
          <a:xfrm>
            <a:off x="1951038" y="2519363"/>
            <a:ext cx="5191125" cy="2052637"/>
          </a:xfrm>
          <a:custGeom>
            <a:avLst/>
            <a:gdLst>
              <a:gd name="T0" fmla="*/ 0 w 3270"/>
              <a:gd name="T1" fmla="*/ 2147483647 h 1293"/>
              <a:gd name="T2" fmla="*/ 2147483647 w 3270"/>
              <a:gd name="T3" fmla="*/ 2147483647 h 1293"/>
              <a:gd name="T4" fmla="*/ 2147483647 w 3270"/>
              <a:gd name="T5" fmla="*/ 2147483647 h 1293"/>
              <a:gd name="T6" fmla="*/ 2147483647 w 3270"/>
              <a:gd name="T7" fmla="*/ 2147483647 h 1293"/>
              <a:gd name="T8" fmla="*/ 2147483647 w 3270"/>
              <a:gd name="T9" fmla="*/ 2147483647 h 1293"/>
              <a:gd name="T10" fmla="*/ 2147483647 w 3270"/>
              <a:gd name="T11" fmla="*/ 2147483647 h 1293"/>
              <a:gd name="T12" fmla="*/ 2147483647 w 3270"/>
              <a:gd name="T13" fmla="*/ 2147483647 h 1293"/>
              <a:gd name="T14" fmla="*/ 2147483647 w 3270"/>
              <a:gd name="T15" fmla="*/ 2147483647 h 1293"/>
              <a:gd name="T16" fmla="*/ 2147483647 w 3270"/>
              <a:gd name="T17" fmla="*/ 2147483647 h 1293"/>
              <a:gd name="T18" fmla="*/ 2147483647 w 3270"/>
              <a:gd name="T19" fmla="*/ 2147483647 h 1293"/>
              <a:gd name="T20" fmla="*/ 2147483647 w 3270"/>
              <a:gd name="T21" fmla="*/ 2147483647 h 1293"/>
              <a:gd name="T22" fmla="*/ 2147483647 w 3270"/>
              <a:gd name="T23" fmla="*/ 2147483647 h 1293"/>
              <a:gd name="T24" fmla="*/ 2147483647 w 3270"/>
              <a:gd name="T25" fmla="*/ 2147483647 h 1293"/>
              <a:gd name="T26" fmla="*/ 2147483647 w 3270"/>
              <a:gd name="T27" fmla="*/ 2147483647 h 1293"/>
              <a:gd name="T28" fmla="*/ 2147483647 w 3270"/>
              <a:gd name="T29" fmla="*/ 2147483647 h 1293"/>
              <a:gd name="T30" fmla="*/ 2147483647 w 3270"/>
              <a:gd name="T31" fmla="*/ 2147483647 h 1293"/>
              <a:gd name="T32" fmla="*/ 2147483647 w 3270"/>
              <a:gd name="T33" fmla="*/ 2147483647 h 1293"/>
              <a:gd name="T34" fmla="*/ 2147483647 w 3270"/>
              <a:gd name="T35" fmla="*/ 2147483647 h 1293"/>
              <a:gd name="T36" fmla="*/ 2147483647 w 3270"/>
              <a:gd name="T37" fmla="*/ 2147483647 h 1293"/>
              <a:gd name="T38" fmla="*/ 2147483647 w 3270"/>
              <a:gd name="T39" fmla="*/ 2147483647 h 1293"/>
              <a:gd name="T40" fmla="*/ 2147483647 w 3270"/>
              <a:gd name="T41" fmla="*/ 2147483647 h 1293"/>
              <a:gd name="T42" fmla="*/ 2147483647 w 3270"/>
              <a:gd name="T43" fmla="*/ 2147483647 h 1293"/>
              <a:gd name="T44" fmla="*/ 2147483647 w 3270"/>
              <a:gd name="T45" fmla="*/ 2147483647 h 1293"/>
              <a:gd name="T46" fmla="*/ 2147483647 w 3270"/>
              <a:gd name="T47" fmla="*/ 2147483647 h 1293"/>
              <a:gd name="T48" fmla="*/ 2147483647 w 3270"/>
              <a:gd name="T49" fmla="*/ 2147483647 h 1293"/>
              <a:gd name="T50" fmla="*/ 2147483647 w 3270"/>
              <a:gd name="T51" fmla="*/ 2147483647 h 1293"/>
              <a:gd name="T52" fmla="*/ 2147483647 w 3270"/>
              <a:gd name="T53" fmla="*/ 2147483647 h 1293"/>
              <a:gd name="T54" fmla="*/ 2147483647 w 3270"/>
              <a:gd name="T55" fmla="*/ 2147483647 h 1293"/>
              <a:gd name="T56" fmla="*/ 2147483647 w 3270"/>
              <a:gd name="T57" fmla="*/ 2147483647 h 1293"/>
              <a:gd name="T58" fmla="*/ 2147483647 w 3270"/>
              <a:gd name="T59" fmla="*/ 2147483647 h 1293"/>
              <a:gd name="T60" fmla="*/ 2147483647 w 3270"/>
              <a:gd name="T61" fmla="*/ 2147483647 h 1293"/>
              <a:gd name="T62" fmla="*/ 2147483647 w 3270"/>
              <a:gd name="T63" fmla="*/ 2147483647 h 1293"/>
              <a:gd name="T64" fmla="*/ 2147483647 w 3270"/>
              <a:gd name="T65" fmla="*/ 2147483647 h 1293"/>
              <a:gd name="T66" fmla="*/ 2147483647 w 3270"/>
              <a:gd name="T67" fmla="*/ 2147483647 h 1293"/>
              <a:gd name="T68" fmla="*/ 2147483647 w 3270"/>
              <a:gd name="T69" fmla="*/ 2147483647 h 1293"/>
              <a:gd name="T70" fmla="*/ 2147483647 w 3270"/>
              <a:gd name="T71" fmla="*/ 2147483647 h 1293"/>
              <a:gd name="T72" fmla="*/ 2147483647 w 3270"/>
              <a:gd name="T73" fmla="*/ 0 h 129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270"/>
              <a:gd name="T112" fmla="*/ 0 h 1293"/>
              <a:gd name="T113" fmla="*/ 3270 w 3270"/>
              <a:gd name="T114" fmla="*/ 1293 h 129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270" h="1293">
                <a:moveTo>
                  <a:pt x="0" y="544"/>
                </a:moveTo>
                <a:cubicBezTo>
                  <a:pt x="80" y="550"/>
                  <a:pt x="179" y="544"/>
                  <a:pt x="256" y="583"/>
                </a:cubicBezTo>
                <a:cubicBezTo>
                  <a:pt x="260" y="589"/>
                  <a:pt x="262" y="597"/>
                  <a:pt x="269" y="602"/>
                </a:cubicBezTo>
                <a:cubicBezTo>
                  <a:pt x="274" y="606"/>
                  <a:pt x="283" y="603"/>
                  <a:pt x="288" y="608"/>
                </a:cubicBezTo>
                <a:cubicBezTo>
                  <a:pt x="292" y="612"/>
                  <a:pt x="289" y="621"/>
                  <a:pt x="294" y="627"/>
                </a:cubicBezTo>
                <a:cubicBezTo>
                  <a:pt x="298" y="633"/>
                  <a:pt x="306" y="635"/>
                  <a:pt x="313" y="640"/>
                </a:cubicBezTo>
                <a:cubicBezTo>
                  <a:pt x="328" y="670"/>
                  <a:pt x="363" y="718"/>
                  <a:pt x="397" y="730"/>
                </a:cubicBezTo>
                <a:cubicBezTo>
                  <a:pt x="408" y="741"/>
                  <a:pt x="416" y="757"/>
                  <a:pt x="429" y="768"/>
                </a:cubicBezTo>
                <a:cubicBezTo>
                  <a:pt x="442" y="778"/>
                  <a:pt x="458" y="784"/>
                  <a:pt x="473" y="794"/>
                </a:cubicBezTo>
                <a:cubicBezTo>
                  <a:pt x="499" y="844"/>
                  <a:pt x="597" y="896"/>
                  <a:pt x="653" y="909"/>
                </a:cubicBezTo>
                <a:cubicBezTo>
                  <a:pt x="694" y="930"/>
                  <a:pt x="728" y="953"/>
                  <a:pt x="774" y="967"/>
                </a:cubicBezTo>
                <a:cubicBezTo>
                  <a:pt x="812" y="991"/>
                  <a:pt x="843" y="1026"/>
                  <a:pt x="883" y="1050"/>
                </a:cubicBezTo>
                <a:cubicBezTo>
                  <a:pt x="916" y="1069"/>
                  <a:pt x="952" y="1085"/>
                  <a:pt x="985" y="1107"/>
                </a:cubicBezTo>
                <a:cubicBezTo>
                  <a:pt x="1009" y="1122"/>
                  <a:pt x="1041" y="1162"/>
                  <a:pt x="1069" y="1165"/>
                </a:cubicBezTo>
                <a:cubicBezTo>
                  <a:pt x="1115" y="1169"/>
                  <a:pt x="1209" y="1178"/>
                  <a:pt x="1209" y="1178"/>
                </a:cubicBezTo>
                <a:cubicBezTo>
                  <a:pt x="1278" y="1192"/>
                  <a:pt x="1343" y="1197"/>
                  <a:pt x="1414" y="1203"/>
                </a:cubicBezTo>
                <a:cubicBezTo>
                  <a:pt x="1505" y="1229"/>
                  <a:pt x="1407" y="1204"/>
                  <a:pt x="1529" y="1223"/>
                </a:cubicBezTo>
                <a:cubicBezTo>
                  <a:pt x="1580" y="1231"/>
                  <a:pt x="1624" y="1248"/>
                  <a:pt x="1677" y="1255"/>
                </a:cubicBezTo>
                <a:cubicBezTo>
                  <a:pt x="1723" y="1270"/>
                  <a:pt x="1768" y="1283"/>
                  <a:pt x="1817" y="1293"/>
                </a:cubicBezTo>
                <a:cubicBezTo>
                  <a:pt x="1882" y="1286"/>
                  <a:pt x="1887" y="1281"/>
                  <a:pt x="1945" y="1255"/>
                </a:cubicBezTo>
                <a:cubicBezTo>
                  <a:pt x="1969" y="1243"/>
                  <a:pt x="1996" y="1237"/>
                  <a:pt x="2022" y="1229"/>
                </a:cubicBezTo>
                <a:cubicBezTo>
                  <a:pt x="2028" y="1226"/>
                  <a:pt x="2041" y="1223"/>
                  <a:pt x="2041" y="1223"/>
                </a:cubicBezTo>
                <a:cubicBezTo>
                  <a:pt x="2063" y="1188"/>
                  <a:pt x="2067" y="1149"/>
                  <a:pt x="2086" y="1114"/>
                </a:cubicBezTo>
                <a:cubicBezTo>
                  <a:pt x="2090" y="1080"/>
                  <a:pt x="2098" y="1025"/>
                  <a:pt x="2125" y="999"/>
                </a:cubicBezTo>
                <a:cubicBezTo>
                  <a:pt x="2130" y="993"/>
                  <a:pt x="2138" y="991"/>
                  <a:pt x="2144" y="986"/>
                </a:cubicBezTo>
                <a:cubicBezTo>
                  <a:pt x="2163" y="967"/>
                  <a:pt x="2184" y="949"/>
                  <a:pt x="2201" y="928"/>
                </a:cubicBezTo>
                <a:cubicBezTo>
                  <a:pt x="2225" y="897"/>
                  <a:pt x="2212" y="909"/>
                  <a:pt x="2240" y="890"/>
                </a:cubicBezTo>
                <a:cubicBezTo>
                  <a:pt x="2251" y="853"/>
                  <a:pt x="2278" y="821"/>
                  <a:pt x="2310" y="800"/>
                </a:cubicBezTo>
                <a:cubicBezTo>
                  <a:pt x="2320" y="782"/>
                  <a:pt x="2444" y="609"/>
                  <a:pt x="2445" y="608"/>
                </a:cubicBezTo>
                <a:cubicBezTo>
                  <a:pt x="2500" y="518"/>
                  <a:pt x="2549" y="417"/>
                  <a:pt x="2611" y="333"/>
                </a:cubicBezTo>
                <a:cubicBezTo>
                  <a:pt x="2620" y="303"/>
                  <a:pt x="2625" y="275"/>
                  <a:pt x="2643" y="250"/>
                </a:cubicBezTo>
                <a:cubicBezTo>
                  <a:pt x="2653" y="217"/>
                  <a:pt x="2682" y="203"/>
                  <a:pt x="2713" y="192"/>
                </a:cubicBezTo>
                <a:cubicBezTo>
                  <a:pt x="2736" y="169"/>
                  <a:pt x="2759" y="150"/>
                  <a:pt x="2790" y="141"/>
                </a:cubicBezTo>
                <a:cubicBezTo>
                  <a:pt x="2801" y="132"/>
                  <a:pt x="2817" y="130"/>
                  <a:pt x="2829" y="122"/>
                </a:cubicBezTo>
                <a:cubicBezTo>
                  <a:pt x="2834" y="117"/>
                  <a:pt x="2834" y="106"/>
                  <a:pt x="2841" y="103"/>
                </a:cubicBezTo>
                <a:cubicBezTo>
                  <a:pt x="2854" y="94"/>
                  <a:pt x="2891" y="83"/>
                  <a:pt x="2912" y="77"/>
                </a:cubicBezTo>
                <a:cubicBezTo>
                  <a:pt x="3009" y="10"/>
                  <a:pt x="3159" y="0"/>
                  <a:pt x="3270"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 name="Rectangle 9"/>
          <p:cNvSpPr>
            <a:spLocks noChangeArrowheads="1"/>
          </p:cNvSpPr>
          <p:nvPr/>
        </p:nvSpPr>
        <p:spPr bwMode="auto">
          <a:xfrm>
            <a:off x="1949450" y="792163"/>
            <a:ext cx="5670550" cy="579437"/>
          </a:xfrm>
          <a:prstGeom prst="rect">
            <a:avLst/>
          </a:prstGeom>
          <a:noFill/>
          <a:ln w="9525">
            <a:noFill/>
            <a:miter lim="800000"/>
            <a:headEnd/>
            <a:tailEnd/>
          </a:ln>
        </p:spPr>
        <p:txBody>
          <a:bodyPr wrap="none">
            <a:spAutoFit/>
          </a:bodyPr>
          <a:lstStyle/>
          <a:p>
            <a:pPr>
              <a:defRPr/>
            </a:pPr>
            <a:r>
              <a:rPr lang="en-US" sz="3200" b="1">
                <a:effectLst>
                  <a:outerShdw blurRad="38100" dist="38100" dir="2700000" algn="tl">
                    <a:srgbClr val="DDDDDD"/>
                  </a:outerShdw>
                </a:effectLst>
              </a:rPr>
              <a:t>Attitude to change over time</a:t>
            </a:r>
          </a:p>
        </p:txBody>
      </p:sp>
      <p:sp>
        <p:nvSpPr>
          <p:cNvPr id="81929" name="Text Box 10"/>
          <p:cNvSpPr txBox="1">
            <a:spLocks noChangeArrowheads="1"/>
          </p:cNvSpPr>
          <p:nvPr/>
        </p:nvSpPr>
        <p:spPr bwMode="auto">
          <a:xfrm>
            <a:off x="1965325" y="3138488"/>
            <a:ext cx="8366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400"/>
              <a:t>1.Denial</a:t>
            </a:r>
          </a:p>
        </p:txBody>
      </p:sp>
      <p:sp>
        <p:nvSpPr>
          <p:cNvPr id="81930" name="Rectangle 11"/>
          <p:cNvSpPr>
            <a:spLocks noChangeArrowheads="1"/>
          </p:cNvSpPr>
          <p:nvPr/>
        </p:nvSpPr>
        <p:spPr bwMode="auto">
          <a:xfrm>
            <a:off x="2590800" y="3405188"/>
            <a:ext cx="8556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400"/>
              <a:t>2. Anger</a:t>
            </a:r>
          </a:p>
        </p:txBody>
      </p:sp>
      <p:sp>
        <p:nvSpPr>
          <p:cNvPr id="81931" name="Rectangle 12"/>
          <p:cNvSpPr>
            <a:spLocks noChangeArrowheads="1"/>
          </p:cNvSpPr>
          <p:nvPr/>
        </p:nvSpPr>
        <p:spPr bwMode="auto">
          <a:xfrm>
            <a:off x="3200400" y="3786188"/>
            <a:ext cx="15176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400"/>
              <a:t>3. Immobilisation</a:t>
            </a:r>
          </a:p>
        </p:txBody>
      </p:sp>
      <p:sp>
        <p:nvSpPr>
          <p:cNvPr id="81932" name="Rectangle 13"/>
          <p:cNvSpPr>
            <a:spLocks noChangeArrowheads="1"/>
          </p:cNvSpPr>
          <p:nvPr/>
        </p:nvSpPr>
        <p:spPr bwMode="auto">
          <a:xfrm>
            <a:off x="3810000" y="4548188"/>
            <a:ext cx="1479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400"/>
              <a:t>4. Reject/Accept</a:t>
            </a:r>
          </a:p>
        </p:txBody>
      </p:sp>
      <p:sp>
        <p:nvSpPr>
          <p:cNvPr id="81933" name="Rectangle 14"/>
          <p:cNvSpPr>
            <a:spLocks noChangeArrowheads="1"/>
          </p:cNvSpPr>
          <p:nvPr/>
        </p:nvSpPr>
        <p:spPr bwMode="auto">
          <a:xfrm>
            <a:off x="5715000" y="3709988"/>
            <a:ext cx="965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400"/>
              <a:t>5. Testing</a:t>
            </a:r>
          </a:p>
        </p:txBody>
      </p:sp>
      <p:sp>
        <p:nvSpPr>
          <p:cNvPr id="81934" name="Rectangle 15"/>
          <p:cNvSpPr>
            <a:spLocks noChangeArrowheads="1"/>
          </p:cNvSpPr>
          <p:nvPr/>
        </p:nvSpPr>
        <p:spPr bwMode="auto">
          <a:xfrm>
            <a:off x="6400800" y="2068513"/>
            <a:ext cx="12017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400"/>
              <a:t>6. Enhanced</a:t>
            </a:r>
          </a:p>
          <a:p>
            <a:r>
              <a:rPr lang="en-US" sz="1400"/>
              <a:t>Performance</a:t>
            </a:r>
          </a:p>
        </p:txBody>
      </p:sp>
      <p:sp>
        <p:nvSpPr>
          <p:cNvPr id="81935" name="Footer Placeholder 1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Arial" charset="0"/>
                <a:ea typeface="ＭＳ Ｐゴシック" charset="0"/>
                <a:cs typeface="ＭＳ Ｐゴシック" charset="0"/>
              </a:defRPr>
            </a:lvl1pPr>
            <a:lvl2pPr marL="742950" indent="-285750">
              <a:defRPr sz="2800">
                <a:solidFill>
                  <a:schemeClr val="tx1"/>
                </a:solidFill>
                <a:latin typeface="Arial" charset="0"/>
                <a:ea typeface="ＭＳ Ｐゴシック" charset="0"/>
              </a:defRPr>
            </a:lvl2pPr>
            <a:lvl3pPr marL="1143000" indent="-228600">
              <a:defRPr sz="2800">
                <a:solidFill>
                  <a:schemeClr val="tx1"/>
                </a:solidFill>
                <a:latin typeface="Arial" charset="0"/>
                <a:ea typeface="ＭＳ Ｐゴシック" charset="0"/>
              </a:defRPr>
            </a:lvl3pPr>
            <a:lvl4pPr marL="1600200" indent="-228600">
              <a:defRPr sz="2800">
                <a:solidFill>
                  <a:schemeClr val="tx1"/>
                </a:solidFill>
                <a:latin typeface="Arial" charset="0"/>
                <a:ea typeface="ＭＳ Ｐゴシック" charset="0"/>
              </a:defRPr>
            </a:lvl4pPr>
            <a:lvl5pPr marL="2057400" indent="-228600">
              <a:defRPr sz="2800">
                <a:solidFill>
                  <a:schemeClr val="tx1"/>
                </a:solidFill>
                <a:latin typeface="Arial" charset="0"/>
                <a:ea typeface="ＭＳ Ｐゴシック" charset="0"/>
              </a:defRPr>
            </a:lvl5pPr>
            <a:lvl6pPr marL="2514600" indent="-228600" eaLnBrk="0" fontAlgn="base" hangingPunct="0">
              <a:spcBef>
                <a:spcPct val="0"/>
              </a:spcBef>
              <a:spcAft>
                <a:spcPct val="0"/>
              </a:spcAft>
              <a:defRPr sz="2800">
                <a:solidFill>
                  <a:schemeClr val="tx1"/>
                </a:solidFill>
                <a:latin typeface="Arial" charset="0"/>
                <a:ea typeface="ＭＳ Ｐゴシック" charset="0"/>
              </a:defRPr>
            </a:lvl6pPr>
            <a:lvl7pPr marL="2971800" indent="-228600" eaLnBrk="0" fontAlgn="base" hangingPunct="0">
              <a:spcBef>
                <a:spcPct val="0"/>
              </a:spcBef>
              <a:spcAft>
                <a:spcPct val="0"/>
              </a:spcAft>
              <a:defRPr sz="2800">
                <a:solidFill>
                  <a:schemeClr val="tx1"/>
                </a:solidFill>
                <a:latin typeface="Arial" charset="0"/>
                <a:ea typeface="ＭＳ Ｐゴシック" charset="0"/>
              </a:defRPr>
            </a:lvl7pPr>
            <a:lvl8pPr marL="3429000" indent="-228600" eaLnBrk="0" fontAlgn="base" hangingPunct="0">
              <a:spcBef>
                <a:spcPct val="0"/>
              </a:spcBef>
              <a:spcAft>
                <a:spcPct val="0"/>
              </a:spcAft>
              <a:defRPr sz="2800">
                <a:solidFill>
                  <a:schemeClr val="tx1"/>
                </a:solidFill>
                <a:latin typeface="Arial" charset="0"/>
                <a:ea typeface="ＭＳ Ｐゴシック" charset="0"/>
              </a:defRPr>
            </a:lvl8pPr>
            <a:lvl9pPr marL="3886200" indent="-228600" eaLnBrk="0" fontAlgn="base" hangingPunct="0">
              <a:spcBef>
                <a:spcPct val="0"/>
              </a:spcBef>
              <a:spcAft>
                <a:spcPct val="0"/>
              </a:spcAft>
              <a:defRPr sz="2800">
                <a:solidFill>
                  <a:schemeClr val="tx1"/>
                </a:solidFill>
                <a:latin typeface="Arial" charset="0"/>
                <a:ea typeface="ＭＳ Ｐゴシック" charset="0"/>
              </a:defRPr>
            </a:lvl9pPr>
          </a:lstStyle>
          <a:p>
            <a:r>
              <a:rPr lang="en-US" sz="1200"/>
              <a:t>© Borrows and Thorsborne, 2012</a:t>
            </a:r>
          </a:p>
        </p:txBody>
      </p:sp>
    </p:spTree>
    <p:extLst>
      <p:ext uri="{BB962C8B-B14F-4D97-AF65-F5344CB8AC3E}">
        <p14:creationId xmlns:p14="http://schemas.microsoft.com/office/powerpoint/2010/main" val="2896439904"/>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359</Words>
  <Application>Microsoft Macintosh PowerPoint</Application>
  <PresentationFormat>On-screen Show (4:3)</PresentationFormat>
  <Paragraphs>99</Paragraphs>
  <Slides>5</Slides>
  <Notes>3</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Restorative Values</vt:lpstr>
      <vt:lpstr>PowerPoint Presentation</vt:lpstr>
      <vt:lpstr>    Diffusion Model of Innovation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Margaret Thorsborne</dc:creator>
  <cp:lastModifiedBy>Margaret Thorsborne</cp:lastModifiedBy>
  <cp:revision>2</cp:revision>
  <dcterms:created xsi:type="dcterms:W3CDTF">2013-11-05T08:07:39Z</dcterms:created>
  <dcterms:modified xsi:type="dcterms:W3CDTF">2013-11-05T08:11:16Z</dcterms:modified>
</cp:coreProperties>
</file>