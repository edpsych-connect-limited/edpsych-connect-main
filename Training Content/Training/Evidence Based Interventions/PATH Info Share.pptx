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9" r:id="rId2"/>
  </p:sldMasterIdLst>
  <p:notesMasterIdLst>
    <p:notesMasterId r:id="rId7"/>
  </p:notesMasterIdLst>
  <p:sldIdLst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7EABEC-3EC6-416D-BD8A-418E4A6ADAA7}" v="1" dt="2022-01-12T11:12:1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49798" autoAdjust="0"/>
  </p:normalViewPr>
  <p:slideViewPr>
    <p:cSldViewPr snapToGrid="0">
      <p:cViewPr varScale="1">
        <p:scale>
          <a:sx n="33" d="100"/>
          <a:sy n="33" d="100"/>
        </p:scale>
        <p:origin x="18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-Marie Faughey" userId="a75694b0-f27c-473b-9a7a-41a0bf411188" providerId="ADAL" clId="{387EABEC-3EC6-416D-BD8A-418E4A6ADAA7}"/>
    <pc:docChg chg="undo custSel addSld modSld">
      <pc:chgData name="Ann-Marie Faughey" userId="a75694b0-f27c-473b-9a7a-41a0bf411188" providerId="ADAL" clId="{387EABEC-3EC6-416D-BD8A-418E4A6ADAA7}" dt="2022-01-12T11:32:40.047" v="1851" actId="20577"/>
      <pc:docMkLst>
        <pc:docMk/>
      </pc:docMkLst>
      <pc:sldChg chg="modSp mod modNotesTx">
        <pc:chgData name="Ann-Marie Faughey" userId="a75694b0-f27c-473b-9a7a-41a0bf411188" providerId="ADAL" clId="{387EABEC-3EC6-416D-BD8A-418E4A6ADAA7}" dt="2022-01-12T11:27:25.603" v="1819" actId="2711"/>
        <pc:sldMkLst>
          <pc:docMk/>
          <pc:sldMk cId="1775890208" sldId="259"/>
        </pc:sldMkLst>
        <pc:spChg chg="mod">
          <ac:chgData name="Ann-Marie Faughey" userId="a75694b0-f27c-473b-9a7a-41a0bf411188" providerId="ADAL" clId="{387EABEC-3EC6-416D-BD8A-418E4A6ADAA7}" dt="2022-01-12T11:25:28.096" v="1802" actId="14100"/>
          <ac:spMkLst>
            <pc:docMk/>
            <pc:sldMk cId="1775890208" sldId="259"/>
            <ac:spMk id="22" creationId="{00000000-0000-0000-0000-000000000000}"/>
          </ac:spMkLst>
        </pc:spChg>
        <pc:spChg chg="mod">
          <ac:chgData name="Ann-Marie Faughey" userId="a75694b0-f27c-473b-9a7a-41a0bf411188" providerId="ADAL" clId="{387EABEC-3EC6-416D-BD8A-418E4A6ADAA7}" dt="2022-01-12T11:27:25.603" v="1819" actId="2711"/>
          <ac:spMkLst>
            <pc:docMk/>
            <pc:sldMk cId="1775890208" sldId="259"/>
            <ac:spMk id="23" creationId="{00000000-0000-0000-0000-000000000000}"/>
          </ac:spMkLst>
        </pc:spChg>
      </pc:sldChg>
      <pc:sldChg chg="addSp delSp modSp mod modClrScheme chgLayout modNotesTx">
        <pc:chgData name="Ann-Marie Faughey" userId="a75694b0-f27c-473b-9a7a-41a0bf411188" providerId="ADAL" clId="{387EABEC-3EC6-416D-BD8A-418E4A6ADAA7}" dt="2022-01-12T11:20:46.396" v="1742" actId="14100"/>
        <pc:sldMkLst>
          <pc:docMk/>
          <pc:sldMk cId="2974033928" sldId="260"/>
        </pc:sldMkLst>
        <pc:spChg chg="mod">
          <ac:chgData name="Ann-Marie Faughey" userId="a75694b0-f27c-473b-9a7a-41a0bf411188" providerId="ADAL" clId="{387EABEC-3EC6-416D-BD8A-418E4A6ADAA7}" dt="2022-01-12T11:04:16.732" v="1480" actId="14100"/>
          <ac:spMkLst>
            <pc:docMk/>
            <pc:sldMk cId="2974033928" sldId="260"/>
            <ac:spMk id="2" creationId="{4B0943BD-E17A-4A33-8BAD-B7D67E7BED37}"/>
          </ac:spMkLst>
        </pc:spChg>
        <pc:spChg chg="mod">
          <ac:chgData name="Ann-Marie Faughey" userId="a75694b0-f27c-473b-9a7a-41a0bf411188" providerId="ADAL" clId="{387EABEC-3EC6-416D-BD8A-418E4A6ADAA7}" dt="2022-01-12T10:59:46.098" v="1281" actId="1076"/>
          <ac:spMkLst>
            <pc:docMk/>
            <pc:sldMk cId="2974033928" sldId="260"/>
            <ac:spMk id="5" creationId="{6DA68BDA-D44E-4D6D-BB04-9B1271E69DAE}"/>
          </ac:spMkLst>
        </pc:spChg>
        <pc:spChg chg="add del mod ord">
          <ac:chgData name="Ann-Marie Faughey" userId="a75694b0-f27c-473b-9a7a-41a0bf411188" providerId="ADAL" clId="{387EABEC-3EC6-416D-BD8A-418E4A6ADAA7}" dt="2022-01-12T10:58:41.974" v="1270" actId="700"/>
          <ac:spMkLst>
            <pc:docMk/>
            <pc:sldMk cId="2974033928" sldId="260"/>
            <ac:spMk id="7" creationId="{CFFE232E-60FE-4D50-8A57-FC9396D89D82}"/>
          </ac:spMkLst>
        </pc:spChg>
        <pc:spChg chg="add del mod ord">
          <ac:chgData name="Ann-Marie Faughey" userId="a75694b0-f27c-473b-9a7a-41a0bf411188" providerId="ADAL" clId="{387EABEC-3EC6-416D-BD8A-418E4A6ADAA7}" dt="2022-01-12T10:58:41.974" v="1270" actId="700"/>
          <ac:spMkLst>
            <pc:docMk/>
            <pc:sldMk cId="2974033928" sldId="260"/>
            <ac:spMk id="8" creationId="{88246A22-80EC-40CF-B10D-EB6071CD53CD}"/>
          </ac:spMkLst>
        </pc:spChg>
        <pc:spChg chg="add del mod ord">
          <ac:chgData name="Ann-Marie Faughey" userId="a75694b0-f27c-473b-9a7a-41a0bf411188" providerId="ADAL" clId="{387EABEC-3EC6-416D-BD8A-418E4A6ADAA7}" dt="2022-01-12T10:58:41.974" v="1270" actId="700"/>
          <ac:spMkLst>
            <pc:docMk/>
            <pc:sldMk cId="2974033928" sldId="260"/>
            <ac:spMk id="9" creationId="{C5772102-0011-448C-B0A3-A1097E155DF3}"/>
          </ac:spMkLst>
        </pc:spChg>
        <pc:spChg chg="add del mod ord">
          <ac:chgData name="Ann-Marie Faughey" userId="a75694b0-f27c-473b-9a7a-41a0bf411188" providerId="ADAL" clId="{387EABEC-3EC6-416D-BD8A-418E4A6ADAA7}" dt="2022-01-12T10:58:49.845" v="1272" actId="700"/>
          <ac:spMkLst>
            <pc:docMk/>
            <pc:sldMk cId="2974033928" sldId="260"/>
            <ac:spMk id="10" creationId="{57796F69-9700-4892-A975-DCBD118C22C4}"/>
          </ac:spMkLst>
        </pc:spChg>
        <pc:spChg chg="add del mod ord">
          <ac:chgData name="Ann-Marie Faughey" userId="a75694b0-f27c-473b-9a7a-41a0bf411188" providerId="ADAL" clId="{387EABEC-3EC6-416D-BD8A-418E4A6ADAA7}" dt="2022-01-12T10:58:49.845" v="1272" actId="700"/>
          <ac:spMkLst>
            <pc:docMk/>
            <pc:sldMk cId="2974033928" sldId="260"/>
            <ac:spMk id="11" creationId="{1D715F3C-8DD1-4ADE-8E73-182CDF35480D}"/>
          </ac:spMkLst>
        </pc:spChg>
        <pc:spChg chg="add del mod ord">
          <ac:chgData name="Ann-Marie Faughey" userId="a75694b0-f27c-473b-9a7a-41a0bf411188" providerId="ADAL" clId="{387EABEC-3EC6-416D-BD8A-418E4A6ADAA7}" dt="2022-01-12T10:58:49.845" v="1272" actId="700"/>
          <ac:spMkLst>
            <pc:docMk/>
            <pc:sldMk cId="2974033928" sldId="260"/>
            <ac:spMk id="12" creationId="{FD97C965-16B1-4137-8655-32D1BF91A907}"/>
          </ac:spMkLst>
        </pc:spChg>
        <pc:spChg chg="add del mod ord">
          <ac:chgData name="Ann-Marie Faughey" userId="a75694b0-f27c-473b-9a7a-41a0bf411188" providerId="ADAL" clId="{387EABEC-3EC6-416D-BD8A-418E4A6ADAA7}" dt="2022-01-12T10:59:01.039" v="1274" actId="700"/>
          <ac:spMkLst>
            <pc:docMk/>
            <pc:sldMk cId="2974033928" sldId="260"/>
            <ac:spMk id="13" creationId="{885AD6AD-CEDE-4CB7-A38D-386A1B8ED1AB}"/>
          </ac:spMkLst>
        </pc:spChg>
        <pc:spChg chg="add del mod ord">
          <ac:chgData name="Ann-Marie Faughey" userId="a75694b0-f27c-473b-9a7a-41a0bf411188" providerId="ADAL" clId="{387EABEC-3EC6-416D-BD8A-418E4A6ADAA7}" dt="2022-01-12T10:59:01.039" v="1274" actId="700"/>
          <ac:spMkLst>
            <pc:docMk/>
            <pc:sldMk cId="2974033928" sldId="260"/>
            <ac:spMk id="14" creationId="{9008BA2B-9BFF-48D1-8290-DECAD8AAD875}"/>
          </ac:spMkLst>
        </pc:spChg>
        <pc:spChg chg="add del mod ord">
          <ac:chgData name="Ann-Marie Faughey" userId="a75694b0-f27c-473b-9a7a-41a0bf411188" providerId="ADAL" clId="{387EABEC-3EC6-416D-BD8A-418E4A6ADAA7}" dt="2022-01-12T10:59:24.916" v="1277" actId="478"/>
          <ac:spMkLst>
            <pc:docMk/>
            <pc:sldMk cId="2974033928" sldId="260"/>
            <ac:spMk id="15" creationId="{17C211B2-691C-464D-9BF0-AFD8C9378273}"/>
          </ac:spMkLst>
        </pc:spChg>
        <pc:spChg chg="add del mod ord">
          <ac:chgData name="Ann-Marie Faughey" userId="a75694b0-f27c-473b-9a7a-41a0bf411188" providerId="ADAL" clId="{387EABEC-3EC6-416D-BD8A-418E4A6ADAA7}" dt="2022-01-12T10:59:19.743" v="1276" actId="478"/>
          <ac:spMkLst>
            <pc:docMk/>
            <pc:sldMk cId="2974033928" sldId="260"/>
            <ac:spMk id="16" creationId="{8A5EA6CE-1C22-4DA4-B581-49737590BB26}"/>
          </ac:spMkLst>
        </pc:spChg>
        <pc:spChg chg="add mod ord">
          <ac:chgData name="Ann-Marie Faughey" userId="a75694b0-f27c-473b-9a7a-41a0bf411188" providerId="ADAL" clId="{387EABEC-3EC6-416D-BD8A-418E4A6ADAA7}" dt="2022-01-12T11:20:46.396" v="1742" actId="14100"/>
          <ac:spMkLst>
            <pc:docMk/>
            <pc:sldMk cId="2974033928" sldId="260"/>
            <ac:spMk id="17" creationId="{B1D874E2-8B81-40B3-B8E5-A830BEBFC37D}"/>
          </ac:spMkLst>
        </pc:spChg>
        <pc:picChg chg="mod">
          <ac:chgData name="Ann-Marie Faughey" userId="a75694b0-f27c-473b-9a7a-41a0bf411188" providerId="ADAL" clId="{387EABEC-3EC6-416D-BD8A-418E4A6ADAA7}" dt="2022-01-12T11:04:04.725" v="1479" actId="14100"/>
          <ac:picMkLst>
            <pc:docMk/>
            <pc:sldMk cId="2974033928" sldId="260"/>
            <ac:picMk id="4" creationId="{08B7646D-DC18-4EFE-AABB-8C0C98C75B65}"/>
          </ac:picMkLst>
        </pc:picChg>
      </pc:sldChg>
      <pc:sldChg chg="addSp delSp modSp add mod modNotesTx">
        <pc:chgData name="Ann-Marie Faughey" userId="a75694b0-f27c-473b-9a7a-41a0bf411188" providerId="ADAL" clId="{387EABEC-3EC6-416D-BD8A-418E4A6ADAA7}" dt="2022-01-12T10:39:27.235" v="52" actId="6549"/>
        <pc:sldMkLst>
          <pc:docMk/>
          <pc:sldMk cId="2047796310" sldId="261"/>
        </pc:sldMkLst>
        <pc:spChg chg="mod">
          <ac:chgData name="Ann-Marie Faughey" userId="a75694b0-f27c-473b-9a7a-41a0bf411188" providerId="ADAL" clId="{387EABEC-3EC6-416D-BD8A-418E4A6ADAA7}" dt="2022-01-12T10:32:30.725" v="31" actId="6549"/>
          <ac:spMkLst>
            <pc:docMk/>
            <pc:sldMk cId="2047796310" sldId="261"/>
            <ac:spMk id="2" creationId="{4B0943BD-E17A-4A33-8BAD-B7D67E7BED37}"/>
          </ac:spMkLst>
        </pc:spChg>
        <pc:spChg chg="del">
          <ac:chgData name="Ann-Marie Faughey" userId="a75694b0-f27c-473b-9a7a-41a0bf411188" providerId="ADAL" clId="{387EABEC-3EC6-416D-BD8A-418E4A6ADAA7}" dt="2022-01-12T10:32:36.929" v="33" actId="478"/>
          <ac:spMkLst>
            <pc:docMk/>
            <pc:sldMk cId="2047796310" sldId="261"/>
            <ac:spMk id="5" creationId="{6DA68BDA-D44E-4D6D-BB04-9B1271E69DAE}"/>
          </ac:spMkLst>
        </pc:spChg>
        <pc:picChg chg="del">
          <ac:chgData name="Ann-Marie Faughey" userId="a75694b0-f27c-473b-9a7a-41a0bf411188" providerId="ADAL" clId="{387EABEC-3EC6-416D-BD8A-418E4A6ADAA7}" dt="2022-01-12T10:32:35.185" v="32" actId="21"/>
          <ac:picMkLst>
            <pc:docMk/>
            <pc:sldMk cId="2047796310" sldId="261"/>
            <ac:picMk id="4" creationId="{08B7646D-DC18-4EFE-AABB-8C0C98C75B65}"/>
          </ac:picMkLst>
        </pc:picChg>
        <pc:picChg chg="add mod modCrop">
          <ac:chgData name="Ann-Marie Faughey" userId="a75694b0-f27c-473b-9a7a-41a0bf411188" providerId="ADAL" clId="{387EABEC-3EC6-416D-BD8A-418E4A6ADAA7}" dt="2022-01-12T10:36:47.121" v="46" actId="1076"/>
          <ac:picMkLst>
            <pc:docMk/>
            <pc:sldMk cId="2047796310" sldId="261"/>
            <ac:picMk id="6" creationId="{2413B512-3979-41D0-AD82-0675CB0FBAF0}"/>
          </ac:picMkLst>
        </pc:picChg>
        <pc:picChg chg="add mod">
          <ac:chgData name="Ann-Marie Faughey" userId="a75694b0-f27c-473b-9a7a-41a0bf411188" providerId="ADAL" clId="{387EABEC-3EC6-416D-BD8A-418E4A6ADAA7}" dt="2022-01-12T10:37:07.171" v="49" actId="1076"/>
          <ac:picMkLst>
            <pc:docMk/>
            <pc:sldMk cId="2047796310" sldId="261"/>
            <ac:picMk id="8" creationId="{4308A990-6D02-4883-8D03-F1D56031B874}"/>
          </ac:picMkLst>
        </pc:picChg>
      </pc:sldChg>
      <pc:sldChg chg="modSp new mod modNotesTx">
        <pc:chgData name="Ann-Marie Faughey" userId="a75694b0-f27c-473b-9a7a-41a0bf411188" providerId="ADAL" clId="{387EABEC-3EC6-416D-BD8A-418E4A6ADAA7}" dt="2022-01-12T11:32:40.047" v="1851" actId="20577"/>
        <pc:sldMkLst>
          <pc:docMk/>
          <pc:sldMk cId="922702141" sldId="262"/>
        </pc:sldMkLst>
        <pc:spChg chg="mod">
          <ac:chgData name="Ann-Marie Faughey" userId="a75694b0-f27c-473b-9a7a-41a0bf411188" providerId="ADAL" clId="{387EABEC-3EC6-416D-BD8A-418E4A6ADAA7}" dt="2022-01-12T10:55:52.103" v="1267" actId="122"/>
          <ac:spMkLst>
            <pc:docMk/>
            <pc:sldMk cId="922702141" sldId="262"/>
            <ac:spMk id="2" creationId="{ACDB916D-4136-413A-ACB9-052235C0F597}"/>
          </ac:spMkLst>
        </pc:spChg>
        <pc:spChg chg="mod">
          <ac:chgData name="Ann-Marie Faughey" userId="a75694b0-f27c-473b-9a7a-41a0bf411188" providerId="ADAL" clId="{387EABEC-3EC6-416D-BD8A-418E4A6ADAA7}" dt="2022-01-12T11:12:22.266" v="1741" actId="20577"/>
          <ac:spMkLst>
            <pc:docMk/>
            <pc:sldMk cId="922702141" sldId="262"/>
            <ac:spMk id="3" creationId="{CCAE91D3-0827-471B-A58A-F3B7B5315D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69592-3A12-4F7F-AE24-36AABB3677B6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1E541-6B72-4B67-92AB-CA608EE58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62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3C86B-063F-4CB0-99B9-7A5F4CD607B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337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PATH originated with </a:t>
            </a:r>
            <a:r>
              <a:rPr lang="en-GB" dirty="0" err="1"/>
              <a:t>Pearpoint</a:t>
            </a:r>
            <a:r>
              <a:rPr lang="en-GB" dirty="0"/>
              <a:t>, Forest and O’Brien in Canada in the early 1990’s – it is a powerful person-centred planning tool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It uses positive psychology such as the principles of Appreciative Inquiry to support individual and organisational planning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Ideally, there should be a facilitator and graphic recorder AND is usually completed in one session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It is built around a central focus person called a PATHFINDER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PATHFINDER and those supporting them come together to create a PATH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group describes the present situation for the PATHFINDER and explore how that feels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PATHFINDER is invited to share their DREAM – of their highest purpose in life, their positive, desirable future. This includes considering the goals the PATHFINDER wants to work towards and enrol others to work towards as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Working backwards, long and short term outcomes are identified as well as what and who is needed to achieve these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F3C86B-063F-4CB0-99B9-7A5F4CD607B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16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F3C86B-063F-4CB0-99B9-7A5F4CD607B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997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Symbol" panose="05050102010706020507" pitchFamily="18" charset="2"/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to use PATH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all involved are feeling little optimism or hope about the future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There is no clear sense of direction for the young person, family or for the professionals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Where team building amongst all involved feels like a priority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Where there is little felt energy for change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Where the young person has severe and complex needs arising from an impairment, disabling attitudes or social circumstances and because of this, it has become hard to imagine a positive future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not to use a PATH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needs are not complex and there already is reasonable clarity about where to go next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Where the declared aim of the team is assessment or diagnosis or a statutory SEN or safeguarding review needs to be held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planning and problem solving are not priority activities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When there has been no preparation for participants</a:t>
            </a:r>
            <a:endParaRPr lang="en-GB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1E541-6B72-4B67-92AB-CA608EE5847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35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14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72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37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46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58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37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85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9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21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5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655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176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109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739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45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452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819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914544" y="1599416"/>
            <a:ext cx="10364861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1829092" y="2917559"/>
            <a:ext cx="8535768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Click to edit Master subtitle style</a:t>
            </a:r>
            <a:endParaRPr lang="en-GB" sz="2800"/>
          </a:p>
        </p:txBody>
      </p:sp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609700" y="4772027"/>
            <a:ext cx="2845256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3FF8B-3D7E-40A3-972F-2290F6E679E5}" type="datetimeFigureOut">
              <a:rPr lang="en-GB" sz="1800" smtClean="0"/>
              <a:pPr/>
              <a:t>12/01/2022</a:t>
            </a:fld>
            <a:endParaRPr lang="en-GB" sz="180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739001" y="4772027"/>
            <a:ext cx="2845256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0B5BB9-13EB-4BF4-AFFE-1FD7252BD932}" type="slidenum">
              <a:rPr lang="en-GB" sz="1800" smtClean="0"/>
              <a:pPr/>
              <a:t>‹#›</a:t>
            </a:fld>
            <a:endParaRPr lang="en-GB" sz="1800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914544" y="1599416"/>
            <a:ext cx="10364861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1829092" y="2917559"/>
            <a:ext cx="8535768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Click to edit Master subtitle style</a:t>
            </a:r>
            <a:endParaRPr lang="en-GB" sz="3200"/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609700" y="4772027"/>
            <a:ext cx="2845256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2AC66C-F0BF-44A7-86C9-611CA48A43D7}" type="datetimeFigureOut">
              <a:rPr lang="en-GB" sz="1200" smtClean="0"/>
              <a:pPr/>
              <a:t>12/01/2022</a:t>
            </a:fld>
            <a:endParaRPr lang="en-GB" sz="120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739001" y="4772027"/>
            <a:ext cx="2845256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AF9087-94BC-415C-8A96-1D40BD70811D}" type="slidenum">
              <a:rPr lang="en-GB" sz="1200" smtClean="0"/>
              <a:pPr/>
              <a:t>‹#›</a:t>
            </a:fld>
            <a:endParaRPr lang="en-GB" sz="1200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-1" y="-1"/>
            <a:ext cx="12204185" cy="6863708"/>
          </a:xfrm>
          <a:prstGeom prst="rect">
            <a:avLst/>
          </a:prstGeom>
          <a:gradFill flip="none" rotWithShape="1">
            <a:gsLst>
              <a:gs pos="0">
                <a:srgbClr val="2C2D84"/>
              </a:gs>
              <a:gs pos="66000">
                <a:srgbClr val="2E83C5"/>
              </a:gs>
              <a:gs pos="100000">
                <a:srgbClr val="9FC63B"/>
              </a:gs>
              <a:gs pos="42000">
                <a:srgbClr val="006AB4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3004706"/>
            <a:ext cx="12204184" cy="3853294"/>
            <a:chOff x="1" y="1725401"/>
            <a:chExt cx="12191996" cy="5132596"/>
          </a:xfrm>
        </p:grpSpPr>
        <p:sp>
          <p:nvSpPr>
            <p:cNvPr id="12" name="Google Shape;12;p2"/>
            <p:cNvSpPr/>
            <p:nvPr userDrawn="1"/>
          </p:nvSpPr>
          <p:spPr>
            <a:xfrm rot="10800000" flipH="1">
              <a:off x="1" y="1725401"/>
              <a:ext cx="2743198" cy="1645203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 userDrawn="1"/>
          </p:nvSpPr>
          <p:spPr>
            <a:xfrm rot="10800000" flipH="1">
              <a:off x="1727199" y="5517695"/>
              <a:ext cx="7600947" cy="1340302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 userDrawn="1"/>
          </p:nvSpPr>
          <p:spPr>
            <a:xfrm rot="10800000" flipH="1">
              <a:off x="7753345" y="4255937"/>
              <a:ext cx="4438646" cy="1943757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6;p2"/>
            <p:cNvSpPr/>
            <p:nvPr userDrawn="1"/>
          </p:nvSpPr>
          <p:spPr>
            <a:xfrm rot="10800000" flipH="1">
              <a:off x="10915648" y="2490041"/>
              <a:ext cx="1276349" cy="1384766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;p2"/>
            <p:cNvSpPr/>
            <p:nvPr userDrawn="1"/>
          </p:nvSpPr>
          <p:spPr>
            <a:xfrm rot="10800000" flipH="1">
              <a:off x="2730495" y="4531589"/>
              <a:ext cx="2381248" cy="1581685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8;p2"/>
            <p:cNvSpPr/>
            <p:nvPr userDrawn="1"/>
          </p:nvSpPr>
          <p:spPr>
            <a:xfrm rot="10800000" flipH="1">
              <a:off x="11366499" y="3735061"/>
              <a:ext cx="825498" cy="1302188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/>
          <a:stretch/>
        </p:blipFill>
        <p:spPr>
          <a:xfrm>
            <a:off x="685149" y="1"/>
            <a:ext cx="1902756" cy="1818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1" y="5131522"/>
            <a:ext cx="4072057" cy="17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95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83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flipH="1">
            <a:off x="308350" y="6422074"/>
            <a:ext cx="11575313" cy="184297"/>
          </a:xfrm>
          <a:prstGeom prst="rect">
            <a:avLst/>
          </a:prstGeom>
          <a:gradFill>
            <a:gsLst>
              <a:gs pos="0">
                <a:srgbClr val="2C2D84"/>
              </a:gs>
              <a:gs pos="50000">
                <a:srgbClr val="006AB4"/>
              </a:gs>
              <a:gs pos="100000">
                <a:srgbClr val="9FC63B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223290" y="6110180"/>
            <a:ext cx="586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/>
                </a:solidFill>
                <a:latin typeface="+mn-lt"/>
              </a:rPr>
              <a:t>BUCKINGHAMSHIRE</a:t>
            </a:r>
            <a:r>
              <a:rPr lang="en-GB" sz="1200" baseline="0" dirty="0">
                <a:solidFill>
                  <a:schemeClr val="tx1"/>
                </a:solidFill>
                <a:latin typeface="+mn-lt"/>
              </a:rPr>
              <a:t> COUNCIL</a:t>
            </a:r>
            <a:endParaRPr lang="en-GB" sz="12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1758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80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322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725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915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548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7885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7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2158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5B87-3049-4CCA-8D28-C8F0F29ED1B4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811E-14ED-4629-90CC-79E112007B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720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914544" y="1599416"/>
            <a:ext cx="10364861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1829092" y="2917559"/>
            <a:ext cx="8535768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Click to edit Master subtitle style</a:t>
            </a:r>
            <a:endParaRPr lang="en-GB" sz="2800"/>
          </a:p>
        </p:txBody>
      </p:sp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609700" y="4772027"/>
            <a:ext cx="2845256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3FF8B-3D7E-40A3-972F-2290F6E679E5}" type="datetimeFigureOut">
              <a:rPr lang="en-GB" sz="1800" smtClean="0"/>
              <a:pPr/>
              <a:t>12/01/2022</a:t>
            </a:fld>
            <a:endParaRPr lang="en-GB" sz="180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739001" y="4772027"/>
            <a:ext cx="2845256" cy="2741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0B5BB9-13EB-4BF4-AFFE-1FD7252BD932}" type="slidenum">
              <a:rPr lang="en-GB" sz="1800" smtClean="0"/>
              <a:pPr/>
              <a:t>‹#›</a:t>
            </a:fld>
            <a:endParaRPr lang="en-GB" sz="1800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914544" y="1599416"/>
            <a:ext cx="10364861" cy="1103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/>
              <a:t>Click to edit Master title style</a:t>
            </a:r>
            <a:endParaRPr lang="en-GB" sz="440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1829092" y="2917559"/>
            <a:ext cx="8535768" cy="131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Click to edit Master subtitle style</a:t>
            </a:r>
            <a:endParaRPr lang="en-GB" sz="3200"/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609700" y="4772027"/>
            <a:ext cx="2845256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2AC66C-F0BF-44A7-86C9-611CA48A43D7}" type="datetimeFigureOut">
              <a:rPr lang="en-GB" sz="1200" smtClean="0"/>
              <a:pPr/>
              <a:t>12/01/2022</a:t>
            </a:fld>
            <a:endParaRPr lang="en-GB" sz="120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739001" y="4772027"/>
            <a:ext cx="2845256" cy="274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AF9087-94BC-415C-8A96-1D40BD70811D}" type="slidenum">
              <a:rPr lang="en-GB" sz="1200" smtClean="0"/>
              <a:pPr/>
              <a:t>‹#›</a:t>
            </a:fld>
            <a:endParaRPr lang="en-GB" sz="1200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-1" y="-1"/>
            <a:ext cx="12204185" cy="6863708"/>
          </a:xfrm>
          <a:prstGeom prst="rect">
            <a:avLst/>
          </a:prstGeom>
          <a:gradFill flip="none" rotWithShape="1">
            <a:gsLst>
              <a:gs pos="0">
                <a:srgbClr val="2C2D84"/>
              </a:gs>
              <a:gs pos="66000">
                <a:srgbClr val="2E83C5"/>
              </a:gs>
              <a:gs pos="100000">
                <a:srgbClr val="9FC63B"/>
              </a:gs>
              <a:gs pos="42000">
                <a:srgbClr val="006AB4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3004706"/>
            <a:ext cx="12204184" cy="3853294"/>
            <a:chOff x="1" y="1725401"/>
            <a:chExt cx="12191996" cy="5132596"/>
          </a:xfrm>
        </p:grpSpPr>
        <p:sp>
          <p:nvSpPr>
            <p:cNvPr id="12" name="Google Shape;12;p2"/>
            <p:cNvSpPr/>
            <p:nvPr userDrawn="1"/>
          </p:nvSpPr>
          <p:spPr>
            <a:xfrm rot="10800000" flipH="1">
              <a:off x="1" y="1725401"/>
              <a:ext cx="2743198" cy="1645203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 userDrawn="1"/>
          </p:nvSpPr>
          <p:spPr>
            <a:xfrm rot="10800000" flipH="1">
              <a:off x="1727199" y="5517695"/>
              <a:ext cx="7600947" cy="1340302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 userDrawn="1"/>
          </p:nvSpPr>
          <p:spPr>
            <a:xfrm rot="10800000" flipH="1">
              <a:off x="7753345" y="4255937"/>
              <a:ext cx="4438646" cy="1943757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6;p2"/>
            <p:cNvSpPr/>
            <p:nvPr userDrawn="1"/>
          </p:nvSpPr>
          <p:spPr>
            <a:xfrm rot="10800000" flipH="1">
              <a:off x="10915648" y="2490041"/>
              <a:ext cx="1276349" cy="1384766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;p2"/>
            <p:cNvSpPr/>
            <p:nvPr userDrawn="1"/>
          </p:nvSpPr>
          <p:spPr>
            <a:xfrm rot="10800000" flipH="1">
              <a:off x="2730495" y="4531589"/>
              <a:ext cx="2381248" cy="1581685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8;p2"/>
            <p:cNvSpPr/>
            <p:nvPr userDrawn="1"/>
          </p:nvSpPr>
          <p:spPr>
            <a:xfrm rot="10800000" flipH="1">
              <a:off x="11366499" y="3735061"/>
              <a:ext cx="825498" cy="1302188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/>
          <a:stretch/>
        </p:blipFill>
        <p:spPr>
          <a:xfrm>
            <a:off x="685149" y="1"/>
            <a:ext cx="1902756" cy="1818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1" y="5131522"/>
            <a:ext cx="4072057" cy="17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3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A9D906-14EF-466F-BC25-C18271F57771}" type="datetimeFigureOut">
              <a:rPr lang="en-GB" smtClean="0"/>
              <a:t>12/01/2022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59EB1E-F2C6-4649-BF58-43B2E00DF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27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0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 idx="4294967295"/>
          </p:nvPr>
        </p:nvSpPr>
        <p:spPr>
          <a:xfrm>
            <a:off x="2566738" y="873125"/>
            <a:ext cx="9625262" cy="2555875"/>
          </a:xfrm>
        </p:spPr>
        <p:txBody>
          <a:bodyPr anchor="b">
            <a:normAutofit fontScale="90000"/>
          </a:bodyPr>
          <a:lstStyle>
            <a:lvl1pPr algn="l">
              <a:defRPr sz="4800"/>
            </a:lvl1pPr>
          </a:lstStyle>
          <a:p>
            <a:br>
              <a:rPr lang="en-GB" b="1" dirty="0">
                <a:solidFill>
                  <a:schemeClr val="bg1"/>
                </a:solidFill>
              </a:rPr>
            </a:br>
            <a:br>
              <a:rPr lang="en-GB" b="1" dirty="0">
                <a:solidFill>
                  <a:schemeClr val="bg1"/>
                </a:solidFill>
              </a:rPr>
            </a:br>
            <a:r>
              <a:rPr lang="en-GB" sz="6000" b="1" dirty="0">
                <a:solidFill>
                  <a:schemeClr val="bg1"/>
                </a:solidFill>
              </a:rPr>
              <a:t>Planning Alternative Tomorrows with Hope (PATH)</a:t>
            </a:r>
            <a:br>
              <a:rPr lang="en-GB" dirty="0"/>
            </a:b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3" name="Subtitle 2"/>
          <p:cNvSpPr>
            <a:spLocks noGrp="1"/>
          </p:cNvSpPr>
          <p:nvPr>
            <p:ph type="subTitle" idx="4294967295"/>
          </p:nvPr>
        </p:nvSpPr>
        <p:spPr>
          <a:xfrm>
            <a:off x="449179" y="2967790"/>
            <a:ext cx="9336505" cy="389021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z="2800" b="1" i="1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"</a:t>
            </a:r>
            <a:r>
              <a:rPr lang="en-US" sz="3200" i="1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PATH is a way for diverse people, who share a common problem or situation to align...their purposes...their understanding of their situation and its possibilities for hopeful action...their action for change, mutual support, personal and team development and learning</a:t>
            </a:r>
            <a:r>
              <a:rPr lang="en-US" sz="3200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." </a:t>
            </a:r>
          </a:p>
          <a:p>
            <a:r>
              <a:rPr lang="en-US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Jack </a:t>
            </a:r>
            <a:r>
              <a:rPr lang="en-US" dirty="0" err="1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Pearpoint</a:t>
            </a:r>
            <a:r>
              <a:rPr lang="en-US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MS Mincho" panose="02020609040205080304" pitchFamily="49" charset="-128"/>
                <a:cs typeface="Cavolini" panose="020B0502040204020203" pitchFamily="66" charset="0"/>
              </a:rPr>
              <a:t>, John O`Brien and Marsha Forest (1992)</a:t>
            </a:r>
            <a:endParaRPr lang="en-GB" dirty="0">
              <a:solidFill>
                <a:schemeClr val="bg1"/>
              </a:solidFill>
              <a:effectLst/>
              <a:latin typeface="Candara Light" panose="020E0502030303020204" pitchFamily="34" charset="0"/>
              <a:ea typeface="MS Mincho" panose="02020609040205080304" pitchFamily="49" charset="-128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9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943BD-E17A-4A33-8BAD-B7D67E7BED37}"/>
              </a:ext>
            </a:extLst>
          </p:cNvPr>
          <p:cNvSpPr txBox="1"/>
          <p:nvPr/>
        </p:nvSpPr>
        <p:spPr>
          <a:xfrm>
            <a:off x="0" y="418743"/>
            <a:ext cx="9394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What is a PATH?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7646D-DC18-4EFE-AABB-8C0C98C75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3" y="1351055"/>
            <a:ext cx="9114310" cy="5274333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6DA68BDA-D44E-4D6D-BB04-9B1271E69DAE}"/>
              </a:ext>
            </a:extLst>
          </p:cNvPr>
          <p:cNvSpPr/>
          <p:nvPr/>
        </p:nvSpPr>
        <p:spPr>
          <a:xfrm>
            <a:off x="2093912" y="1523206"/>
            <a:ext cx="1838326" cy="622123"/>
          </a:xfrm>
          <a:prstGeom prst="cloud">
            <a:avLst/>
          </a:prstGeom>
          <a:solidFill>
            <a:schemeClr val="bg2">
              <a:lumMod val="50000"/>
            </a:schemeClr>
          </a:solidFill>
          <a:ln w="15875" cap="rnd" cmpd="sng" algn="ctr">
            <a:solidFill>
              <a:srgbClr val="30ACE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D874E2-8B81-40B3-B8E5-A830BEBFC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29011" y="418743"/>
            <a:ext cx="2662989" cy="6439256"/>
          </a:xfrm>
        </p:spPr>
        <p:txBody>
          <a:bodyPr>
            <a:normAutofit lnSpcReduction="10000"/>
          </a:bodyPr>
          <a:lstStyle/>
          <a:p>
            <a:r>
              <a:rPr lang="en-GB" sz="2800" b="1" dirty="0">
                <a:solidFill>
                  <a:schemeClr val="accent1">
                    <a:lumMod val="75000"/>
                  </a:schemeClr>
                </a:solidFill>
              </a:rPr>
              <a:t>STAGES…</a:t>
            </a:r>
          </a:p>
          <a:p>
            <a:endParaRPr lang="en-GB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NOW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DREAM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LONG TERM OUTCOMES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SHORT TERM OUTCOMES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WHO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RESILIENCE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3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943BD-E17A-4A33-8BAD-B7D67E7BED37}"/>
              </a:ext>
            </a:extLst>
          </p:cNvPr>
          <p:cNvSpPr txBox="1"/>
          <p:nvPr/>
        </p:nvSpPr>
        <p:spPr>
          <a:xfrm>
            <a:off x="0" y="418743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Steps to Creating a PATH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3B512-3979-41D0-AD82-0675CB0FBA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13"/>
          <a:stretch/>
        </p:blipFill>
        <p:spPr>
          <a:xfrm>
            <a:off x="161925" y="1895475"/>
            <a:ext cx="6990350" cy="3067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08A990-6D02-4883-8D03-F1D56031B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1126629"/>
            <a:ext cx="5029200" cy="514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9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916D-4136-413A-ACB9-052235C0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Who could a PATH be used for?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91D3-0827-471B-A58A-F3B7B5315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Supporting transitions</a:t>
            </a:r>
          </a:p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CYP who have been excluded/in PRUs</a:t>
            </a:r>
          </a:p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As a structure for Team Around the CYP meetings</a:t>
            </a:r>
          </a:p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As part of the Annual Review process</a:t>
            </a:r>
          </a:p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Planning for school improvement</a:t>
            </a:r>
          </a:p>
          <a:p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EPS – when we’re together!</a:t>
            </a:r>
          </a:p>
        </p:txBody>
      </p:sp>
    </p:spTree>
    <p:extLst>
      <p:ext uri="{BB962C8B-B14F-4D97-AF65-F5344CB8AC3E}">
        <p14:creationId xmlns:p14="http://schemas.microsoft.com/office/powerpoint/2010/main" val="922702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ckinghamshire Council standard template.pptx  -  Read-Only" id="{3005F97B-0C93-4D87-9B79-6F8E0BDE5532}" vid="{2E6BFEDE-B181-46B7-96A5-8BA2FC65D32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447</Words>
  <Application>Microsoft Office PowerPoint</Application>
  <PresentationFormat>Widescreen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Calibri Light</vt:lpstr>
      <vt:lpstr>Candara Light</vt:lpstr>
      <vt:lpstr>Corbel</vt:lpstr>
      <vt:lpstr>Symbol</vt:lpstr>
      <vt:lpstr>Times New Roman</vt:lpstr>
      <vt:lpstr>Parallax</vt:lpstr>
      <vt:lpstr>Office Theme</vt:lpstr>
      <vt:lpstr>  Planning Alternative Tomorrows with Hope (PATH) </vt:lpstr>
      <vt:lpstr>PowerPoint Presentation</vt:lpstr>
      <vt:lpstr>PowerPoint Presentation</vt:lpstr>
      <vt:lpstr>Who could a PATH be used for?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Ann-Marie Faughey</dc:creator>
  <cp:lastModifiedBy>Ann-Marie Faughey</cp:lastModifiedBy>
  <cp:revision>3</cp:revision>
  <dcterms:created xsi:type="dcterms:W3CDTF">2022-01-12T09:54:38Z</dcterms:created>
  <dcterms:modified xsi:type="dcterms:W3CDTF">2022-01-12T11:32:50Z</dcterms:modified>
</cp:coreProperties>
</file>