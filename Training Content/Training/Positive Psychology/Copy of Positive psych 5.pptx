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57" r:id="rId4"/>
    <p:sldId id="262" r:id="rId5"/>
    <p:sldId id="258" r:id="rId6"/>
    <p:sldId id="260" r:id="rId7"/>
    <p:sldId id="263" r:id="rId8"/>
    <p:sldId id="259" r:id="rId9"/>
    <p:sldId id="265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>
      <p:cViewPr varScale="1">
        <p:scale>
          <a:sx n="69" d="100"/>
          <a:sy n="69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B5830EF-DB3B-4871-8C16-29007421A698}" type="datetimeFigureOut">
              <a:rPr lang="en-GB" smtClean="0"/>
              <a:t>06/09/2016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F0206E6-4715-4B0A-B1AF-5DA1A195349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“Falling Up”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704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72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Post-traumatic growth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dirty="0" smtClean="0"/>
              <a:t>What do you think this means?</a:t>
            </a:r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 smtClean="0"/>
          </a:p>
          <a:p>
            <a:pPr marL="114300" indent="0">
              <a:buNone/>
            </a:pPr>
            <a:r>
              <a:rPr lang="en-GB" dirty="0" smtClean="0"/>
              <a:t>What things could be seen as traumatic?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832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Traumatic events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Bereavement</a:t>
            </a:r>
          </a:p>
          <a:p>
            <a:r>
              <a:rPr lang="en-GB" dirty="0" smtClean="0"/>
              <a:t>Illness</a:t>
            </a:r>
          </a:p>
          <a:p>
            <a:r>
              <a:rPr lang="en-GB" dirty="0" smtClean="0"/>
              <a:t>Natural disaster</a:t>
            </a:r>
          </a:p>
          <a:p>
            <a:r>
              <a:rPr lang="en-GB" dirty="0" smtClean="0"/>
              <a:t>Failing exams</a:t>
            </a:r>
          </a:p>
          <a:p>
            <a:pPr marL="1143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386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Post-traumatic growth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After a crisis or something that does not go well, there are </a:t>
            </a:r>
            <a:r>
              <a:rPr lang="en-GB" b="1" dirty="0" smtClean="0"/>
              <a:t>three mental paths:</a:t>
            </a:r>
          </a:p>
          <a:p>
            <a:endParaRPr lang="en-GB" b="1" dirty="0"/>
          </a:p>
          <a:p>
            <a:pPr lvl="1"/>
            <a:r>
              <a:rPr lang="en-GB" dirty="0" smtClean="0"/>
              <a:t>1) the negative event creates no change</a:t>
            </a:r>
          </a:p>
          <a:p>
            <a:pPr lvl="1"/>
            <a:r>
              <a:rPr lang="en-GB" dirty="0" smtClean="0"/>
              <a:t>2) you are worse off after the negative event</a:t>
            </a:r>
          </a:p>
          <a:p>
            <a:pPr lvl="1"/>
            <a:r>
              <a:rPr lang="en-GB" dirty="0" smtClean="0"/>
              <a:t>3) </a:t>
            </a:r>
            <a:r>
              <a:rPr lang="en-GB" b="1" dirty="0" smtClean="0"/>
              <a:t>The Third Path… we are stronger and more capable than before</a:t>
            </a:r>
          </a:p>
          <a:p>
            <a:pPr lvl="1"/>
            <a:endParaRPr lang="en-GB" b="1" dirty="0"/>
          </a:p>
          <a:p>
            <a:pPr lvl="1"/>
            <a:r>
              <a:rPr lang="en-GB" b="1" dirty="0" smtClean="0"/>
              <a:t>The Third Path = </a:t>
            </a:r>
            <a:r>
              <a:rPr lang="en-GB" dirty="0" smtClean="0"/>
              <a:t>“the difference between those who are crippled by failure and those who rise above it”.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131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Post-traumatic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…“we are not imprisoned by our circumstances, our setbacks, our history, our mistakes, or even staggering defeats… </a:t>
            </a:r>
            <a:r>
              <a:rPr lang="en-GB" b="1" dirty="0" smtClean="0"/>
              <a:t>we are freed by our choices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en-GB" dirty="0" smtClean="0"/>
              <a:t>We should perceive failure as an opportunity for growth.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399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Psychological studies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1) After March 2004 Madrid bombings, what did scientists find about people’s reaction?</a:t>
            </a:r>
          </a:p>
          <a:p>
            <a:endParaRPr lang="en-GB" dirty="0"/>
          </a:p>
          <a:p>
            <a:r>
              <a:rPr lang="en-GB" dirty="0" smtClean="0"/>
              <a:t>2) How do some women respond to breast cancer?</a:t>
            </a:r>
          </a:p>
          <a:p>
            <a:pPr marL="114300" indent="0">
              <a:buNone/>
            </a:pPr>
            <a:endParaRPr lang="en-GB" dirty="0" smtClean="0"/>
          </a:p>
          <a:p>
            <a:r>
              <a:rPr lang="en-GB" dirty="0" smtClean="0"/>
              <a:t>3)Why do Coca-Cola advertise how many failed products it trialled?</a:t>
            </a:r>
          </a:p>
          <a:p>
            <a:endParaRPr lang="en-GB" dirty="0"/>
          </a:p>
          <a:p>
            <a:r>
              <a:rPr lang="en-GB" dirty="0" smtClean="0"/>
              <a:t>4) 90 people went through a software programme, half were taught to prevent errors </a:t>
            </a:r>
            <a:r>
              <a:rPr lang="en-GB" dirty="0" err="1" smtClean="0"/>
              <a:t>occuring</a:t>
            </a:r>
            <a:r>
              <a:rPr lang="en-GB" dirty="0" smtClean="0"/>
              <a:t>, the other half were guided into mistakes. Who was faster, more accurate and better at using the programme?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657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“Eureka, we failed”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Walt Disney – fired by a newspaper for not being creative enough.</a:t>
            </a:r>
          </a:p>
          <a:p>
            <a:endParaRPr lang="en-GB" dirty="0"/>
          </a:p>
          <a:p>
            <a:r>
              <a:rPr lang="en-GB" dirty="0" smtClean="0"/>
              <a:t>Michael Jordan – kicked out of college Basketball team. </a:t>
            </a:r>
          </a:p>
          <a:p>
            <a:endParaRPr lang="en-GB" dirty="0"/>
          </a:p>
          <a:p>
            <a:r>
              <a:rPr lang="en-GB" dirty="0" smtClean="0"/>
              <a:t>Do you know any examples?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367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Learned helplessness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Dog study</a:t>
            </a:r>
          </a:p>
          <a:p>
            <a:endParaRPr lang="en-GB" dirty="0"/>
          </a:p>
          <a:p>
            <a:r>
              <a:rPr lang="en-GB" dirty="0" smtClean="0"/>
              <a:t>Human study</a:t>
            </a:r>
          </a:p>
          <a:p>
            <a:endParaRPr lang="en-GB" dirty="0"/>
          </a:p>
          <a:p>
            <a:r>
              <a:rPr lang="en-GB" dirty="0" smtClean="0"/>
              <a:t>When people feel helpless in one avenue of life, this tends to move into others…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955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Decades of study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Explanatory style:</a:t>
            </a:r>
          </a:p>
          <a:p>
            <a:endParaRPr lang="en-GB" dirty="0"/>
          </a:p>
          <a:p>
            <a:r>
              <a:rPr lang="en-GB" dirty="0" smtClean="0"/>
              <a:t>1) “It’s not that bad, it will get better”.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2) “It’s really bad, and it’s never going to change”</a:t>
            </a:r>
            <a:endParaRPr lang="en-GB" dirty="0"/>
          </a:p>
          <a:p>
            <a:endParaRPr lang="en-GB" dirty="0" smtClean="0"/>
          </a:p>
          <a:p>
            <a:r>
              <a:rPr lang="en-GB" dirty="0" smtClean="0"/>
              <a:t>Studies show that this predicts how well young people perform at school.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22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Final activity	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Record </a:t>
            </a:r>
            <a:r>
              <a:rPr lang="en-GB" b="1" smtClean="0"/>
              <a:t>THREE KEY MESSAGES.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06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27</TotalTime>
  <Words>333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Apothecary</vt:lpstr>
      <vt:lpstr>“Falling Up”</vt:lpstr>
      <vt:lpstr>PowerPoint Presentation</vt:lpstr>
      <vt:lpstr>Post-traumatic growth</vt:lpstr>
      <vt:lpstr>Traumatic events</vt:lpstr>
      <vt:lpstr>Post-traumatic growth</vt:lpstr>
      <vt:lpstr>Post-traumatic growth</vt:lpstr>
      <vt:lpstr>Psychological studies</vt:lpstr>
      <vt:lpstr>“Eureka, we failed”</vt:lpstr>
      <vt:lpstr>Learned helplessness</vt:lpstr>
      <vt:lpstr>Decades of study</vt:lpstr>
      <vt:lpstr>Final activity </vt:lpstr>
    </vt:vector>
  </TitlesOfParts>
  <Company>RM plc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“Falling Up”</dc:title>
  <dc:creator>Christopher Bagley</dc:creator>
  <cp:lastModifiedBy>Christopher Bagley</cp:lastModifiedBy>
  <cp:revision>4</cp:revision>
  <dcterms:created xsi:type="dcterms:W3CDTF">2016-06-21T08:00:43Z</dcterms:created>
  <dcterms:modified xsi:type="dcterms:W3CDTF">2016-09-06T11:50:37Z</dcterms:modified>
</cp:coreProperties>
</file>