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  <p:sldMasterId id="2147483661" r:id="rId2"/>
  </p:sldMasterIdLst>
  <p:notesMasterIdLst>
    <p:notesMasterId r:id="rId26"/>
  </p:notesMasterIdLst>
  <p:handoutMasterIdLst>
    <p:handoutMasterId r:id="rId27"/>
  </p:handoutMasterIdLst>
  <p:sldIdLst>
    <p:sldId id="256" r:id="rId3"/>
    <p:sldId id="358" r:id="rId4"/>
    <p:sldId id="371" r:id="rId5"/>
    <p:sldId id="449" r:id="rId6"/>
    <p:sldId id="372" r:id="rId7"/>
    <p:sldId id="440" r:id="rId8"/>
    <p:sldId id="380" r:id="rId9"/>
    <p:sldId id="493" r:id="rId10"/>
    <p:sldId id="397" r:id="rId11"/>
    <p:sldId id="399" r:id="rId12"/>
    <p:sldId id="385" r:id="rId13"/>
    <p:sldId id="452" r:id="rId14"/>
    <p:sldId id="421" r:id="rId15"/>
    <p:sldId id="481" r:id="rId16"/>
    <p:sldId id="453" r:id="rId17"/>
    <p:sldId id="427" r:id="rId18"/>
    <p:sldId id="464" r:id="rId19"/>
    <p:sldId id="454" r:id="rId20"/>
    <p:sldId id="431" r:id="rId21"/>
    <p:sldId id="432" r:id="rId22"/>
    <p:sldId id="433" r:id="rId23"/>
    <p:sldId id="435" r:id="rId24"/>
    <p:sldId id="350" r:id="rId25"/>
  </p:sldIdLst>
  <p:sldSz cx="9144000" cy="6858000" type="screen4x3"/>
  <p:notesSz cx="6807200" cy="9939338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1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1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1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1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100" kern="1200">
        <a:solidFill>
          <a:schemeClr val="tx1"/>
        </a:solidFill>
        <a:latin typeface="Century Gothic" panose="020B0502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0E5"/>
    <a:srgbClr val="8C9EBE"/>
    <a:srgbClr val="CDD0E6"/>
    <a:srgbClr val="DADAE6"/>
    <a:srgbClr val="BDC6DF"/>
    <a:srgbClr val="004B8D"/>
    <a:srgbClr val="E5F5FF"/>
    <a:srgbClr val="FE4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434BE-3275-4694-B49B-9BF5F49ED398}" v="5624" dt="2019-05-06T11:32:52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794" autoAdjust="0"/>
  </p:normalViewPr>
  <p:slideViewPr>
    <p:cSldViewPr>
      <p:cViewPr>
        <p:scale>
          <a:sx n="50" d="100"/>
          <a:sy n="50" d="100"/>
        </p:scale>
        <p:origin x="1956" y="288"/>
      </p:cViewPr>
      <p:guideLst>
        <p:guide orient="horz" pos="1200"/>
        <p:guide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8" d="100"/>
        <a:sy n="128" d="100"/>
      </p:scale>
      <p:origin x="0" y="29104"/>
    </p:cViewPr>
  </p:sorterViewPr>
  <p:notesViewPr>
    <p:cSldViewPr>
      <p:cViewPr varScale="1">
        <p:scale>
          <a:sx n="74" d="100"/>
          <a:sy n="74" d="100"/>
        </p:scale>
        <p:origin x="-4068" y="-90"/>
      </p:cViewPr>
      <p:guideLst>
        <p:guide orient="horz" pos="3131"/>
        <p:guide pos="214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simmonds" userId="a62769c1390564fa" providerId="LiveId" clId="{4AC0B413-6110-4491-B5ED-5A4ED1FDA55C}"/>
    <pc:docChg chg="undo custSel addSld delSld modSld sldOrd modMainMaster">
      <pc:chgData name="sam simmonds" userId="a62769c1390564fa" providerId="LiveId" clId="{4AC0B413-6110-4491-B5ED-5A4ED1FDA55C}" dt="2019-05-06T11:32:52.548" v="5587" actId="20577"/>
      <pc:docMkLst>
        <pc:docMk/>
      </pc:docMkLst>
      <pc:sldChg chg="modSp setBg modNotesTx">
        <pc:chgData name="sam simmonds" userId="a62769c1390564fa" providerId="LiveId" clId="{4AC0B413-6110-4491-B5ED-5A4ED1FDA55C}" dt="2019-05-06T11:00:29.972" v="5401" actId="20577"/>
        <pc:sldMkLst>
          <pc:docMk/>
          <pc:sldMk cId="0" sldId="256"/>
        </pc:sldMkLst>
        <pc:spChg chg="mod">
          <ac:chgData name="sam simmonds" userId="a62769c1390564fa" providerId="LiveId" clId="{4AC0B413-6110-4491-B5ED-5A4ED1FDA55C}" dt="2019-05-05T12:23:27.206" v="4278" actId="14100"/>
          <ac:spMkLst>
            <pc:docMk/>
            <pc:sldMk cId="0" sldId="256"/>
            <ac:spMk id="6146" creationId="{00000000-0000-0000-0000-000000000000}"/>
          </ac:spMkLst>
        </pc:spChg>
        <pc:spChg chg="mod">
          <ac:chgData name="sam simmonds" userId="a62769c1390564fa" providerId="LiveId" clId="{4AC0B413-6110-4491-B5ED-5A4ED1FDA55C}" dt="2019-05-06T11:00:29.972" v="5401" actId="20577"/>
          <ac:spMkLst>
            <pc:docMk/>
            <pc:sldMk cId="0" sldId="256"/>
            <ac:spMk id="6147" creationId="{00000000-0000-0000-0000-000000000000}"/>
          </ac:spMkLst>
        </pc:spChg>
      </pc:sldChg>
      <pc:sldChg chg="del">
        <pc:chgData name="sam simmonds" userId="a62769c1390564fa" providerId="LiveId" clId="{4AC0B413-6110-4491-B5ED-5A4ED1FDA55C}" dt="2019-05-06T10:34:50.278" v="5304" actId="2696"/>
        <pc:sldMkLst>
          <pc:docMk/>
          <pc:sldMk cId="0" sldId="318"/>
        </pc:sldMkLst>
      </pc:sldChg>
      <pc:sldChg chg="add del">
        <pc:chgData name="sam simmonds" userId="a62769c1390564fa" providerId="LiveId" clId="{4AC0B413-6110-4491-B5ED-5A4ED1FDA55C}" dt="2019-05-06T10:35:09.010" v="5308" actId="2696"/>
        <pc:sldMkLst>
          <pc:docMk/>
          <pc:sldMk cId="0" sldId="328"/>
        </pc:sldMkLst>
      </pc:sldChg>
      <pc:sldChg chg="del ord">
        <pc:chgData name="sam simmonds" userId="a62769c1390564fa" providerId="LiveId" clId="{4AC0B413-6110-4491-B5ED-5A4ED1FDA55C}" dt="2019-05-06T10:26:27.364" v="5114" actId="2696"/>
        <pc:sldMkLst>
          <pc:docMk/>
          <pc:sldMk cId="0" sldId="348"/>
        </pc:sldMkLst>
      </pc:sldChg>
      <pc:sldChg chg="modSp">
        <pc:chgData name="sam simmonds" userId="a62769c1390564fa" providerId="LiveId" clId="{4AC0B413-6110-4491-B5ED-5A4ED1FDA55C}" dt="2019-05-06T10:38:50.041" v="5388" actId="20577"/>
        <pc:sldMkLst>
          <pc:docMk/>
          <pc:sldMk cId="0" sldId="350"/>
        </pc:sldMkLst>
        <pc:spChg chg="mod">
          <ac:chgData name="sam simmonds" userId="a62769c1390564fa" providerId="LiveId" clId="{4AC0B413-6110-4491-B5ED-5A4ED1FDA55C}" dt="2019-05-06T10:38:50.041" v="5388" actId="20577"/>
          <ac:spMkLst>
            <pc:docMk/>
            <pc:sldMk cId="0" sldId="350"/>
            <ac:spMk id="131074" creationId="{00000000-0000-0000-0000-000000000000}"/>
          </ac:spMkLst>
        </pc:spChg>
        <pc:spChg chg="mod">
          <ac:chgData name="sam simmonds" userId="a62769c1390564fa" providerId="LiveId" clId="{4AC0B413-6110-4491-B5ED-5A4ED1FDA55C}" dt="2019-05-06T10:38:43.402" v="5374" actId="20577"/>
          <ac:spMkLst>
            <pc:docMk/>
            <pc:sldMk cId="0" sldId="350"/>
            <ac:spMk id="131076" creationId="{00000000-0000-0000-0000-000000000000}"/>
          </ac:spMkLst>
        </pc:spChg>
      </pc:sldChg>
      <pc:sldChg chg="modSp del">
        <pc:chgData name="sam simmonds" userId="a62769c1390564fa" providerId="LiveId" clId="{4AC0B413-6110-4491-B5ED-5A4ED1FDA55C}" dt="2019-05-05T12:21:03.380" v="4229" actId="2696"/>
        <pc:sldMkLst>
          <pc:docMk/>
          <pc:sldMk cId="0" sldId="352"/>
        </pc:sldMkLst>
        <pc:spChg chg="mod">
          <ac:chgData name="sam simmonds" userId="a62769c1390564fa" providerId="LiveId" clId="{4AC0B413-6110-4491-B5ED-5A4ED1FDA55C}" dt="2019-05-05T12:20:42.070" v="4225"/>
          <ac:spMkLst>
            <pc:docMk/>
            <pc:sldMk cId="0" sldId="352"/>
            <ac:spMk id="130051" creationId="{00000000-0000-0000-0000-000000000000}"/>
          </ac:spMkLst>
        </pc:spChg>
      </pc:sldChg>
      <pc:sldChg chg="modSp del">
        <pc:chgData name="sam simmonds" userId="a62769c1390564fa" providerId="LiveId" clId="{4AC0B413-6110-4491-B5ED-5A4ED1FDA55C}" dt="2019-05-05T12:23:17.061" v="4275" actId="2696"/>
        <pc:sldMkLst>
          <pc:docMk/>
          <pc:sldMk cId="0" sldId="353"/>
        </pc:sldMkLst>
        <pc:spChg chg="mod">
          <ac:chgData name="sam simmonds" userId="a62769c1390564fa" providerId="LiveId" clId="{4AC0B413-6110-4491-B5ED-5A4ED1FDA55C}" dt="2019-05-04T11:27:02.256" v="99" actId="20577"/>
          <ac:spMkLst>
            <pc:docMk/>
            <pc:sldMk cId="0" sldId="353"/>
            <ac:spMk id="9218" creationId="{00000000-0000-0000-0000-000000000000}"/>
          </ac:spMkLst>
        </pc:spChg>
        <pc:spChg chg="mod">
          <ac:chgData name="sam simmonds" userId="a62769c1390564fa" providerId="LiveId" clId="{4AC0B413-6110-4491-B5ED-5A4ED1FDA55C}" dt="2019-05-05T12:22:32.674" v="4260"/>
          <ac:spMkLst>
            <pc:docMk/>
            <pc:sldMk cId="0" sldId="353"/>
            <ac:spMk id="9219" creationId="{00000000-0000-0000-0000-000000000000}"/>
          </ac:spMkLst>
        </pc:spChg>
      </pc:sldChg>
      <pc:sldChg chg="addSp modSp modNotesTx">
        <pc:chgData name="sam simmonds" userId="a62769c1390564fa" providerId="LiveId" clId="{4AC0B413-6110-4491-B5ED-5A4ED1FDA55C}" dt="2019-05-06T11:01:22.592" v="5447" actId="20577"/>
        <pc:sldMkLst>
          <pc:docMk/>
          <pc:sldMk cId="0" sldId="358"/>
        </pc:sldMkLst>
        <pc:spChg chg="mod">
          <ac:chgData name="sam simmonds" userId="a62769c1390564fa" providerId="LiveId" clId="{4AC0B413-6110-4491-B5ED-5A4ED1FDA55C}" dt="2019-05-04T13:33:08.937" v="653" actId="255"/>
          <ac:spMkLst>
            <pc:docMk/>
            <pc:sldMk cId="0" sldId="358"/>
            <ac:spMk id="31746" creationId="{00000000-0000-0000-0000-000000000000}"/>
          </ac:spMkLst>
        </pc:spChg>
        <pc:spChg chg="mod">
          <ac:chgData name="sam simmonds" userId="a62769c1390564fa" providerId="LiveId" clId="{4AC0B413-6110-4491-B5ED-5A4ED1FDA55C}" dt="2019-05-06T09:45:45.073" v="5005" actId="12"/>
          <ac:spMkLst>
            <pc:docMk/>
            <pc:sldMk cId="0" sldId="358"/>
            <ac:spMk id="31747" creationId="{00000000-0000-0000-0000-000000000000}"/>
          </ac:spMkLst>
        </pc:spChg>
        <pc:picChg chg="add mod">
          <ac:chgData name="sam simmonds" userId="a62769c1390564fa" providerId="LiveId" clId="{4AC0B413-6110-4491-B5ED-5A4ED1FDA55C}" dt="2019-05-05T12:26:04.746" v="4441" actId="14100"/>
          <ac:picMkLst>
            <pc:docMk/>
            <pc:sldMk cId="0" sldId="358"/>
            <ac:picMk id="5" creationId="{47672315-5DBC-468C-9C9E-3A7FFB0A6B47}"/>
          </ac:picMkLst>
        </pc:picChg>
      </pc:sldChg>
      <pc:sldChg chg="modSp">
        <pc:chgData name="sam simmonds" userId="a62769c1390564fa" providerId="LiveId" clId="{4AC0B413-6110-4491-B5ED-5A4ED1FDA55C}" dt="2019-05-06T09:51:14.968" v="5057" actId="255"/>
        <pc:sldMkLst>
          <pc:docMk/>
          <pc:sldMk cId="0" sldId="371"/>
        </pc:sldMkLst>
        <pc:spChg chg="mod">
          <ac:chgData name="sam simmonds" userId="a62769c1390564fa" providerId="LiveId" clId="{4AC0B413-6110-4491-B5ED-5A4ED1FDA55C}" dt="2019-05-06T09:51:14.968" v="5057" actId="255"/>
          <ac:spMkLst>
            <pc:docMk/>
            <pc:sldMk cId="0" sldId="371"/>
            <ac:spMk id="39939" creationId="{00000000-0000-0000-0000-000000000000}"/>
          </ac:spMkLst>
        </pc:spChg>
      </pc:sldChg>
      <pc:sldChg chg="modSp ord modNotesTx">
        <pc:chgData name="sam simmonds" userId="a62769c1390564fa" providerId="LiveId" clId="{4AC0B413-6110-4491-B5ED-5A4ED1FDA55C}" dt="2019-05-06T09:54:08.301" v="5065"/>
        <pc:sldMkLst>
          <pc:docMk/>
          <pc:sldMk cId="0" sldId="372"/>
        </pc:sldMkLst>
        <pc:spChg chg="mod">
          <ac:chgData name="sam simmonds" userId="a62769c1390564fa" providerId="LiveId" clId="{4AC0B413-6110-4491-B5ED-5A4ED1FDA55C}" dt="2019-05-06T09:42:26.027" v="4899" actId="20577"/>
          <ac:spMkLst>
            <pc:docMk/>
            <pc:sldMk cId="0" sldId="372"/>
            <ac:spMk id="40962" creationId="{00000000-0000-0000-0000-000000000000}"/>
          </ac:spMkLst>
        </pc:spChg>
        <pc:spChg chg="mod">
          <ac:chgData name="sam simmonds" userId="a62769c1390564fa" providerId="LiveId" clId="{4AC0B413-6110-4491-B5ED-5A4ED1FDA55C}" dt="2019-05-06T09:52:28.652" v="5060" actId="113"/>
          <ac:spMkLst>
            <pc:docMk/>
            <pc:sldMk cId="0" sldId="372"/>
            <ac:spMk id="40963" creationId="{00000000-0000-0000-0000-000000000000}"/>
          </ac:spMkLst>
        </pc:spChg>
      </pc:sldChg>
      <pc:sldChg chg="delSp modSp ord modAnim">
        <pc:chgData name="sam simmonds" userId="a62769c1390564fa" providerId="LiveId" clId="{4AC0B413-6110-4491-B5ED-5A4ED1FDA55C}" dt="2019-05-06T10:02:16" v="5113" actId="20577"/>
        <pc:sldMkLst>
          <pc:docMk/>
          <pc:sldMk cId="0" sldId="380"/>
        </pc:sldMkLst>
        <pc:spChg chg="mod">
          <ac:chgData name="sam simmonds" userId="a62769c1390564fa" providerId="LiveId" clId="{4AC0B413-6110-4491-B5ED-5A4ED1FDA55C}" dt="2019-05-06T10:01:22.051" v="5085" actId="115"/>
          <ac:spMkLst>
            <pc:docMk/>
            <pc:sldMk cId="0" sldId="380"/>
            <ac:spMk id="55298" creationId="{00000000-0000-0000-0000-000000000000}"/>
          </ac:spMkLst>
        </pc:spChg>
        <pc:spChg chg="mod">
          <ac:chgData name="sam simmonds" userId="a62769c1390564fa" providerId="LiveId" clId="{4AC0B413-6110-4491-B5ED-5A4ED1FDA55C}" dt="2019-05-06T10:02:16" v="5113" actId="20577"/>
          <ac:spMkLst>
            <pc:docMk/>
            <pc:sldMk cId="0" sldId="380"/>
            <ac:spMk id="55299" creationId="{00000000-0000-0000-0000-000000000000}"/>
          </ac:spMkLst>
        </pc:spChg>
        <pc:picChg chg="del">
          <ac:chgData name="sam simmonds" userId="a62769c1390564fa" providerId="LiveId" clId="{4AC0B413-6110-4491-B5ED-5A4ED1FDA55C}" dt="2019-05-04T15:15:57.276" v="1675" actId="478"/>
          <ac:picMkLst>
            <pc:docMk/>
            <pc:sldMk cId="0" sldId="380"/>
            <ac:picMk id="55300" creationId="{00000000-0000-0000-0000-000000000000}"/>
          </ac:picMkLst>
        </pc:picChg>
      </pc:sldChg>
      <pc:sldChg chg="del ord">
        <pc:chgData name="sam simmonds" userId="a62769c1390564fa" providerId="LiveId" clId="{4AC0B413-6110-4491-B5ED-5A4ED1FDA55C}" dt="2019-05-05T09:16:49.379" v="3237" actId="2696"/>
        <pc:sldMkLst>
          <pc:docMk/>
          <pc:sldMk cId="0" sldId="383"/>
        </pc:sldMkLst>
      </pc:sldChg>
      <pc:sldChg chg="add del">
        <pc:chgData name="sam simmonds" userId="a62769c1390564fa" providerId="LiveId" clId="{4AC0B413-6110-4491-B5ED-5A4ED1FDA55C}" dt="2019-05-05T09:16:45.224" v="3236" actId="2696"/>
        <pc:sldMkLst>
          <pc:docMk/>
          <pc:sldMk cId="4057628299" sldId="386"/>
        </pc:sldMkLst>
      </pc:sldChg>
      <pc:sldChg chg="modSp ord">
        <pc:chgData name="sam simmonds" userId="a62769c1390564fa" providerId="LiveId" clId="{4AC0B413-6110-4491-B5ED-5A4ED1FDA55C}" dt="2019-05-04T15:53:03.614" v="2555"/>
        <pc:sldMkLst>
          <pc:docMk/>
          <pc:sldMk cId="0" sldId="397"/>
        </pc:sldMkLst>
        <pc:spChg chg="mod">
          <ac:chgData name="sam simmonds" userId="a62769c1390564fa" providerId="LiveId" clId="{4AC0B413-6110-4491-B5ED-5A4ED1FDA55C}" dt="2019-05-04T15:44:31.540" v="2531" actId="20577"/>
          <ac:spMkLst>
            <pc:docMk/>
            <pc:sldMk cId="0" sldId="397"/>
            <ac:spMk id="67586" creationId="{00000000-0000-0000-0000-000000000000}"/>
          </ac:spMkLst>
        </pc:spChg>
        <pc:spChg chg="mod">
          <ac:chgData name="sam simmonds" userId="a62769c1390564fa" providerId="LiveId" clId="{4AC0B413-6110-4491-B5ED-5A4ED1FDA55C}" dt="2019-05-04T15:45:01.574" v="2552" actId="20577"/>
          <ac:spMkLst>
            <pc:docMk/>
            <pc:sldMk cId="0" sldId="397"/>
            <ac:spMk id="67587" creationId="{00000000-0000-0000-0000-000000000000}"/>
          </ac:spMkLst>
        </pc:spChg>
      </pc:sldChg>
      <pc:sldChg chg="modSp del ord">
        <pc:chgData name="sam simmonds" userId="a62769c1390564fa" providerId="LiveId" clId="{4AC0B413-6110-4491-B5ED-5A4ED1FDA55C}" dt="2019-05-05T09:10:28.923" v="3225" actId="2696"/>
        <pc:sldMkLst>
          <pc:docMk/>
          <pc:sldMk cId="0" sldId="398"/>
        </pc:sldMkLst>
        <pc:spChg chg="mod">
          <ac:chgData name="sam simmonds" userId="a62769c1390564fa" providerId="LiveId" clId="{4AC0B413-6110-4491-B5ED-5A4ED1FDA55C}" dt="2019-05-04T16:07:05.348" v="2828" actId="20577"/>
          <ac:spMkLst>
            <pc:docMk/>
            <pc:sldMk cId="0" sldId="398"/>
            <ac:spMk id="70659" creationId="{00000000-0000-0000-0000-000000000000}"/>
          </ac:spMkLst>
        </pc:spChg>
      </pc:sldChg>
      <pc:sldChg chg="add del ord">
        <pc:chgData name="sam simmonds" userId="a62769c1390564fa" providerId="LiveId" clId="{4AC0B413-6110-4491-B5ED-5A4ED1FDA55C}" dt="2019-05-06T10:36:35.233" v="5331" actId="2696"/>
        <pc:sldMkLst>
          <pc:docMk/>
          <pc:sldMk cId="3561608402" sldId="398"/>
        </pc:sldMkLst>
      </pc:sldChg>
      <pc:sldChg chg="modSp add del">
        <pc:chgData name="sam simmonds" userId="a62769c1390564fa" providerId="LiveId" clId="{4AC0B413-6110-4491-B5ED-5A4ED1FDA55C}" dt="2019-05-05T09:16:39.412" v="3235" actId="2696"/>
        <pc:sldMkLst>
          <pc:docMk/>
          <pc:sldMk cId="0" sldId="399"/>
        </pc:sldMkLst>
        <pc:spChg chg="mod">
          <ac:chgData name="sam simmonds" userId="a62769c1390564fa" providerId="LiveId" clId="{4AC0B413-6110-4491-B5ED-5A4ED1FDA55C}" dt="2019-05-04T15:59:55.450" v="2764" actId="20577"/>
          <ac:spMkLst>
            <pc:docMk/>
            <pc:sldMk cId="0" sldId="399"/>
            <ac:spMk id="73731" creationId="{00000000-0000-0000-0000-000000000000}"/>
          </ac:spMkLst>
        </pc:spChg>
      </pc:sldChg>
      <pc:sldChg chg="modSp del ord">
        <pc:chgData name="sam simmonds" userId="a62769c1390564fa" providerId="LiveId" clId="{4AC0B413-6110-4491-B5ED-5A4ED1FDA55C}" dt="2019-05-06T11:12:12.757" v="5449" actId="2696"/>
        <pc:sldMkLst>
          <pc:docMk/>
          <pc:sldMk cId="0" sldId="402"/>
        </pc:sldMkLst>
        <pc:spChg chg="mod">
          <ac:chgData name="sam simmonds" userId="a62769c1390564fa" providerId="LiveId" clId="{4AC0B413-6110-4491-B5ED-5A4ED1FDA55C}" dt="2019-05-04T14:54:05.768" v="1346" actId="20577"/>
          <ac:spMkLst>
            <pc:docMk/>
            <pc:sldMk cId="0" sldId="402"/>
            <ac:spMk id="57347" creationId="{00000000-0000-0000-0000-000000000000}"/>
          </ac:spMkLst>
        </pc:spChg>
      </pc:sldChg>
      <pc:sldChg chg="del">
        <pc:chgData name="sam simmonds" userId="a62769c1390564fa" providerId="LiveId" clId="{4AC0B413-6110-4491-B5ED-5A4ED1FDA55C}" dt="2019-05-05T09:16:07.811" v="3233" actId="2696"/>
        <pc:sldMkLst>
          <pc:docMk/>
          <pc:sldMk cId="0" sldId="412"/>
        </pc:sldMkLst>
      </pc:sldChg>
      <pc:sldChg chg="del">
        <pc:chgData name="sam simmonds" userId="a62769c1390564fa" providerId="LiveId" clId="{4AC0B413-6110-4491-B5ED-5A4ED1FDA55C}" dt="2019-05-05T09:15:33.402" v="3230" actId="2696"/>
        <pc:sldMkLst>
          <pc:docMk/>
          <pc:sldMk cId="0" sldId="415"/>
        </pc:sldMkLst>
      </pc:sldChg>
      <pc:sldChg chg="addSp modSp">
        <pc:chgData name="sam simmonds" userId="a62769c1390564fa" providerId="LiveId" clId="{4AC0B413-6110-4491-B5ED-5A4ED1FDA55C}" dt="2019-05-05T09:55:54.729" v="4024" actId="113"/>
        <pc:sldMkLst>
          <pc:docMk/>
          <pc:sldMk cId="0" sldId="421"/>
        </pc:sldMkLst>
        <pc:spChg chg="mod">
          <ac:chgData name="sam simmonds" userId="a62769c1390564fa" providerId="LiveId" clId="{4AC0B413-6110-4491-B5ED-5A4ED1FDA55C}" dt="2019-05-05T09:55:54.729" v="4024" actId="113"/>
          <ac:spMkLst>
            <pc:docMk/>
            <pc:sldMk cId="0" sldId="421"/>
            <ac:spMk id="89091" creationId="{00000000-0000-0000-0000-000000000000}"/>
          </ac:spMkLst>
        </pc:spChg>
        <pc:picChg chg="add mod">
          <ac:chgData name="sam simmonds" userId="a62769c1390564fa" providerId="LiveId" clId="{4AC0B413-6110-4491-B5ED-5A4ED1FDA55C}" dt="2019-05-05T09:18:54.654" v="3257" actId="14100"/>
          <ac:picMkLst>
            <pc:docMk/>
            <pc:sldMk cId="0" sldId="421"/>
            <ac:picMk id="5" creationId="{18EEF902-F0AA-4CD5-BC7D-A9A7A0C4BB48}"/>
          </ac:picMkLst>
        </pc:picChg>
      </pc:sldChg>
      <pc:sldChg chg="del">
        <pc:chgData name="sam simmonds" userId="a62769c1390564fa" providerId="LiveId" clId="{4AC0B413-6110-4491-B5ED-5A4ED1FDA55C}" dt="2019-05-05T09:19:26.053" v="3260" actId="2696"/>
        <pc:sldMkLst>
          <pc:docMk/>
          <pc:sldMk cId="0" sldId="422"/>
        </pc:sldMkLst>
      </pc:sldChg>
      <pc:sldChg chg="modSp del modNotesTx">
        <pc:chgData name="sam simmonds" userId="a62769c1390564fa" providerId="LiveId" clId="{4AC0B413-6110-4491-B5ED-5A4ED1FDA55C}" dt="2019-05-05T12:33:17.813" v="4626" actId="2696"/>
        <pc:sldMkLst>
          <pc:docMk/>
          <pc:sldMk cId="0" sldId="425"/>
        </pc:sldMkLst>
        <pc:spChg chg="mod">
          <ac:chgData name="sam simmonds" userId="a62769c1390564fa" providerId="LiveId" clId="{4AC0B413-6110-4491-B5ED-5A4ED1FDA55C}" dt="2019-05-05T10:02:47.699" v="4138" actId="20577"/>
          <ac:spMkLst>
            <pc:docMk/>
            <pc:sldMk cId="0" sldId="425"/>
            <ac:spMk id="101379" creationId="{00000000-0000-0000-0000-000000000000}"/>
          </ac:spMkLst>
        </pc:spChg>
      </pc:sldChg>
      <pc:sldChg chg="del">
        <pc:chgData name="sam simmonds" userId="a62769c1390564fa" providerId="LiveId" clId="{4AC0B413-6110-4491-B5ED-5A4ED1FDA55C}" dt="2019-05-06T10:27:50.158" v="5116" actId="2696"/>
        <pc:sldMkLst>
          <pc:docMk/>
          <pc:sldMk cId="0" sldId="426"/>
        </pc:sldMkLst>
      </pc:sldChg>
      <pc:sldChg chg="modSp ord">
        <pc:chgData name="sam simmonds" userId="a62769c1390564fa" providerId="LiveId" clId="{4AC0B413-6110-4491-B5ED-5A4ED1FDA55C}" dt="2019-05-06T11:24:56.884" v="5456" actId="20577"/>
        <pc:sldMkLst>
          <pc:docMk/>
          <pc:sldMk cId="0" sldId="427"/>
        </pc:sldMkLst>
        <pc:spChg chg="mod">
          <ac:chgData name="sam simmonds" userId="a62769c1390564fa" providerId="LiveId" clId="{4AC0B413-6110-4491-B5ED-5A4ED1FDA55C}" dt="2019-05-06T10:32:31.830" v="5137"/>
          <ac:spMkLst>
            <pc:docMk/>
            <pc:sldMk cId="0" sldId="427"/>
            <ac:spMk id="116738" creationId="{00000000-0000-0000-0000-000000000000}"/>
          </ac:spMkLst>
        </pc:spChg>
        <pc:spChg chg="mod">
          <ac:chgData name="sam simmonds" userId="a62769c1390564fa" providerId="LiveId" clId="{4AC0B413-6110-4491-B5ED-5A4ED1FDA55C}" dt="2019-05-06T11:24:56.884" v="5456" actId="20577"/>
          <ac:spMkLst>
            <pc:docMk/>
            <pc:sldMk cId="0" sldId="427"/>
            <ac:spMk id="116739" creationId="{00000000-0000-0000-0000-000000000000}"/>
          </ac:spMkLst>
        </pc:spChg>
        <pc:picChg chg="mod">
          <ac:chgData name="sam simmonds" userId="a62769c1390564fa" providerId="LiveId" clId="{4AC0B413-6110-4491-B5ED-5A4ED1FDA55C}" dt="2019-05-06T10:33:00.065" v="5155" actId="1076"/>
          <ac:picMkLst>
            <pc:docMk/>
            <pc:sldMk cId="0" sldId="427"/>
            <ac:picMk id="116741" creationId="{00000000-0000-0000-0000-000000000000}"/>
          </ac:picMkLst>
        </pc:picChg>
      </pc:sldChg>
      <pc:sldChg chg="del">
        <pc:chgData name="sam simmonds" userId="a62769c1390564fa" providerId="LiveId" clId="{4AC0B413-6110-4491-B5ED-5A4ED1FDA55C}" dt="2019-05-06T10:34:57.434" v="5305" actId="2696"/>
        <pc:sldMkLst>
          <pc:docMk/>
          <pc:sldMk cId="0" sldId="428"/>
        </pc:sldMkLst>
      </pc:sldChg>
      <pc:sldChg chg="del">
        <pc:chgData name="sam simmonds" userId="a62769c1390564fa" providerId="LiveId" clId="{4AC0B413-6110-4491-B5ED-5A4ED1FDA55C}" dt="2019-05-06T10:35:13.915" v="5309" actId="2696"/>
        <pc:sldMkLst>
          <pc:docMk/>
          <pc:sldMk cId="0" sldId="429"/>
        </pc:sldMkLst>
      </pc:sldChg>
      <pc:sldChg chg="delSp modSp">
        <pc:chgData name="sam simmonds" userId="a62769c1390564fa" providerId="LiveId" clId="{4AC0B413-6110-4491-B5ED-5A4ED1FDA55C}" dt="2019-05-06T10:35:52.487" v="5330" actId="478"/>
        <pc:sldMkLst>
          <pc:docMk/>
          <pc:sldMk cId="0" sldId="431"/>
        </pc:sldMkLst>
        <pc:spChg chg="mod">
          <ac:chgData name="sam simmonds" userId="a62769c1390564fa" providerId="LiveId" clId="{4AC0B413-6110-4491-B5ED-5A4ED1FDA55C}" dt="2019-05-06T10:35:48.834" v="5329" actId="20577"/>
          <ac:spMkLst>
            <pc:docMk/>
            <pc:sldMk cId="0" sldId="431"/>
            <ac:spMk id="124931" creationId="{00000000-0000-0000-0000-000000000000}"/>
          </ac:spMkLst>
        </pc:spChg>
        <pc:picChg chg="del">
          <ac:chgData name="sam simmonds" userId="a62769c1390564fa" providerId="LiveId" clId="{4AC0B413-6110-4491-B5ED-5A4ED1FDA55C}" dt="2019-05-06T10:35:52.487" v="5330" actId="478"/>
          <ac:picMkLst>
            <pc:docMk/>
            <pc:sldMk cId="0" sldId="431"/>
            <ac:picMk id="124932" creationId="{00000000-0000-0000-0000-000000000000}"/>
          </ac:picMkLst>
        </pc:picChg>
      </pc:sldChg>
      <pc:sldChg chg="modSp">
        <pc:chgData name="sam simmonds" userId="a62769c1390564fa" providerId="LiveId" clId="{4AC0B413-6110-4491-B5ED-5A4ED1FDA55C}" dt="2019-05-05T12:18:54.534" v="4223" actId="20577"/>
        <pc:sldMkLst>
          <pc:docMk/>
          <pc:sldMk cId="0" sldId="432"/>
        </pc:sldMkLst>
        <pc:spChg chg="mod">
          <ac:chgData name="sam simmonds" userId="a62769c1390564fa" providerId="LiveId" clId="{4AC0B413-6110-4491-B5ED-5A4ED1FDA55C}" dt="2019-05-05T12:18:54.534" v="4223" actId="20577"/>
          <ac:spMkLst>
            <pc:docMk/>
            <pc:sldMk cId="0" sldId="432"/>
            <ac:spMk id="125955" creationId="{00000000-0000-0000-0000-000000000000}"/>
          </ac:spMkLst>
        </pc:spChg>
      </pc:sldChg>
      <pc:sldChg chg="modSp ord">
        <pc:chgData name="sam simmonds" userId="a62769c1390564fa" providerId="LiveId" clId="{4AC0B413-6110-4491-B5ED-5A4ED1FDA55C}" dt="2019-05-06T10:40:05.043" v="5389"/>
        <pc:sldMkLst>
          <pc:docMk/>
          <pc:sldMk cId="0" sldId="435"/>
        </pc:sldMkLst>
        <pc:spChg chg="mod">
          <ac:chgData name="sam simmonds" userId="a62769c1390564fa" providerId="LiveId" clId="{4AC0B413-6110-4491-B5ED-5A4ED1FDA55C}" dt="2019-05-06T10:36:54.775" v="5336" actId="255"/>
          <ac:spMkLst>
            <pc:docMk/>
            <pc:sldMk cId="0" sldId="435"/>
            <ac:spMk id="132099" creationId="{00000000-0000-0000-0000-000000000000}"/>
          </ac:spMkLst>
        </pc:spChg>
      </pc:sldChg>
      <pc:sldChg chg="del">
        <pc:chgData name="sam simmonds" userId="a62769c1390564fa" providerId="LiveId" clId="{4AC0B413-6110-4491-B5ED-5A4ED1FDA55C}" dt="2019-05-05T09:18:21.531" v="3246" actId="2696"/>
        <pc:sldMkLst>
          <pc:docMk/>
          <pc:sldMk cId="0" sldId="439"/>
        </pc:sldMkLst>
      </pc:sldChg>
      <pc:sldChg chg="modSp ord modTransition modNotesTx">
        <pc:chgData name="sam simmonds" userId="a62769c1390564fa" providerId="LiveId" clId="{4AC0B413-6110-4491-B5ED-5A4ED1FDA55C}" dt="2019-05-05T12:29:00.034" v="4553" actId="1076"/>
        <pc:sldMkLst>
          <pc:docMk/>
          <pc:sldMk cId="0" sldId="440"/>
        </pc:sldMkLst>
        <pc:spChg chg="mod">
          <ac:chgData name="sam simmonds" userId="a62769c1390564fa" providerId="LiveId" clId="{4AC0B413-6110-4491-B5ED-5A4ED1FDA55C}" dt="2019-05-05T12:29:00.034" v="4553" actId="1076"/>
          <ac:spMkLst>
            <pc:docMk/>
            <pc:sldMk cId="0" sldId="440"/>
            <ac:spMk id="54274" creationId="{00000000-0000-0000-0000-000000000000}"/>
          </ac:spMkLst>
        </pc:spChg>
        <pc:spChg chg="mod">
          <ac:chgData name="sam simmonds" userId="a62769c1390564fa" providerId="LiveId" clId="{4AC0B413-6110-4491-B5ED-5A4ED1FDA55C}" dt="2019-05-05T09:44:59.013" v="3350" actId="113"/>
          <ac:spMkLst>
            <pc:docMk/>
            <pc:sldMk cId="0" sldId="440"/>
            <ac:spMk id="54275" creationId="{00000000-0000-0000-0000-000000000000}"/>
          </ac:spMkLst>
        </pc:spChg>
      </pc:sldChg>
      <pc:sldChg chg="add ord">
        <pc:chgData name="sam simmonds" userId="a62769c1390564fa" providerId="LiveId" clId="{4AC0B413-6110-4491-B5ED-5A4ED1FDA55C}" dt="2019-05-06T11:05:21.616" v="5448"/>
        <pc:sldMkLst>
          <pc:docMk/>
          <pc:sldMk cId="0" sldId="449"/>
        </pc:sldMkLst>
      </pc:sldChg>
      <pc:sldChg chg="modSp modTransition">
        <pc:chgData name="sam simmonds" userId="a62769c1390564fa" providerId="LiveId" clId="{4AC0B413-6110-4491-B5ED-5A4ED1FDA55C}" dt="2019-05-05T09:50:33.544" v="3701" actId="20577"/>
        <pc:sldMkLst>
          <pc:docMk/>
          <pc:sldMk cId="0" sldId="452"/>
        </pc:sldMkLst>
        <pc:spChg chg="mod">
          <ac:chgData name="sam simmonds" userId="a62769c1390564fa" providerId="LiveId" clId="{4AC0B413-6110-4491-B5ED-5A4ED1FDA55C}" dt="2019-05-05T09:46:32.770" v="3556" actId="1076"/>
          <ac:spMkLst>
            <pc:docMk/>
            <pc:sldMk cId="0" sldId="452"/>
            <ac:spMk id="78850" creationId="{00000000-0000-0000-0000-000000000000}"/>
          </ac:spMkLst>
        </pc:spChg>
        <pc:spChg chg="mod">
          <ac:chgData name="sam simmonds" userId="a62769c1390564fa" providerId="LiveId" clId="{4AC0B413-6110-4491-B5ED-5A4ED1FDA55C}" dt="2019-05-05T09:50:33.544" v="3701" actId="20577"/>
          <ac:spMkLst>
            <pc:docMk/>
            <pc:sldMk cId="0" sldId="452"/>
            <ac:spMk id="78851" creationId="{00000000-0000-0000-0000-000000000000}"/>
          </ac:spMkLst>
        </pc:spChg>
      </pc:sldChg>
      <pc:sldChg chg="modSp modTransition">
        <pc:chgData name="sam simmonds" userId="a62769c1390564fa" providerId="LiveId" clId="{4AC0B413-6110-4491-B5ED-5A4ED1FDA55C}" dt="2019-05-06T11:32:52.548" v="5587" actId="20577"/>
        <pc:sldMkLst>
          <pc:docMk/>
          <pc:sldMk cId="0" sldId="453"/>
        </pc:sldMkLst>
        <pc:spChg chg="mod">
          <ac:chgData name="sam simmonds" userId="a62769c1390564fa" providerId="LiveId" clId="{4AC0B413-6110-4491-B5ED-5A4ED1FDA55C}" dt="2019-05-05T12:33:13.548" v="4624" actId="1076"/>
          <ac:spMkLst>
            <pc:docMk/>
            <pc:sldMk cId="0" sldId="453"/>
            <ac:spMk id="98306" creationId="{00000000-0000-0000-0000-000000000000}"/>
          </ac:spMkLst>
        </pc:spChg>
        <pc:spChg chg="mod">
          <ac:chgData name="sam simmonds" userId="a62769c1390564fa" providerId="LiveId" clId="{4AC0B413-6110-4491-B5ED-5A4ED1FDA55C}" dt="2019-05-06T11:32:52.548" v="5587" actId="20577"/>
          <ac:spMkLst>
            <pc:docMk/>
            <pc:sldMk cId="0" sldId="453"/>
            <ac:spMk id="98307" creationId="{00000000-0000-0000-0000-000000000000}"/>
          </ac:spMkLst>
        </pc:spChg>
      </pc:sldChg>
      <pc:sldChg chg="modTransition">
        <pc:chgData name="sam simmonds" userId="a62769c1390564fa" providerId="LiveId" clId="{4AC0B413-6110-4491-B5ED-5A4ED1FDA55C}" dt="2019-05-04T11:15:01.516" v="3"/>
        <pc:sldMkLst>
          <pc:docMk/>
          <pc:sldMk cId="0" sldId="454"/>
        </pc:sldMkLst>
      </pc:sldChg>
      <pc:sldChg chg="del">
        <pc:chgData name="sam simmonds" userId="a62769c1390564fa" providerId="LiveId" clId="{4AC0B413-6110-4491-B5ED-5A4ED1FDA55C}" dt="2019-05-05T09:15:21.421" v="3229" actId="2696"/>
        <pc:sldMkLst>
          <pc:docMk/>
          <pc:sldMk cId="0" sldId="456"/>
        </pc:sldMkLst>
      </pc:sldChg>
      <pc:sldChg chg="del">
        <pc:chgData name="sam simmonds" userId="a62769c1390564fa" providerId="LiveId" clId="{4AC0B413-6110-4491-B5ED-5A4ED1FDA55C}" dt="2019-05-05T09:15:19.827" v="3228" actId="2696"/>
        <pc:sldMkLst>
          <pc:docMk/>
          <pc:sldMk cId="0" sldId="457"/>
        </pc:sldMkLst>
      </pc:sldChg>
      <pc:sldChg chg="del">
        <pc:chgData name="sam simmonds" userId="a62769c1390564fa" providerId="LiveId" clId="{4AC0B413-6110-4491-B5ED-5A4ED1FDA55C}" dt="2019-05-05T09:19:32.483" v="3261" actId="2696"/>
        <pc:sldMkLst>
          <pc:docMk/>
          <pc:sldMk cId="0" sldId="462"/>
        </pc:sldMkLst>
      </pc:sldChg>
      <pc:sldChg chg="add del">
        <pc:chgData name="sam simmonds" userId="a62769c1390564fa" providerId="LiveId" clId="{4AC0B413-6110-4491-B5ED-5A4ED1FDA55C}" dt="2019-05-06T10:37:32.817" v="5339" actId="2696"/>
        <pc:sldMkLst>
          <pc:docMk/>
          <pc:sldMk cId="2683015951" sldId="462"/>
        </pc:sldMkLst>
      </pc:sldChg>
      <pc:sldChg chg="modSp">
        <pc:chgData name="sam simmonds" userId="a62769c1390564fa" providerId="LiveId" clId="{4AC0B413-6110-4491-B5ED-5A4ED1FDA55C}" dt="2019-05-05T12:06:00.944" v="4192" actId="20577"/>
        <pc:sldMkLst>
          <pc:docMk/>
          <pc:sldMk cId="0" sldId="464"/>
        </pc:sldMkLst>
        <pc:spChg chg="mod">
          <ac:chgData name="sam simmonds" userId="a62769c1390564fa" providerId="LiveId" clId="{4AC0B413-6110-4491-B5ED-5A4ED1FDA55C}" dt="2019-05-05T12:06:00.944" v="4192" actId="20577"/>
          <ac:spMkLst>
            <pc:docMk/>
            <pc:sldMk cId="0" sldId="464"/>
            <ac:spMk id="115714" creationId="{00000000-0000-0000-0000-000000000000}"/>
          </ac:spMkLst>
        </pc:spChg>
      </pc:sldChg>
      <pc:sldChg chg="del">
        <pc:chgData name="sam simmonds" userId="a62769c1390564fa" providerId="LiveId" clId="{4AC0B413-6110-4491-B5ED-5A4ED1FDA55C}" dt="2019-05-05T09:15:56.927" v="3232" actId="2696"/>
        <pc:sldMkLst>
          <pc:docMk/>
          <pc:sldMk cId="0" sldId="465"/>
        </pc:sldMkLst>
      </pc:sldChg>
      <pc:sldChg chg="del">
        <pc:chgData name="sam simmonds" userId="a62769c1390564fa" providerId="LiveId" clId="{4AC0B413-6110-4491-B5ED-5A4ED1FDA55C}" dt="2019-05-05T12:05:22.318" v="4173" actId="2696"/>
        <pc:sldMkLst>
          <pc:docMk/>
          <pc:sldMk cId="0" sldId="469"/>
        </pc:sldMkLst>
      </pc:sldChg>
      <pc:sldChg chg="del">
        <pc:chgData name="sam simmonds" userId="a62769c1390564fa" providerId="LiveId" clId="{4AC0B413-6110-4491-B5ED-5A4ED1FDA55C}" dt="2019-05-05T12:05:23.552" v="4174" actId="2696"/>
        <pc:sldMkLst>
          <pc:docMk/>
          <pc:sldMk cId="0" sldId="471"/>
        </pc:sldMkLst>
      </pc:sldChg>
      <pc:sldChg chg="del">
        <pc:chgData name="sam simmonds" userId="a62769c1390564fa" providerId="LiveId" clId="{4AC0B413-6110-4491-B5ED-5A4ED1FDA55C}" dt="2019-05-05T12:05:33.081" v="4175" actId="2696"/>
        <pc:sldMkLst>
          <pc:docMk/>
          <pc:sldMk cId="0" sldId="473"/>
        </pc:sldMkLst>
      </pc:sldChg>
      <pc:sldChg chg="del">
        <pc:chgData name="sam simmonds" userId="a62769c1390564fa" providerId="LiveId" clId="{4AC0B413-6110-4491-B5ED-5A4ED1FDA55C}" dt="2019-05-05T12:05:33.862" v="4176" actId="2696"/>
        <pc:sldMkLst>
          <pc:docMk/>
          <pc:sldMk cId="0" sldId="475"/>
        </pc:sldMkLst>
      </pc:sldChg>
      <pc:sldChg chg="del">
        <pc:chgData name="sam simmonds" userId="a62769c1390564fa" providerId="LiveId" clId="{4AC0B413-6110-4491-B5ED-5A4ED1FDA55C}" dt="2019-05-05T12:05:38.787" v="4177" actId="2696"/>
        <pc:sldMkLst>
          <pc:docMk/>
          <pc:sldMk cId="0" sldId="477"/>
        </pc:sldMkLst>
      </pc:sldChg>
      <pc:sldChg chg="del">
        <pc:chgData name="sam simmonds" userId="a62769c1390564fa" providerId="LiveId" clId="{4AC0B413-6110-4491-B5ED-5A4ED1FDA55C}" dt="2019-05-05T09:51:16.640" v="3707" actId="2696"/>
        <pc:sldMkLst>
          <pc:docMk/>
          <pc:sldMk cId="0" sldId="480"/>
        </pc:sldMkLst>
      </pc:sldChg>
      <pc:sldChg chg="ord">
        <pc:chgData name="sam simmonds" userId="a62769c1390564fa" providerId="LiveId" clId="{4AC0B413-6110-4491-B5ED-5A4ED1FDA55C}" dt="2019-05-05T09:51:15" v="3706"/>
        <pc:sldMkLst>
          <pc:docMk/>
          <pc:sldMk cId="0" sldId="481"/>
        </pc:sldMkLst>
      </pc:sldChg>
      <pc:sldChg chg="del">
        <pc:chgData name="sam simmonds" userId="a62769c1390564fa" providerId="LiveId" clId="{4AC0B413-6110-4491-B5ED-5A4ED1FDA55C}" dt="2019-05-05T12:05:39.490" v="4178" actId="2696"/>
        <pc:sldMkLst>
          <pc:docMk/>
          <pc:sldMk cId="0" sldId="483"/>
        </pc:sldMkLst>
      </pc:sldChg>
      <pc:sldChg chg="del">
        <pc:chgData name="sam simmonds" userId="a62769c1390564fa" providerId="LiveId" clId="{4AC0B413-6110-4491-B5ED-5A4ED1FDA55C}" dt="2019-05-05T12:05:40.099" v="4179" actId="2696"/>
        <pc:sldMkLst>
          <pc:docMk/>
          <pc:sldMk cId="0" sldId="484"/>
        </pc:sldMkLst>
      </pc:sldChg>
      <pc:sldChg chg="delSp del">
        <pc:chgData name="sam simmonds" userId="a62769c1390564fa" providerId="LiveId" clId="{4AC0B413-6110-4491-B5ED-5A4ED1FDA55C}" dt="2019-05-05T09:19:01.277" v="3259" actId="2696"/>
        <pc:sldMkLst>
          <pc:docMk/>
          <pc:sldMk cId="0" sldId="487"/>
        </pc:sldMkLst>
        <pc:picChg chg="del">
          <ac:chgData name="sam simmonds" userId="a62769c1390564fa" providerId="LiveId" clId="{4AC0B413-6110-4491-B5ED-5A4ED1FDA55C}" dt="2019-05-05T09:18:28.045" v="3247"/>
          <ac:picMkLst>
            <pc:docMk/>
            <pc:sldMk cId="0" sldId="487"/>
            <ac:picMk id="91138" creationId="{00000000-0000-0000-0000-000000000000}"/>
          </ac:picMkLst>
        </pc:picChg>
      </pc:sldChg>
      <pc:sldChg chg="del">
        <pc:chgData name="sam simmonds" userId="a62769c1390564fa" providerId="LiveId" clId="{4AC0B413-6110-4491-B5ED-5A4ED1FDA55C}" dt="2019-05-05T09:15:52.631" v="3231" actId="2696"/>
        <pc:sldMkLst>
          <pc:docMk/>
          <pc:sldMk cId="0" sldId="488"/>
        </pc:sldMkLst>
      </pc:sldChg>
      <pc:sldChg chg="del">
        <pc:chgData name="sam simmonds" userId="a62769c1390564fa" providerId="LiveId" clId="{4AC0B413-6110-4491-B5ED-5A4ED1FDA55C}" dt="2019-05-05T12:20:23.221" v="4224" actId="2696"/>
        <pc:sldMkLst>
          <pc:docMk/>
          <pc:sldMk cId="0" sldId="489"/>
        </pc:sldMkLst>
      </pc:sldChg>
      <pc:sldChg chg="modSp add del">
        <pc:chgData name="sam simmonds" userId="a62769c1390564fa" providerId="LiveId" clId="{4AC0B413-6110-4491-B5ED-5A4ED1FDA55C}" dt="2019-05-06T10:38:08.058" v="5358" actId="2696"/>
        <pc:sldMkLst>
          <pc:docMk/>
          <pc:sldMk cId="3745202288" sldId="490"/>
        </pc:sldMkLst>
        <pc:spChg chg="mod">
          <ac:chgData name="sam simmonds" userId="a62769c1390564fa" providerId="LiveId" clId="{4AC0B413-6110-4491-B5ED-5A4ED1FDA55C}" dt="2019-05-06T10:37:47.640" v="5340"/>
          <ac:spMkLst>
            <pc:docMk/>
            <pc:sldMk cId="3745202288" sldId="490"/>
            <ac:spMk id="3" creationId="{50D6609B-75C2-4CC9-84A4-04EE3B119490}"/>
          </ac:spMkLst>
        </pc:spChg>
      </pc:sldChg>
      <pc:sldChg chg="modSp add del">
        <pc:chgData name="sam simmonds" userId="a62769c1390564fa" providerId="LiveId" clId="{4AC0B413-6110-4491-B5ED-5A4ED1FDA55C}" dt="2019-05-06T09:58:06.812" v="5066" actId="2696"/>
        <pc:sldMkLst>
          <pc:docMk/>
          <pc:sldMk cId="4257353796" sldId="490"/>
        </pc:sldMkLst>
        <pc:spChg chg="mod">
          <ac:chgData name="sam simmonds" userId="a62769c1390564fa" providerId="LiveId" clId="{4AC0B413-6110-4491-B5ED-5A4ED1FDA55C}" dt="2019-05-04T13:51:05.151" v="898" actId="20577"/>
          <ac:spMkLst>
            <pc:docMk/>
            <pc:sldMk cId="4257353796" sldId="490"/>
            <ac:spMk id="2" creationId="{3FA9F6C7-38E8-4331-8FC1-C5A3FAC74470}"/>
          </ac:spMkLst>
        </pc:spChg>
        <pc:spChg chg="mod">
          <ac:chgData name="sam simmonds" userId="a62769c1390564fa" providerId="LiveId" clId="{4AC0B413-6110-4491-B5ED-5A4ED1FDA55C}" dt="2019-05-04T15:26:48.704" v="2324" actId="20577"/>
          <ac:spMkLst>
            <pc:docMk/>
            <pc:sldMk cId="4257353796" sldId="490"/>
            <ac:spMk id="3" creationId="{50D6609B-75C2-4CC9-84A4-04EE3B119490}"/>
          </ac:spMkLst>
        </pc:spChg>
      </pc:sldChg>
      <pc:sldChg chg="addSp modSp add ord">
        <pc:chgData name="sam simmonds" userId="a62769c1390564fa" providerId="LiveId" clId="{4AC0B413-6110-4491-B5ED-5A4ED1FDA55C}" dt="2019-05-04T16:12:44.145" v="3224" actId="20577"/>
        <pc:sldMkLst>
          <pc:docMk/>
          <pc:sldMk cId="2772219749" sldId="493"/>
        </pc:sldMkLst>
        <pc:spChg chg="add mod">
          <ac:chgData name="sam simmonds" userId="a62769c1390564fa" providerId="LiveId" clId="{4AC0B413-6110-4491-B5ED-5A4ED1FDA55C}" dt="2019-05-04T16:12:44.145" v="3224" actId="20577"/>
          <ac:spMkLst>
            <pc:docMk/>
            <pc:sldMk cId="2772219749" sldId="493"/>
            <ac:spMk id="4" creationId="{6D842032-D688-48F3-9146-E70457ABF0BC}"/>
          </ac:spMkLst>
        </pc:spChg>
        <pc:spChg chg="mod">
          <ac:chgData name="sam simmonds" userId="a62769c1390564fa" providerId="LiveId" clId="{4AC0B413-6110-4491-B5ED-5A4ED1FDA55C}" dt="2019-05-04T14:31:19.951" v="1333" actId="20577"/>
          <ac:spMkLst>
            <pc:docMk/>
            <pc:sldMk cId="2772219749" sldId="493"/>
            <ac:spMk id="76802" creationId="{00000000-0000-0000-0000-000000000000}"/>
          </ac:spMkLst>
        </pc:spChg>
        <pc:graphicFrameChg chg="mod modGraphic">
          <ac:chgData name="sam simmonds" userId="a62769c1390564fa" providerId="LiveId" clId="{4AC0B413-6110-4491-B5ED-5A4ED1FDA55C}" dt="2019-05-04T14:31:53.312" v="1338" actId="255"/>
          <ac:graphicFrameMkLst>
            <pc:docMk/>
            <pc:sldMk cId="2772219749" sldId="493"/>
            <ac:graphicFrameMk id="141360" creationId="{00000000-0000-0000-0000-000000000000}"/>
          </ac:graphicFrameMkLst>
        </pc:graphicFrameChg>
      </pc:sldChg>
      <pc:sldChg chg="modSp add del ord">
        <pc:chgData name="sam simmonds" userId="a62769c1390564fa" providerId="LiveId" clId="{4AC0B413-6110-4491-B5ED-5A4ED1FDA55C}" dt="2019-05-06T10:37:31.715" v="5338" actId="2696"/>
        <pc:sldMkLst>
          <pc:docMk/>
          <pc:sldMk cId="4094647951" sldId="494"/>
        </pc:sldMkLst>
        <pc:spChg chg="mod">
          <ac:chgData name="sam simmonds" userId="a62769c1390564fa" providerId="LiveId" clId="{4AC0B413-6110-4491-B5ED-5A4ED1FDA55C}" dt="2019-05-04T15:27:25.823" v="2338" actId="20577"/>
          <ac:spMkLst>
            <pc:docMk/>
            <pc:sldMk cId="4094647951" sldId="494"/>
            <ac:spMk id="2" creationId="{7A959A41-C988-4D77-B0A0-58D2521BA15A}"/>
          </ac:spMkLst>
        </pc:spChg>
        <pc:spChg chg="mod">
          <ac:chgData name="sam simmonds" userId="a62769c1390564fa" providerId="LiveId" clId="{4AC0B413-6110-4491-B5ED-5A4ED1FDA55C}" dt="2019-05-05T13:43:10.125" v="4814" actId="20577"/>
          <ac:spMkLst>
            <pc:docMk/>
            <pc:sldMk cId="4094647951" sldId="494"/>
            <ac:spMk id="3" creationId="{CDC4BD03-EB4C-4E88-AF19-DFD3CB3C0412}"/>
          </ac:spMkLst>
        </pc:spChg>
      </pc:sldChg>
      <pc:sldChg chg="add del">
        <pc:chgData name="sam simmonds" userId="a62769c1390564fa" providerId="LiveId" clId="{4AC0B413-6110-4491-B5ED-5A4ED1FDA55C}" dt="2019-05-05T09:10:56.479" v="3227" actId="2696"/>
        <pc:sldMkLst>
          <pc:docMk/>
          <pc:sldMk cId="908281110" sldId="495"/>
        </pc:sldMkLst>
      </pc:sldChg>
      <pc:sldChg chg="add del">
        <pc:chgData name="sam simmonds" userId="a62769c1390564fa" providerId="LiveId" clId="{4AC0B413-6110-4491-B5ED-5A4ED1FDA55C}" dt="2019-05-06T10:26:28.536" v="5115" actId="2696"/>
        <pc:sldMkLst>
          <pc:docMk/>
          <pc:sldMk cId="1309786208" sldId="495"/>
        </pc:sldMkLst>
      </pc:sldChg>
      <pc:sldChg chg="add del">
        <pc:chgData name="sam simmonds" userId="a62769c1390564fa" providerId="LiveId" clId="{4AC0B413-6110-4491-B5ED-5A4ED1FDA55C}" dt="2019-05-05T09:52:02.231" v="3710"/>
        <pc:sldMkLst>
          <pc:docMk/>
          <pc:sldMk cId="2079478280" sldId="496"/>
        </pc:sldMkLst>
      </pc:sldChg>
      <pc:sldChg chg="modSp add del ord">
        <pc:chgData name="sam simmonds" userId="a62769c1390564fa" providerId="LiveId" clId="{4AC0B413-6110-4491-B5ED-5A4ED1FDA55C}" dt="2019-05-06T10:38:23.258" v="5361" actId="2696"/>
        <pc:sldMkLst>
          <pc:docMk/>
          <pc:sldMk cId="3744150927" sldId="496"/>
        </pc:sldMkLst>
        <pc:spChg chg="mod">
          <ac:chgData name="sam simmonds" userId="a62769c1390564fa" providerId="LiveId" clId="{4AC0B413-6110-4491-B5ED-5A4ED1FDA55C}" dt="2019-05-05T09:53:14.098" v="3960" actId="20577"/>
          <ac:spMkLst>
            <pc:docMk/>
            <pc:sldMk cId="3744150927" sldId="496"/>
            <ac:spMk id="2" creationId="{C66993AC-2A4F-42D9-A225-16171BBC20E3}"/>
          </ac:spMkLst>
        </pc:spChg>
        <pc:spChg chg="mod">
          <ac:chgData name="sam simmonds" userId="a62769c1390564fa" providerId="LiveId" clId="{4AC0B413-6110-4491-B5ED-5A4ED1FDA55C}" dt="2019-05-06T10:38:12.745" v="5359"/>
          <ac:spMkLst>
            <pc:docMk/>
            <pc:sldMk cId="3744150927" sldId="496"/>
            <ac:spMk id="3" creationId="{97FA8F00-8DA7-4376-900D-69A042C92B99}"/>
          </ac:spMkLst>
        </pc:spChg>
      </pc:sldChg>
      <pc:sldMasterChg chg="modSldLayout">
        <pc:chgData name="sam simmonds" userId="a62769c1390564fa" providerId="LiveId" clId="{4AC0B413-6110-4491-B5ED-5A4ED1FDA55C}" dt="2019-05-04T11:14:43.567" v="2" actId="478"/>
        <pc:sldMasterMkLst>
          <pc:docMk/>
          <pc:sldMasterMk cId="0" sldId="2147483661"/>
        </pc:sldMasterMkLst>
        <pc:sldLayoutChg chg="addSp delSp">
          <pc:chgData name="sam simmonds" userId="a62769c1390564fa" providerId="LiveId" clId="{4AC0B413-6110-4491-B5ED-5A4ED1FDA55C}" dt="2019-05-04T11:14:43.567" v="2" actId="478"/>
          <pc:sldLayoutMkLst>
            <pc:docMk/>
            <pc:sldMasterMk cId="0" sldId="2147483661"/>
            <pc:sldLayoutMk cId="1880526896" sldId="2147483933"/>
          </pc:sldLayoutMkLst>
          <pc:picChg chg="add del">
            <ac:chgData name="sam simmonds" userId="a62769c1390564fa" providerId="LiveId" clId="{4AC0B413-6110-4491-B5ED-5A4ED1FDA55C}" dt="2019-05-04T11:14:43.567" v="2" actId="478"/>
            <ac:picMkLst>
              <pc:docMk/>
              <pc:sldMasterMk cId="0" sldId="2147483661"/>
              <pc:sldLayoutMk cId="1880526896" sldId="2147483933"/>
              <ac:picMk id="4" creationId="{00000000-0000-0000-0000-000000000000}"/>
            </ac:picMkLst>
          </pc:pic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Documents%20and%20Settings\Ruth\My%20Documents\CAP%202004\Copy%20of%20CAP%20Bar%20Graph%20Colour%20Coded%20%20Template%20for%20Section%20A%20FOR%20PP%20PRESENTATION.xls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7.6913962344302408E-2"/>
          <c:y val="5.8925193385965705E-2"/>
          <c:w val="0.90977030327856523"/>
          <c:h val="0.6773735716594492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Not able, even with support</c:v>
                </c:pt>
              </c:strCache>
            </c:strRef>
          </c:tx>
          <c:spPr>
            <a:solidFill>
              <a:srgbClr val="FF0000"/>
            </a:solidFill>
            <a:ln>
              <a:solidFill>
                <a:sysClr val="windowText" lastClr="000000"/>
              </a:solidFill>
            </a:ln>
          </c:spPr>
          <c:invertIfNegative val="0"/>
          <c:cat>
            <c:strRef>
              <c:f>Sheet1!$C$2:$I$2</c:f>
              <c:strCache>
                <c:ptCount val="7"/>
                <c:pt idx="0">
                  <c:v>Attention (AA)</c:v>
                </c:pt>
                <c:pt idx="1">
                  <c:v>Perception (AP)</c:v>
                </c:pt>
                <c:pt idx="2">
                  <c:v>Memory (AM)</c:v>
                </c:pt>
                <c:pt idx="3">
                  <c:v>Language (AL)</c:v>
                </c:pt>
                <c:pt idx="4">
                  <c:v>Reasoning (AR)</c:v>
                </c:pt>
                <c:pt idx="5">
                  <c:v>Strategic Thinking (AS)</c:v>
                </c:pt>
                <c:pt idx="6">
                  <c:v>Behaviours affecting Learning</c:v>
                </c:pt>
              </c:strCache>
            </c:strRef>
          </c:cat>
          <c:val>
            <c:numRef>
              <c:f>Sheet1!$C$5:$I$5</c:f>
              <c:numCache>
                <c:formatCode>General</c:formatCode>
                <c:ptCount val="7"/>
                <c:pt idx="0">
                  <c:v>1.4</c:v>
                </c:pt>
                <c:pt idx="1">
                  <c:v>1.7500000000000011</c:v>
                </c:pt>
                <c:pt idx="2">
                  <c:v>#N/A</c:v>
                </c:pt>
                <c:pt idx="3">
                  <c:v>1.85</c:v>
                </c:pt>
                <c:pt idx="4">
                  <c:v>1</c:v>
                </c:pt>
                <c:pt idx="5">
                  <c:v>1.2</c:v>
                </c:pt>
                <c:pt idx="6">
                  <c:v>#N/A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AE-4B90-B8EC-A84625E42AAD}"/>
            </c:ext>
          </c:extLst>
        </c:ser>
        <c:ser>
          <c:idx val="2"/>
          <c:order val="1"/>
          <c:tx>
            <c:strRef>
              <c:f>Sheet1!$B$6</c:f>
              <c:strCache>
                <c:ptCount val="1"/>
                <c:pt idx="0">
                  <c:v>Only able with support</c:v>
                </c:pt>
              </c:strCache>
            </c:strRef>
          </c:tx>
          <c:spPr>
            <a:solidFill>
              <a:srgbClr val="FFC000"/>
            </a:solidFill>
            <a:ln>
              <a:solidFill>
                <a:sysClr val="windowText" lastClr="000000"/>
              </a:solidFill>
            </a:ln>
          </c:spPr>
          <c:invertIfNegative val="0"/>
          <c:cat>
            <c:strRef>
              <c:f>Sheet1!$C$2:$I$2</c:f>
              <c:strCache>
                <c:ptCount val="7"/>
                <c:pt idx="0">
                  <c:v>Attention (AA)</c:v>
                </c:pt>
                <c:pt idx="1">
                  <c:v>Perception (AP)</c:v>
                </c:pt>
                <c:pt idx="2">
                  <c:v>Memory (AM)</c:v>
                </c:pt>
                <c:pt idx="3">
                  <c:v>Language (AL)</c:v>
                </c:pt>
                <c:pt idx="4">
                  <c:v>Reasoning (AR)</c:v>
                </c:pt>
                <c:pt idx="5">
                  <c:v>Strategic Thinking (AS)</c:v>
                </c:pt>
                <c:pt idx="6">
                  <c:v>Behaviours affecting Learning</c:v>
                </c:pt>
              </c:strCache>
            </c:strRef>
          </c:cat>
          <c:val>
            <c:numRef>
              <c:f>Sheet1!$C$6:$I$6</c:f>
              <c:numCache>
                <c:formatCode>General</c:formatCode>
                <c:ptCount val="7"/>
                <c:pt idx="0">
                  <c:v>#N/A</c:v>
                </c:pt>
                <c:pt idx="1">
                  <c:v>#N/A</c:v>
                </c:pt>
                <c:pt idx="2">
                  <c:v>2.75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AE-4B90-B8EC-A84625E42AAD}"/>
            </c:ext>
          </c:extLst>
        </c:ser>
        <c:ser>
          <c:idx val="3"/>
          <c:order val="2"/>
          <c:tx>
            <c:strRef>
              <c:f>Sheet1!$B$7</c:f>
              <c:strCache>
                <c:ptCount val="1"/>
                <c:pt idx="0">
                  <c:v>Sometimes able / inconsistent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ysClr val="windowText" lastClr="000000"/>
              </a:solidFill>
            </a:ln>
          </c:spPr>
          <c:invertIfNegative val="0"/>
          <c:cat>
            <c:strRef>
              <c:f>Sheet1!$C$2:$I$2</c:f>
              <c:strCache>
                <c:ptCount val="7"/>
                <c:pt idx="0">
                  <c:v>Attention (AA)</c:v>
                </c:pt>
                <c:pt idx="1">
                  <c:v>Perception (AP)</c:v>
                </c:pt>
                <c:pt idx="2">
                  <c:v>Memory (AM)</c:v>
                </c:pt>
                <c:pt idx="3">
                  <c:v>Language (AL)</c:v>
                </c:pt>
                <c:pt idx="4">
                  <c:v>Reasoning (AR)</c:v>
                </c:pt>
                <c:pt idx="5">
                  <c:v>Strategic Thinking (AS)</c:v>
                </c:pt>
                <c:pt idx="6">
                  <c:v>Behaviours affecting Learning</c:v>
                </c:pt>
              </c:strCache>
            </c:strRef>
          </c:cat>
          <c:val>
            <c:numRef>
              <c:f>Sheet1!$C$7:$I$7</c:f>
              <c:numCache>
                <c:formatCode>General</c:formatCode>
                <c:ptCount val="7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AE-4B90-B8EC-A84625E42AAD}"/>
            </c:ext>
          </c:extLst>
        </c:ser>
        <c:ser>
          <c:idx val="1"/>
          <c:order val="3"/>
          <c:tx>
            <c:strRef>
              <c:f>Sheet1!$B$8</c:f>
              <c:strCache>
                <c:ptCount val="1"/>
                <c:pt idx="0">
                  <c:v>Independently able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solidFill>
                <a:sysClr val="windowText" lastClr="000000"/>
              </a:solidFill>
            </a:ln>
          </c:spPr>
          <c:invertIfNegative val="0"/>
          <c:val>
            <c:numRef>
              <c:f>Sheet1!$C$8:$I$8</c:f>
              <c:numCache>
                <c:formatCode>General</c:formatCode>
                <c:ptCount val="7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FAE-4B90-B8EC-A84625E42A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7237312"/>
        <c:axId val="128469480"/>
      </c:barChart>
      <c:catAx>
        <c:axId val="1272373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sng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GB"/>
                  <a:t>Cognitive Abilities</a:t>
                </a:r>
              </a:p>
            </c:rich>
          </c:tx>
          <c:layout>
            <c:manualLayout>
              <c:xMode val="edge"/>
              <c:yMode val="edge"/>
              <c:x val="0.451637795275591"/>
              <c:y val="0.79328178777429781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28469480"/>
        <c:crosses val="autoZero"/>
        <c:auto val="0"/>
        <c:lblAlgn val="ctr"/>
        <c:lblOffset val="100"/>
        <c:tickLblSkip val="1"/>
        <c:tickMarkSkip val="1"/>
        <c:noMultiLvlLbl val="0"/>
      </c:catAx>
      <c:valAx>
        <c:axId val="128469480"/>
        <c:scaling>
          <c:orientation val="minMax"/>
          <c:max val="4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000" b="1" i="0" u="sng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GB"/>
                  <a:t>Scores</a:t>
                </a:r>
              </a:p>
            </c:rich>
          </c:tx>
          <c:overlay val="0"/>
          <c:spPr>
            <a:noFill/>
            <a:ln w="25400">
              <a:noFill/>
            </a:ln>
          </c:spPr>
        </c:title>
        <c:numFmt formatCode="General" sourceLinked="1"/>
        <c:majorTickMark val="cross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27237312"/>
        <c:crosses val="autoZero"/>
        <c:crossBetween val="between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legend>
      <c:legendPos val="b"/>
      <c:legendEntry>
        <c:idx val="0"/>
        <c:txPr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</c:legendEntry>
      <c:layout>
        <c:manualLayout>
          <c:xMode val="edge"/>
          <c:yMode val="edge"/>
          <c:x val="3.7500000000000006E-2"/>
          <c:y val="0.85621148151693482"/>
          <c:w val="0.96111100174978203"/>
          <c:h val="4.9061175045427112E-2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  <c:txPr>
        <a:bodyPr/>
        <a:lstStyle/>
        <a:p>
          <a:pPr>
            <a:defRPr sz="845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754179" y="100350"/>
            <a:ext cx="2964984" cy="465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28" tIns="46614" rIns="93228" bIns="46614" numCol="1" anchor="t" anchorCtr="0" compatLnSpc="1">
            <a:prstTxWarp prst="textNoShape">
              <a:avLst/>
            </a:prstTxWarp>
          </a:bodyPr>
          <a:lstStyle>
            <a:lvl1pPr algn="r" defTabSz="932236">
              <a:defRPr sz="2000" b="1">
                <a:latin typeface="Century Gothic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CAP Training</a:t>
            </a:r>
          </a:p>
        </p:txBody>
      </p:sp>
      <p:sp>
        <p:nvSpPr>
          <p:cNvPr id="45064" name="Rectangle 8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4226" y="9487764"/>
            <a:ext cx="2942974" cy="451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98" tIns="45199" rIns="90398" bIns="4519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r>
              <a:rPr lang="en-GB" altLang="en-US"/>
              <a:t>Page </a:t>
            </a:r>
            <a:fld id="{D18B91EE-D92B-42D5-8DAA-7DE85CB8E74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0971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50835" cy="497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28" tIns="46614" rIns="93228" bIns="46614" numCol="1" anchor="t" anchorCtr="0" compatLnSpc="1">
            <a:prstTxWarp prst="textNoShape">
              <a:avLst/>
            </a:prstTxWarp>
          </a:bodyPr>
          <a:lstStyle>
            <a:lvl1pPr defTabSz="932236">
              <a:defRPr sz="1200">
                <a:latin typeface="Century Gothic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6366" y="1"/>
            <a:ext cx="2950834" cy="497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28" tIns="46614" rIns="93228" bIns="46614" numCol="1" anchor="t" anchorCtr="0" compatLnSpc="1">
            <a:prstTxWarp prst="textNoShape">
              <a:avLst/>
            </a:prstTxWarp>
          </a:bodyPr>
          <a:lstStyle>
            <a:lvl1pPr algn="r" defTabSz="932236">
              <a:defRPr sz="1200"/>
            </a:lvl1pPr>
          </a:lstStyle>
          <a:p>
            <a:pPr>
              <a:defRPr/>
            </a:pPr>
            <a:fld id="{49B1F854-CEA5-4A3D-BD40-098B152E2208}" type="datetimeFigureOut">
              <a:rPr lang="en-US"/>
              <a:pPr>
                <a:defRPr/>
              </a:pPr>
              <a:t>5/4/2019</a:t>
            </a:fld>
            <a:r>
              <a:rPr lang="en-US"/>
              <a:t>test</a:t>
            </a:r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70462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7104" y="4721146"/>
            <a:ext cx="4992994" cy="447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28" tIns="46614" rIns="93228" bIns="466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2293"/>
            <a:ext cx="2950835" cy="497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28" tIns="46614" rIns="93228" bIns="46614" numCol="1" anchor="b" anchorCtr="0" compatLnSpc="1">
            <a:prstTxWarp prst="textNoShape">
              <a:avLst/>
            </a:prstTxWarp>
          </a:bodyPr>
          <a:lstStyle>
            <a:lvl1pPr defTabSz="932236">
              <a:defRPr sz="1200">
                <a:latin typeface="Century Gothic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6366" y="9442293"/>
            <a:ext cx="2950834" cy="497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28" tIns="46614" rIns="93228" bIns="46614" numCol="1" anchor="b" anchorCtr="0" compatLnSpc="1">
            <a:prstTxWarp prst="textNoShape">
              <a:avLst/>
            </a:prstTxWarp>
          </a:bodyPr>
          <a:lstStyle>
            <a:lvl1pPr algn="r" defTabSz="932236">
              <a:defRPr sz="1200"/>
            </a:lvl1pPr>
          </a:lstStyle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343540277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34489" indent="-282495"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29984" indent="-225997"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581977" indent="-225997"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33971" indent="-225997"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485964" indent="-225997" defTabSz="932236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37958" indent="-225997" defTabSz="932236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389951" indent="-225997" defTabSz="932236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41945" indent="-225997" defTabSz="932236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test</a:t>
            </a:r>
          </a:p>
        </p:txBody>
      </p:sp>
      <p:sp>
        <p:nvSpPr>
          <p:cNvPr id="71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34489" indent="-282495"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29984" indent="-225997"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581977" indent="-225997"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33971" indent="-225997" defTabSz="932236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485964" indent="-225997" defTabSz="932236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37958" indent="-225997" defTabSz="932236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389951" indent="-225997" defTabSz="932236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41945" indent="-225997" defTabSz="932236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GB" altLang="en-US" sz="1200"/>
              <a:t> page </a:t>
            </a:r>
            <a:fld id="{0199A114-BBCD-44C7-B823-BB047C3C6CF4}" type="slidenum">
              <a:rPr lang="en-GB" altLang="en-US" sz="1200"/>
              <a:pPr/>
              <a:t>1</a:t>
            </a:fld>
            <a:r>
              <a:rPr lang="en-GB" altLang="en-US" sz="1200"/>
              <a:t> test</a:t>
            </a:r>
          </a:p>
        </p:txBody>
      </p:sp>
      <p:sp>
        <p:nvSpPr>
          <p:cNvPr id="7172" name="Rectangle 7"/>
          <p:cNvSpPr txBox="1">
            <a:spLocks noGrp="1" noChangeArrowheads="1"/>
          </p:cNvSpPr>
          <p:nvPr/>
        </p:nvSpPr>
        <p:spPr bwMode="auto">
          <a:xfrm>
            <a:off x="3856366" y="9442293"/>
            <a:ext cx="2950834" cy="49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28" tIns="46614" rIns="93228" bIns="46614" anchor="b"/>
          <a:lstStyle>
            <a:lvl1pPr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6E92C959-DA91-49E0-A220-4CDEE36CAFAE}" type="slidenum">
              <a:rPr lang="en-GB" altLang="en-US" sz="1200"/>
              <a:pPr algn="r"/>
              <a:t>1</a:t>
            </a:fld>
            <a:endParaRPr lang="en-GB" altLang="en-US" sz="1200"/>
          </a:p>
        </p:txBody>
      </p:sp>
      <p:sp>
        <p:nvSpPr>
          <p:cNvPr id="71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Is there any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b="0" dirty="0"/>
              <a:t>How to use the CAP to </a:t>
            </a:r>
            <a:r>
              <a:rPr lang="en-GB" altLang="en-US" sz="1200" dirty="0"/>
              <a:t>plan interventions </a:t>
            </a:r>
            <a:r>
              <a:rPr lang="en-GB" altLang="en-US" sz="1200" b="0" dirty="0"/>
              <a:t>and review progress</a:t>
            </a:r>
          </a:p>
          <a:p>
            <a:pPr marL="0" indent="0">
              <a:buNone/>
            </a:pPr>
            <a:r>
              <a:rPr lang="en-GB" dirty="0"/>
              <a:t>Consultation only – filling in sections A-C</a:t>
            </a:r>
          </a:p>
          <a:p>
            <a:pPr marL="0" indent="0">
              <a:buNone/>
            </a:pPr>
            <a:r>
              <a:rPr lang="en-GB" dirty="0"/>
              <a:t>Consultation only – filling in sections A-C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Or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Observation filling in section B, then </a:t>
            </a:r>
            <a:r>
              <a:rPr lang="en-GB" dirty="0" err="1"/>
              <a:t>consulation</a:t>
            </a:r>
            <a:r>
              <a:rPr lang="en-GB" dirty="0"/>
              <a:t> filling in A-C.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 start at any section.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Or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Observation filling in section B, then </a:t>
            </a:r>
            <a:r>
              <a:rPr lang="en-GB" dirty="0" err="1"/>
              <a:t>consulation</a:t>
            </a:r>
            <a:r>
              <a:rPr lang="en-GB" dirty="0"/>
              <a:t> filling in A-C.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 start at any section. </a:t>
            </a:r>
          </a:p>
          <a:p>
            <a:pPr eaLnBrk="1" hangingPunct="1"/>
            <a:r>
              <a:rPr lang="en-US" altLang="en-US" dirty="0"/>
              <a:t>thing else anyone wants to achieve in this session?</a:t>
            </a:r>
          </a:p>
        </p:txBody>
      </p:sp>
    </p:spTree>
    <p:extLst>
      <p:ext uri="{BB962C8B-B14F-4D97-AF65-F5344CB8AC3E}">
        <p14:creationId xmlns:p14="http://schemas.microsoft.com/office/powerpoint/2010/main" val="3396567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What do people already know about the CAP?</a:t>
            </a:r>
          </a:p>
          <a:p>
            <a:endParaRPr lang="en-GB" altLang="en-US" dirty="0"/>
          </a:p>
          <a:p>
            <a:r>
              <a:rPr lang="en-GB" altLang="en-US" dirty="0"/>
              <a:t>When to use</a:t>
            </a:r>
          </a:p>
          <a:p>
            <a:r>
              <a:rPr lang="en-GB" dirty="0"/>
              <a:t>To gain an understanding of the child's cognitive abiliti</a:t>
            </a:r>
            <a:r>
              <a:rPr lang="en-GB" dirty="0">
                <a:highlight>
                  <a:srgbClr val="FFFF00"/>
                </a:highlight>
              </a:rPr>
              <a:t>es, …………</a:t>
            </a:r>
          </a:p>
          <a:p>
            <a:endParaRPr lang="en-GB" dirty="0"/>
          </a:p>
          <a:p>
            <a:r>
              <a:rPr lang="en-GB" dirty="0"/>
              <a:t>Unable/not appropriate/no time to do an assessment with the child.</a:t>
            </a:r>
          </a:p>
          <a:p>
            <a:endParaRPr lang="en-GB" dirty="0"/>
          </a:p>
          <a:p>
            <a:r>
              <a:rPr lang="en-GB" dirty="0"/>
              <a:t>To get school and parents working together</a:t>
            </a:r>
          </a:p>
          <a:p>
            <a:endParaRPr lang="en-GB" dirty="0"/>
          </a:p>
          <a:p>
            <a:r>
              <a:rPr lang="en-GB" dirty="0"/>
              <a:t>EHCPs – it is collaborative and gives holistic information about the child in a short space of time.</a:t>
            </a:r>
          </a:p>
          <a:p>
            <a:endParaRPr lang="en-GB" altLang="en-US" dirty="0"/>
          </a:p>
          <a:p>
            <a:endParaRPr lang="en-GB" altLang="en-US" dirty="0"/>
          </a:p>
          <a:p>
            <a:r>
              <a:rPr lang="en-GB" altLang="en-US" dirty="0"/>
              <a:t>Collaborative </a:t>
            </a:r>
          </a:p>
          <a:p>
            <a:r>
              <a:rPr lang="en-GB" altLang="ja-JP" dirty="0"/>
              <a:t>Solution focused </a:t>
            </a:r>
          </a:p>
          <a:p>
            <a:pPr eaLnBrk="1" hangingPunct="1"/>
            <a:r>
              <a:rPr lang="en-GB" altLang="en-US" dirty="0"/>
              <a:t>Creates </a:t>
            </a:r>
            <a:r>
              <a:rPr lang="en-GB" altLang="ja-JP" dirty="0"/>
              <a:t>thinking skills profile</a:t>
            </a:r>
            <a:endParaRPr lang="en-GB" altLang="en-US" dirty="0"/>
          </a:p>
          <a:p>
            <a:pPr eaLnBrk="1" hangingPunct="1"/>
            <a:r>
              <a:rPr lang="en-GB" altLang="en-US" dirty="0"/>
              <a:t>Strategies and recommendations</a:t>
            </a:r>
          </a:p>
          <a:p>
            <a:pPr eaLnBrk="1" hangingPunct="1"/>
            <a:r>
              <a:rPr lang="en-GB" altLang="en-US" dirty="0"/>
              <a:t>Based on principles of </a:t>
            </a:r>
            <a:r>
              <a:rPr lang="en-GB" altLang="en-US" b="1" dirty="0"/>
              <a:t>dynamic </a:t>
            </a:r>
            <a:r>
              <a:rPr lang="en-GB" altLang="en-US" dirty="0"/>
              <a:t>assessment</a:t>
            </a:r>
            <a:endParaRPr lang="en-GB" altLang="ja-JP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Empowering </a:t>
            </a:r>
          </a:p>
          <a:p>
            <a:r>
              <a:rPr lang="en-GB" altLang="en-US" dirty="0"/>
              <a:t>Processes of learning (rather than </a:t>
            </a:r>
            <a:r>
              <a:rPr lang="en-GB" altLang="en-US" dirty="0" err="1"/>
              <a:t>products</a:t>
            </a:r>
            <a:r>
              <a:rPr lang="en-GB" altLang="en-US" sz="1200" b="1" dirty="0" err="1"/>
              <a:t>Consultation</a:t>
            </a:r>
            <a:r>
              <a:rPr lang="en-GB" altLang="en-US" sz="1200" dirty="0"/>
              <a:t> and observation tool </a:t>
            </a:r>
          </a:p>
          <a:p>
            <a:pPr marL="0" indent="0">
              <a:buNone/>
            </a:pPr>
            <a:endParaRPr lang="en-GB" altLang="en-US" sz="1200" dirty="0"/>
          </a:p>
          <a:p>
            <a:r>
              <a:rPr lang="en-GB" altLang="en-US" sz="1200" dirty="0"/>
              <a:t>Framework for a </a:t>
            </a:r>
            <a:r>
              <a:rPr lang="en-GB" altLang="en-US" sz="1200" b="1" dirty="0"/>
              <a:t>collaborative</a:t>
            </a:r>
            <a:r>
              <a:rPr lang="en-GB" altLang="en-US" sz="1200" dirty="0"/>
              <a:t> process</a:t>
            </a:r>
          </a:p>
          <a:p>
            <a:pPr marL="0" indent="0">
              <a:buNone/>
            </a:pPr>
            <a:endParaRPr lang="en-GB" altLang="en-US" sz="1200" dirty="0"/>
          </a:p>
          <a:p>
            <a:r>
              <a:rPr lang="en-GB" altLang="en-US" sz="1200" dirty="0"/>
              <a:t>Based on principles of </a:t>
            </a:r>
            <a:r>
              <a:rPr lang="en-GB" altLang="en-US" sz="1200" b="1" dirty="0"/>
              <a:t>dynamic </a:t>
            </a:r>
            <a:r>
              <a:rPr lang="en-GB" altLang="en-US" sz="1200" dirty="0"/>
              <a:t>assessment – </a:t>
            </a:r>
            <a:r>
              <a:rPr lang="en-GB" altLang="en-US" sz="1050" dirty="0"/>
              <a:t>focusing on tomorrows learning </a:t>
            </a:r>
          </a:p>
          <a:p>
            <a:endParaRPr lang="en-GB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Consultation approach normally with school and family</a:t>
            </a:r>
          </a:p>
          <a:p>
            <a:r>
              <a:rPr lang="en-GB" altLang="en-US" dirty="0"/>
              <a:t>Link to intervention and what makes a difference</a:t>
            </a:r>
          </a:p>
          <a:p>
            <a:r>
              <a:rPr lang="en-GB" altLang="en-US" dirty="0"/>
              <a:t>Follow-up and review</a:t>
            </a:r>
          </a:p>
          <a:p>
            <a:pPr eaLnBrk="1" hangingPunct="1"/>
            <a:r>
              <a:rPr lang="en-GB" altLang="en-US" dirty="0"/>
              <a:t>A profile of the learner</a:t>
            </a:r>
            <a:r>
              <a:rPr lang="ja-JP" altLang="en-GB" dirty="0"/>
              <a:t>’</a:t>
            </a:r>
            <a:r>
              <a:rPr lang="en-GB" altLang="ja-JP" dirty="0"/>
              <a:t>s thinking skills</a:t>
            </a:r>
          </a:p>
          <a:p>
            <a:pPr eaLnBrk="1" hangingPunct="1"/>
            <a:r>
              <a:rPr lang="en-GB" altLang="en-US" dirty="0"/>
              <a:t>Information about the processes of learning (rather than products)</a:t>
            </a:r>
          </a:p>
          <a:p>
            <a:pPr eaLnBrk="1" hangingPunct="1"/>
            <a:r>
              <a:rPr lang="en-GB" altLang="en-US" dirty="0"/>
              <a:t>Conditions required for successful learning</a:t>
            </a:r>
          </a:p>
          <a:p>
            <a:pPr eaLnBrk="1" hangingPunct="1"/>
            <a:r>
              <a:rPr lang="en-GB" altLang="en-US" dirty="0"/>
              <a:t>The amount and type of support (mediation) </a:t>
            </a: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 smtClean="0"/>
              <a:pPr>
                <a:defRPr/>
              </a:pPr>
              <a:t>2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1165045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8875" cy="3725863"/>
          </a:xfrm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0720" y="4721146"/>
            <a:ext cx="5445760" cy="447184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754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/>
              <a:t>4 sections can be used in various combinations</a:t>
            </a:r>
          </a:p>
          <a:p>
            <a:endParaRPr lang="en-GB" altLang="en-US" dirty="0"/>
          </a:p>
          <a:p>
            <a:r>
              <a:rPr lang="en-GB" altLang="en-US" dirty="0"/>
              <a:t>All three components need to be addressed </a:t>
            </a:r>
            <a:r>
              <a:rPr lang="en-GB" altLang="en-US" i="1" u="sng" dirty="0"/>
              <a:t>within</a:t>
            </a:r>
            <a:r>
              <a:rPr lang="en-GB" altLang="en-US" dirty="0"/>
              <a:t> and </a:t>
            </a:r>
            <a:r>
              <a:rPr lang="en-GB" altLang="en-US" i="1" u="sng" dirty="0"/>
              <a:t>across</a:t>
            </a:r>
            <a:r>
              <a:rPr lang="en-GB" altLang="en-US" dirty="0"/>
              <a:t> different learning situations and activities</a:t>
            </a:r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 smtClean="0"/>
              <a:pPr>
                <a:defRPr/>
              </a:pPr>
              <a:t>5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3786995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Very similar to PIP – SECTION A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 smtClean="0"/>
              <a:pPr>
                <a:defRPr/>
              </a:pPr>
              <a:t>6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30323927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1600" dirty="0">
                <a:solidFill>
                  <a:schemeClr val="tx1"/>
                </a:solidFill>
                <a:latin typeface="+mn-lt"/>
              </a:rPr>
              <a:t>The cog abilities are in this order, since the abilities at the top are likely to have an impact on the skills going down respectively.  </a:t>
            </a:r>
          </a:p>
          <a:p>
            <a:pPr marL="0" indent="0">
              <a:buNone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i.e. a low score for attention might lead to a low score in everything else, therefore the area to focus the intervention on will be attention.</a:t>
            </a:r>
            <a:endParaRPr lang="en-GB" altLang="en-US" sz="1200" dirty="0">
              <a:solidFill>
                <a:schemeClr val="tx1"/>
              </a:solidFill>
              <a:latin typeface="+mn-lt"/>
            </a:endParaRP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 smtClean="0"/>
              <a:pPr>
                <a:defRPr/>
              </a:pPr>
              <a:t>7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407331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sz="1200" kern="0" dirty="0"/>
              <a:t>Slightly different meaning for each </a:t>
            </a:r>
            <a:br>
              <a:rPr lang="en-GB" altLang="en-US" sz="1200" kern="0" dirty="0"/>
            </a:br>
            <a:r>
              <a:rPr lang="en-GB" altLang="en-US" sz="1200" kern="0" dirty="0"/>
              <a:t>Section A-C </a:t>
            </a: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 smtClean="0"/>
              <a:pPr>
                <a:defRPr/>
              </a:pPr>
              <a:t>8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35430678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2950835" cy="49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28" tIns="46614" rIns="93228" bIns="46614"/>
          <a:lstStyle>
            <a:lvl1pPr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/>
              <a:t>test</a:t>
            </a:r>
          </a:p>
        </p:txBody>
      </p:sp>
      <p:sp>
        <p:nvSpPr>
          <p:cNvPr id="68611" name="Rectangle 7"/>
          <p:cNvSpPr txBox="1">
            <a:spLocks noGrp="1" noChangeArrowheads="1"/>
          </p:cNvSpPr>
          <p:nvPr/>
        </p:nvSpPr>
        <p:spPr bwMode="auto">
          <a:xfrm>
            <a:off x="3856366" y="9442293"/>
            <a:ext cx="2950834" cy="497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28" tIns="46614" rIns="93228" bIns="46614" anchor="b"/>
          <a:lstStyle>
            <a:lvl1pPr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3pPr>
            <a:lvl4pPr marL="1600200" indent="-22860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4pPr>
            <a:lvl5pPr marL="2057400" indent="-228600" defTabSz="942975"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GB" altLang="en-US" sz="1200"/>
              <a:t> page </a:t>
            </a:r>
            <a:fld id="{B7C6FA0F-AD5C-4277-9926-C18E76C5B535}" type="slidenum">
              <a:rPr lang="en-GB" altLang="en-US" sz="1200"/>
              <a:pPr algn="r"/>
              <a:t>9</a:t>
            </a:fld>
            <a:r>
              <a:rPr lang="en-GB" altLang="en-US" sz="1200"/>
              <a:t> test</a:t>
            </a:r>
          </a:p>
        </p:txBody>
      </p:sp>
      <p:sp>
        <p:nvSpPr>
          <p:cNvPr id="686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884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GB" altLang="en-US" b="1" dirty="0">
                <a:cs typeface="Arial" panose="020B0604020202020204" pitchFamily="34" charset="0"/>
              </a:rPr>
              <a:t>Develops insights into:</a:t>
            </a:r>
          </a:p>
          <a:p>
            <a:pPr>
              <a:lnSpc>
                <a:spcPct val="80000"/>
              </a:lnSpc>
            </a:pPr>
            <a:r>
              <a:rPr lang="en-GB" altLang="en-US" sz="1200" dirty="0">
                <a:cs typeface="Arial" panose="020B0604020202020204" pitchFamily="34" charset="0"/>
              </a:rPr>
              <a:t>Reasons for success and failure</a:t>
            </a:r>
          </a:p>
          <a:p>
            <a:pPr>
              <a:lnSpc>
                <a:spcPct val="80000"/>
              </a:lnSpc>
            </a:pPr>
            <a:endParaRPr lang="en-GB" altLang="en-US" sz="1200" dirty="0"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1200" dirty="0">
                <a:cs typeface="Arial" panose="020B0604020202020204" pitchFamily="34" charset="0"/>
              </a:rPr>
              <a:t>Reasons for choice of strategy</a:t>
            </a:r>
          </a:p>
          <a:p>
            <a:pPr>
              <a:lnSpc>
                <a:spcPct val="80000"/>
              </a:lnSpc>
            </a:pPr>
            <a:endParaRPr lang="en-GB" altLang="en-US" sz="1200" dirty="0"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1200" dirty="0">
                <a:cs typeface="Arial" panose="020B0604020202020204" pitchFamily="34" charset="0"/>
              </a:rPr>
              <a:t>What works for me?</a:t>
            </a:r>
          </a:p>
          <a:p>
            <a:pPr>
              <a:lnSpc>
                <a:spcPct val="80000"/>
              </a:lnSpc>
            </a:pPr>
            <a:endParaRPr lang="en-GB" altLang="en-US" sz="1200" dirty="0"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1200" dirty="0">
                <a:cs typeface="Arial" panose="020B0604020202020204" pitchFamily="34" charset="0"/>
              </a:rPr>
              <a:t>Individual cognitive styles and preferences</a:t>
            </a:r>
          </a:p>
          <a:p>
            <a:pPr>
              <a:lnSpc>
                <a:spcPct val="80000"/>
              </a:lnSpc>
            </a:pPr>
            <a:endParaRPr lang="en-GB" altLang="en-US" sz="1200" dirty="0"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1200" dirty="0">
                <a:cs typeface="Arial" panose="020B0604020202020204" pitchFamily="34" charset="0"/>
              </a:rPr>
              <a:t>Metacognitive and meta-memory strategies</a:t>
            </a:r>
          </a:p>
          <a:p>
            <a:pPr>
              <a:lnSpc>
                <a:spcPct val="80000"/>
              </a:lnSpc>
            </a:pPr>
            <a:endParaRPr lang="en-GB" altLang="en-US" sz="1200" dirty="0"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GB" altLang="en-US" sz="1200" dirty="0">
                <a:cs typeface="Arial" panose="020B0604020202020204" pitchFamily="34" charset="0"/>
              </a:rPr>
              <a:t>Definition of the goals of the problem</a:t>
            </a: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 smtClean="0"/>
              <a:pPr>
                <a:defRPr/>
              </a:pPr>
              <a:t>13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1556451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It can be used to differentiate more specifically (not just repeating work from earlier years)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 It can be used for Curriculum Based Dynamic Assessment (CBDA)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 smtClean="0"/>
              <a:pPr>
                <a:defRPr/>
              </a:pPr>
              <a:t>15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3570807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/>
              <a:t>How could this be used to help differentiate (intervention planning)?</a:t>
            </a: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 smtClean="0"/>
              <a:pPr>
                <a:defRPr/>
              </a:pPr>
              <a:t>16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1658681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61950" indent="-361950" eaLnBrk="1" hangingPunct="1">
              <a:spcBef>
                <a:spcPct val="15000"/>
              </a:spcBef>
            </a:pPr>
            <a:r>
              <a:rPr lang="en-GB" altLang="en-US" dirty="0"/>
              <a:t>What have you learned?</a:t>
            </a:r>
          </a:p>
          <a:p>
            <a:pPr marL="0" indent="0" eaLnBrk="1" hangingPunct="1">
              <a:spcBef>
                <a:spcPct val="15000"/>
              </a:spcBef>
              <a:buNone/>
            </a:pPr>
            <a:endParaRPr lang="en-GB" altLang="en-US" dirty="0"/>
          </a:p>
          <a:p>
            <a:pPr marL="361950" indent="-361950" eaLnBrk="1" hangingPunct="1">
              <a:spcBef>
                <a:spcPct val="15000"/>
              </a:spcBef>
            </a:pPr>
            <a:r>
              <a:rPr lang="en-GB" altLang="en-US" dirty="0"/>
              <a:t>What would you like to try?</a:t>
            </a:r>
          </a:p>
          <a:p>
            <a:pPr marL="361950" indent="-361950" eaLnBrk="1" hangingPunct="1">
              <a:spcBef>
                <a:spcPct val="15000"/>
              </a:spcBef>
            </a:pPr>
            <a:endParaRPr lang="en-GB" altLang="en-US" dirty="0"/>
          </a:p>
          <a:p>
            <a:pPr marL="361950" indent="-361950" eaLnBrk="1" hangingPunct="1">
              <a:spcBef>
                <a:spcPct val="15000"/>
              </a:spcBef>
            </a:pPr>
            <a:r>
              <a:rPr lang="en-GB" altLang="en-US" dirty="0"/>
              <a:t>What are you pleased about? </a:t>
            </a:r>
          </a:p>
          <a:p>
            <a:pPr marL="361950" indent="-361950" eaLnBrk="1" hangingPunct="1">
              <a:spcBef>
                <a:spcPct val="15000"/>
              </a:spcBef>
            </a:pPr>
            <a:endParaRPr lang="en-GB" altLang="en-US" dirty="0"/>
          </a:p>
          <a:p>
            <a:pPr marL="361950" indent="-361950" eaLnBrk="1" hangingPunct="1">
              <a:spcBef>
                <a:spcPct val="15000"/>
              </a:spcBef>
            </a:pPr>
            <a:r>
              <a:rPr lang="en-GB" altLang="en-US" dirty="0"/>
              <a:t>What are you concerned about?</a:t>
            </a:r>
          </a:p>
          <a:p>
            <a:pPr marL="361950" indent="-361950" eaLnBrk="1" hangingPunct="1">
              <a:spcBef>
                <a:spcPct val="15000"/>
              </a:spcBef>
            </a:pPr>
            <a:endParaRPr lang="en-GB" altLang="en-US" dirty="0"/>
          </a:p>
          <a:p>
            <a:pPr marL="361950" indent="-361950" eaLnBrk="1" hangingPunct="1">
              <a:spcBef>
                <a:spcPct val="15000"/>
              </a:spcBef>
            </a:pPr>
            <a:r>
              <a:rPr lang="en-GB" altLang="en-US" dirty="0"/>
              <a:t>What will you do next? (Individual/ group/ service)</a:t>
            </a:r>
          </a:p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altLang="en-US"/>
              <a:t> page </a:t>
            </a:r>
            <a:fld id="{31EF6084-1C0B-421D-AF6C-D89E87A87079}" type="slidenum">
              <a:rPr lang="en-GB" altLang="en-US" smtClean="0"/>
              <a:pPr>
                <a:defRPr/>
              </a:pPr>
              <a:t>23</a:t>
            </a:fld>
            <a:r>
              <a:rPr lang="en-GB" altLang="en-US"/>
              <a:t> test</a:t>
            </a:r>
          </a:p>
        </p:txBody>
      </p:sp>
    </p:spTree>
    <p:extLst>
      <p:ext uri="{BB962C8B-B14F-4D97-AF65-F5344CB8AC3E}">
        <p14:creationId xmlns:p14="http://schemas.microsoft.com/office/powerpoint/2010/main" val="2345120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879C0-2C4A-4741-A71F-38FF8E75862D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3218860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31386-57F6-4CBA-85ED-F11EE48FFBCC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304664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A2BDB-A64C-4DF0-AA65-BAFCBF2F8F61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3347320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F7C874-BC97-47C0-BB64-DAB1F3BFB73F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328580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C46E2A-6D94-4B76-8288-5D667CC70EF3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1071179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B35204-99E8-45D2-B31A-14E542A23B14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399679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A156B-6E74-4676-942F-A54506DCCEBB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409094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13A456-8F4A-48A2-813C-0B4EBB6617D8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212245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5E9E4B-B733-4383-AE25-570CD3FBFB49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2639147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AF6ACE-9668-4113-BA1C-CD80FCD8BD4B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4207449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BBE94-08CA-4DE3-A1E3-267897312A3E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937694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462EC0-9ABA-454A-B239-F9D268FA6DE3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  <p:extLst>
      <p:ext uri="{BB962C8B-B14F-4D97-AF65-F5344CB8AC3E}">
        <p14:creationId xmlns:p14="http://schemas.microsoft.com/office/powerpoint/2010/main" val="3795213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CAP LOGO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75" y="152400"/>
            <a:ext cx="35052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1676400"/>
            <a:ext cx="8686800" cy="2590800"/>
          </a:xfrm>
        </p:spPr>
        <p:txBody>
          <a:bodyPr/>
          <a:lstStyle>
            <a:lvl1pPr algn="ctr">
              <a:lnSpc>
                <a:spcPts val="5300"/>
              </a:lnSpc>
              <a:spcAft>
                <a:spcPts val="1000"/>
              </a:spcAft>
              <a:defRPr sz="36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749800"/>
            <a:ext cx="6781800" cy="609600"/>
          </a:xfrm>
        </p:spPr>
        <p:txBody>
          <a:bodyPr/>
          <a:lstStyle>
            <a:lvl1pPr marL="0" indent="0" algn="ctr">
              <a:buFontTx/>
              <a:buNone/>
              <a:defRPr sz="3200" b="1">
                <a:solidFill>
                  <a:srgbClr val="4B6EA7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05268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039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6027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66825"/>
            <a:ext cx="3962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3450" y="1266825"/>
            <a:ext cx="3962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291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6771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743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63273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44759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1866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909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152400"/>
            <a:ext cx="2038350" cy="5229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5962650" cy="5229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069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8089367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28650" y="1266825"/>
            <a:ext cx="8077200" cy="4114800"/>
          </a:xfrm>
        </p:spPr>
        <p:txBody>
          <a:bodyPr/>
          <a:lstStyle/>
          <a:p>
            <a:pPr lv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8430868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153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28650" y="1266825"/>
            <a:ext cx="3962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3450" y="1266825"/>
            <a:ext cx="39624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844256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152400"/>
            <a:ext cx="8153400" cy="522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767173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610350"/>
            <a:ext cx="2133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1"/>
            </a:lvl1pPr>
          </a:lstStyle>
          <a:p>
            <a:pPr>
              <a:defRPr/>
            </a:pPr>
            <a:fld id="{55C2E518-3A28-4AF1-A3F1-073F2EF887E4}" type="slidenum">
              <a:rPr lang="en-GB" altLang="en-US"/>
              <a:pPr>
                <a:defRPr/>
              </a:pPr>
              <a:t>‹#›</a:t>
            </a:fld>
            <a:r>
              <a:rPr lang="en-GB" altLang="en-US"/>
              <a:t> of 34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34" charset="0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34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34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34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entury Gothic" pitchFamily="34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entury Gothic" pitchFamily="34" charset="0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entury Gothic" pitchFamily="34" charset="0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entury Gothic" pitchFamily="34" charset="0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entury Gothic" pitchFamily="34" charset="0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entury Gothic" pitchFamily="34" charset="0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5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266825"/>
            <a:ext cx="8077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>
            <a:off x="642938" y="1219200"/>
            <a:ext cx="8153400" cy="0"/>
          </a:xfrm>
          <a:prstGeom prst="line">
            <a:avLst/>
          </a:prstGeom>
          <a:noFill/>
          <a:ln w="4762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4B8D"/>
          </a:solidFill>
          <a:latin typeface="Century Gothic" pitchFamily="34" charset="0"/>
          <a:ea typeface="MS PGothic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4B8D"/>
          </a:solidFill>
          <a:latin typeface="Century Gothic" pitchFamily="34" charset="0"/>
          <a:ea typeface="MS PGothic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4B8D"/>
          </a:solidFill>
          <a:latin typeface="Century Gothic" pitchFamily="34" charset="0"/>
          <a:ea typeface="MS PGothic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4B8D"/>
          </a:solidFill>
          <a:latin typeface="Century Gothic" pitchFamily="34" charset="0"/>
          <a:ea typeface="MS PGothic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4B8D"/>
          </a:solidFill>
          <a:latin typeface="Century Gothic" pitchFamily="34" charset="0"/>
          <a:ea typeface="MS PGothic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4B8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4B8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4B8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4B8D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4B8D"/>
        </a:buClr>
        <a:buChar char="•"/>
        <a:defRPr sz="2800">
          <a:solidFill>
            <a:srgbClr val="004B8D"/>
          </a:solidFill>
          <a:latin typeface="Century Gothic" pitchFamily="34" charset="0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4B8D"/>
        </a:buClr>
        <a:buChar char="•"/>
        <a:defRPr sz="2400">
          <a:solidFill>
            <a:srgbClr val="004B8D"/>
          </a:solidFill>
          <a:latin typeface="Century Gothic" pitchFamily="34" charset="0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Times New Roman" pitchFamily="18" charset="0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ynamicassessment.co.uk/" TargetMode="External"/><Relationship Id="rId2" Type="http://schemas.openxmlformats.org/officeDocument/2006/relationships/hyperlink" Target="http://www.realtraining.co.uk/" TargetMode="Externa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28600" y="1219200"/>
            <a:ext cx="8686800" cy="22098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dirty="0"/>
              <a:t>The Cognitive Abilities Profile (CAP)</a:t>
            </a:r>
            <a:br>
              <a:rPr lang="en-GB" altLang="en-US" dirty="0"/>
            </a:br>
            <a:r>
              <a:rPr lang="en-GB" altLang="en-US" dirty="0"/>
              <a:t>30min Introduction </a:t>
            </a:r>
          </a:p>
        </p:txBody>
      </p:sp>
      <p:sp>
        <p:nvSpPr>
          <p:cNvPr id="6147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429000"/>
            <a:ext cx="6781800" cy="2209800"/>
          </a:xfrm>
        </p:spPr>
        <p:txBody>
          <a:bodyPr/>
          <a:lstStyle/>
          <a:p>
            <a:pPr algn="l" eaLnBrk="1" hangingPunct="1"/>
            <a:r>
              <a:rPr lang="en-GB" altLang="en-US" sz="2400" u="sng" dirty="0"/>
              <a:t>Aim:</a:t>
            </a:r>
          </a:p>
          <a:p>
            <a:pPr marL="342900" indent="-342900" algn="l" eaLnBrk="1" hangingPunct="1">
              <a:buFont typeface="Arial" panose="020B0604020202020204" pitchFamily="34" charset="0"/>
              <a:buChar char="•"/>
            </a:pPr>
            <a:r>
              <a:rPr lang="en-GB" altLang="en-US" sz="2400" dirty="0"/>
              <a:t>How to use </a:t>
            </a:r>
            <a:r>
              <a:rPr lang="en-GB" altLang="en-US" sz="2400" b="0" dirty="0"/>
              <a:t>the CAP in consultations and observations</a:t>
            </a:r>
          </a:p>
          <a:p>
            <a:pPr algn="l" eaLnBrk="1" hangingPunct="1"/>
            <a:endParaRPr lang="en-GB" altLang="en-US" sz="2400" b="0" dirty="0"/>
          </a:p>
          <a:p>
            <a:pPr algn="l" eaLnBrk="1" hangingPunct="1"/>
            <a:endParaRPr lang="en-GB" altLang="en-US" sz="2400" b="0" dirty="0"/>
          </a:p>
          <a:p>
            <a:pPr algn="l" eaLnBrk="1" hangingPunct="1"/>
            <a:endParaRPr lang="en-GB" altLang="en-US" sz="2400" b="0" dirty="0"/>
          </a:p>
          <a:p>
            <a:pPr eaLnBrk="1" hangingPunct="1"/>
            <a:r>
              <a:rPr lang="en-GB" altLang="en-US" sz="1600" b="0" dirty="0"/>
              <a:t>Sam Simmonds adapted from Ruth Deutsch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87473"/>
            <a:ext cx="74676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What is it? Why use it?</a:t>
            </a:r>
          </a:p>
        </p:txBody>
      </p:sp>
      <p:sp>
        <p:nvSpPr>
          <p:cNvPr id="31747" name="Rectangle 5"/>
          <p:cNvSpPr>
            <a:spLocks noGrp="1" noChangeArrowheads="1"/>
          </p:cNvSpPr>
          <p:nvPr>
            <p:ph idx="1"/>
          </p:nvPr>
        </p:nvSpPr>
        <p:spPr>
          <a:xfrm>
            <a:off x="381000" y="1293551"/>
            <a:ext cx="8077200" cy="4676775"/>
          </a:xfrm>
        </p:spPr>
        <p:txBody>
          <a:bodyPr/>
          <a:lstStyle/>
          <a:p>
            <a:endParaRPr lang="en-GB" altLang="en-US" dirty="0"/>
          </a:p>
          <a:p>
            <a:r>
              <a:rPr lang="en-GB" altLang="en-US" dirty="0"/>
              <a:t>Consultation </a:t>
            </a:r>
          </a:p>
          <a:p>
            <a:endParaRPr lang="en-GB" altLang="en-US" dirty="0"/>
          </a:p>
          <a:p>
            <a:r>
              <a:rPr lang="en-GB" altLang="en-US" dirty="0"/>
              <a:t>Observation  </a:t>
            </a:r>
          </a:p>
          <a:p>
            <a:endParaRPr lang="en-GB" altLang="en-US" dirty="0"/>
          </a:p>
          <a:p>
            <a:r>
              <a:rPr lang="en-GB" altLang="en-US" dirty="0"/>
              <a:t>Used from foundation </a:t>
            </a:r>
          </a:p>
          <a:p>
            <a:pPr marL="0" indent="0">
              <a:buNone/>
            </a:pPr>
            <a:r>
              <a:rPr lang="en-GB" altLang="en-US" dirty="0"/>
              <a:t>stage to KS4 and special schools</a:t>
            </a:r>
          </a:p>
          <a:p>
            <a:pPr marL="0" indent="0">
              <a:buNone/>
            </a:pPr>
            <a:endParaRPr lang="en-GB" altLang="en-US" dirty="0"/>
          </a:p>
          <a:p>
            <a:r>
              <a:rPr lang="en-GB" altLang="en-US" dirty="0"/>
              <a:t>Based on principles of dynamic assessment, solution focused psychology and collaborative working.</a:t>
            </a:r>
          </a:p>
          <a:p>
            <a:endParaRPr lang="en-GB" altLang="en-US" dirty="0"/>
          </a:p>
        </p:txBody>
      </p:sp>
      <p:pic>
        <p:nvPicPr>
          <p:cNvPr id="31748" name="Picture 6" descr="CAP LOGO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6638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 descr="Picture1">
            <a:extLst>
              <a:ext uri="{FF2B5EF4-FFF2-40B4-BE49-F238E27FC236}">
                <a16:creationId xmlns:a16="http://schemas.microsoft.com/office/drawing/2014/main" id="{47672315-5DBC-468C-9C9E-3A7FFB0A6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11409" y="681507"/>
            <a:ext cx="4108766" cy="323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52400"/>
            <a:ext cx="8153400" cy="1143000"/>
          </a:xfrm>
        </p:spPr>
        <p:txBody>
          <a:bodyPr/>
          <a:lstStyle/>
          <a:p>
            <a:r>
              <a:rPr lang="en-GB" altLang="en-US"/>
              <a:t>Components of the CAP</a:t>
            </a:r>
            <a:endParaRPr lang="en-US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524000"/>
            <a:ext cx="8305800" cy="459263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b="1" dirty="0"/>
              <a:t>Consumables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1 Record Form 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1 Summary Profile and Intervention Plan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Tx/>
              <a:buNone/>
            </a:pPr>
            <a:r>
              <a:rPr lang="en-GB" altLang="en-US" b="1" dirty="0"/>
              <a:t>Manual including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Instructions and </a:t>
            </a:r>
            <a:r>
              <a:rPr lang="en-GB" altLang="en-US" b="1" dirty="0"/>
              <a:t>guidelines</a:t>
            </a:r>
            <a:r>
              <a:rPr lang="en-GB" altLang="en-US" dirty="0"/>
              <a:t>- chp3-5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Interpretation</a:t>
            </a:r>
          </a:p>
          <a:p>
            <a:pPr>
              <a:lnSpc>
                <a:spcPct val="90000"/>
              </a:lnSpc>
            </a:pPr>
            <a:r>
              <a:rPr lang="en-GB" altLang="en-US" b="1" dirty="0"/>
              <a:t>Strategies</a:t>
            </a:r>
            <a:r>
              <a:rPr lang="en-GB" altLang="en-US" dirty="0"/>
              <a:t> for Intervention – chp8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Case Studies 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Research and Development</a:t>
            </a:r>
          </a:p>
          <a:p>
            <a:pPr>
              <a:lnSpc>
                <a:spcPct val="90000"/>
              </a:lnSpc>
            </a:pPr>
            <a:endParaRPr lang="en-GB" altLang="en-US" dirty="0"/>
          </a:p>
        </p:txBody>
      </p:sp>
      <p:pic>
        <p:nvPicPr>
          <p:cNvPr id="39940" name="Picture 6" descr="CAP LOGO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6638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 descr="Blue tissue paper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74638"/>
            <a:ext cx="8291513" cy="1066800"/>
          </a:xfrm>
          <a:solidFill>
            <a:schemeClr val="bg1"/>
          </a:solidFill>
        </p:spPr>
        <p:txBody>
          <a:bodyPr/>
          <a:lstStyle/>
          <a:p>
            <a:pPr algn="ctr" eaLnBrk="1" hangingPunct="1"/>
            <a:r>
              <a:rPr lang="en-GB" altLang="en-US"/>
              <a:t>A Tripartite Learning Partnership</a:t>
            </a:r>
          </a:p>
        </p:txBody>
      </p:sp>
      <p:grpSp>
        <p:nvGrpSpPr>
          <p:cNvPr id="46083" name="Group 3"/>
          <p:cNvGrpSpPr>
            <a:grpSpLocks noChangeAspect="1"/>
          </p:cNvGrpSpPr>
          <p:nvPr/>
        </p:nvGrpSpPr>
        <p:grpSpPr bwMode="auto">
          <a:xfrm>
            <a:off x="468313" y="1341438"/>
            <a:ext cx="8291512" cy="4559300"/>
            <a:chOff x="266" y="703"/>
            <a:chExt cx="5184" cy="2851"/>
          </a:xfrm>
        </p:grpSpPr>
        <p:sp>
          <p:nvSpPr>
            <p:cNvPr id="46097" name="AutoShape 4" descr="Blue tissue paper"/>
            <p:cNvSpPr>
              <a:spLocks noChangeAspect="1" noChangeArrowheads="1" noTextEdit="1"/>
            </p:cNvSpPr>
            <p:nvPr/>
          </p:nvSpPr>
          <p:spPr bwMode="auto">
            <a:xfrm>
              <a:off x="266" y="703"/>
              <a:ext cx="5184" cy="28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6098" name="_s70661"/>
            <p:cNvSpPr>
              <a:spLocks noChangeArrowheads="1"/>
            </p:cNvSpPr>
            <p:nvPr/>
          </p:nvSpPr>
          <p:spPr bwMode="auto">
            <a:xfrm flipV="1">
              <a:off x="1504" y="956"/>
              <a:ext cx="2708" cy="23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7203 w 21600"/>
                <a:gd name="T13" fmla="*/ 7203 h 21600"/>
                <a:gd name="T14" fmla="*/ 14397 w 21600"/>
                <a:gd name="T15" fmla="*/ 1439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8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 w="4699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61265" tIns="30632" rIns="61265" bIns="30632" anchor="ctr"/>
            <a:lstStyle/>
            <a:p>
              <a:endParaRPr lang="nl-NL"/>
            </a:p>
          </p:txBody>
        </p:sp>
        <p:sp>
          <p:nvSpPr>
            <p:cNvPr id="46099" name="Rectangle 6"/>
            <p:cNvSpPr>
              <a:spLocks noChangeArrowheads="1"/>
            </p:cNvSpPr>
            <p:nvPr/>
          </p:nvSpPr>
          <p:spPr bwMode="auto">
            <a:xfrm>
              <a:off x="1044" y="2944"/>
              <a:ext cx="862" cy="589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4B8D"/>
                </a:buClr>
                <a:buChar char="•"/>
                <a:defRPr sz="2800">
                  <a:solidFill>
                    <a:srgbClr val="004B8D"/>
                  </a:solidFill>
                  <a:latin typeface="Century Gothic" panose="020B0502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4B8D"/>
                </a:buClr>
                <a:buChar char="•"/>
                <a:defRPr sz="2400">
                  <a:solidFill>
                    <a:srgbClr val="004B8D"/>
                  </a:solidFill>
                  <a:latin typeface="Century Gothic" panose="020B0502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6100" name="Rectangle 7"/>
            <p:cNvSpPr>
              <a:spLocks noChangeArrowheads="1"/>
            </p:cNvSpPr>
            <p:nvPr/>
          </p:nvSpPr>
          <p:spPr bwMode="auto">
            <a:xfrm>
              <a:off x="4037" y="2944"/>
              <a:ext cx="862" cy="589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4B8D"/>
                </a:buClr>
                <a:buChar char="•"/>
                <a:defRPr sz="2800">
                  <a:solidFill>
                    <a:srgbClr val="004B8D"/>
                  </a:solidFill>
                  <a:latin typeface="Century Gothic" panose="020B0502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4B8D"/>
                </a:buClr>
                <a:buChar char="•"/>
                <a:defRPr sz="2400">
                  <a:solidFill>
                    <a:srgbClr val="004B8D"/>
                  </a:solidFill>
                  <a:latin typeface="Century Gothic" panose="020B0502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GB" altLang="en-US" sz="2400" b="1">
                  <a:solidFill>
                    <a:schemeClr val="tx1"/>
                  </a:solidFill>
                </a:rPr>
                <a:t>Learner</a:t>
              </a:r>
            </a:p>
          </p:txBody>
        </p:sp>
      </p:grpSp>
      <p:sp>
        <p:nvSpPr>
          <p:cNvPr id="46084" name="Rectangle 8"/>
          <p:cNvSpPr>
            <a:spLocks noChangeArrowheads="1"/>
          </p:cNvSpPr>
          <p:nvPr/>
        </p:nvSpPr>
        <p:spPr bwMode="auto">
          <a:xfrm>
            <a:off x="3851275" y="1341438"/>
            <a:ext cx="1368425" cy="935037"/>
          </a:xfrm>
          <a:prstGeom prst="rect">
            <a:avLst/>
          </a:prstGeom>
          <a:solidFill>
            <a:srgbClr val="008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4B8D"/>
              </a:buClr>
              <a:buChar char="•"/>
              <a:defRPr sz="28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4B8D"/>
              </a:buClr>
              <a:buChar char="•"/>
              <a:defRPr sz="24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2400" b="1">
                <a:solidFill>
                  <a:schemeClr val="tx1"/>
                </a:solidFill>
              </a:rPr>
              <a:t>Task</a:t>
            </a:r>
          </a:p>
        </p:txBody>
      </p:sp>
      <p:sp>
        <p:nvSpPr>
          <p:cNvPr id="46085" name="Rectangle 9"/>
          <p:cNvSpPr>
            <a:spLocks noChangeArrowheads="1"/>
          </p:cNvSpPr>
          <p:nvPr/>
        </p:nvSpPr>
        <p:spPr bwMode="auto">
          <a:xfrm>
            <a:off x="1763713" y="5164138"/>
            <a:ext cx="12906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4B8D"/>
              </a:buClr>
              <a:buChar char="•"/>
              <a:defRPr sz="28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4B8D"/>
              </a:buClr>
              <a:buChar char="•"/>
              <a:defRPr sz="24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2000" b="1">
                <a:solidFill>
                  <a:schemeClr val="tx1"/>
                </a:solidFill>
              </a:rPr>
              <a:t>Mediator</a:t>
            </a:r>
          </a:p>
        </p:txBody>
      </p:sp>
      <p:sp>
        <p:nvSpPr>
          <p:cNvPr id="46086" name="Text Box 10"/>
          <p:cNvSpPr txBox="1">
            <a:spLocks noChangeArrowheads="1"/>
          </p:cNvSpPr>
          <p:nvPr/>
        </p:nvSpPr>
        <p:spPr bwMode="auto">
          <a:xfrm rot="-3681196">
            <a:off x="1077913" y="2867025"/>
            <a:ext cx="340518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4B8D"/>
              </a:buClr>
              <a:buChar char="•"/>
              <a:defRPr sz="28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4B8D"/>
              </a:buClr>
              <a:buChar char="•"/>
              <a:defRPr sz="24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tx1"/>
                </a:solidFill>
              </a:rPr>
              <a:t>Mediator analyses task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tx1"/>
                </a:solidFill>
              </a:rPr>
              <a:t>      Task determines 	mediation</a:t>
            </a:r>
          </a:p>
        </p:txBody>
      </p:sp>
      <p:sp>
        <p:nvSpPr>
          <p:cNvPr id="46087" name="Line 11"/>
          <p:cNvSpPr>
            <a:spLocks noChangeShapeType="1"/>
          </p:cNvSpPr>
          <p:nvPr/>
        </p:nvSpPr>
        <p:spPr bwMode="auto">
          <a:xfrm flipV="1">
            <a:off x="3276600" y="1916113"/>
            <a:ext cx="287338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88" name="Line 12"/>
          <p:cNvSpPr>
            <a:spLocks noChangeShapeType="1"/>
          </p:cNvSpPr>
          <p:nvPr/>
        </p:nvSpPr>
        <p:spPr bwMode="auto">
          <a:xfrm flipH="1">
            <a:off x="1908175" y="4652963"/>
            <a:ext cx="144463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89" name="Text Box 13"/>
          <p:cNvSpPr txBox="1">
            <a:spLocks noChangeArrowheads="1"/>
          </p:cNvSpPr>
          <p:nvPr/>
        </p:nvSpPr>
        <p:spPr bwMode="auto">
          <a:xfrm rot="3123015">
            <a:off x="4524375" y="2754313"/>
            <a:ext cx="3516313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4B8D"/>
              </a:buClr>
              <a:buChar char="•"/>
              <a:defRPr sz="28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4B8D"/>
              </a:buClr>
              <a:buChar char="•"/>
              <a:defRPr sz="24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tx1"/>
                </a:solidFill>
              </a:rPr>
              <a:t>Learner brings cog. fn. to  task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tx1"/>
                </a:solidFill>
              </a:rPr>
              <a:t>      Task requires cog fn. of   	learner</a:t>
            </a:r>
          </a:p>
        </p:txBody>
      </p:sp>
      <p:sp>
        <p:nvSpPr>
          <p:cNvPr id="46090" name="Line 14"/>
          <p:cNvSpPr>
            <a:spLocks noChangeShapeType="1"/>
          </p:cNvSpPr>
          <p:nvPr/>
        </p:nvSpPr>
        <p:spPr bwMode="auto">
          <a:xfrm>
            <a:off x="7092950" y="4292600"/>
            <a:ext cx="43180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91" name="Line 15"/>
          <p:cNvSpPr>
            <a:spLocks noChangeShapeType="1"/>
          </p:cNvSpPr>
          <p:nvPr/>
        </p:nvSpPr>
        <p:spPr bwMode="auto">
          <a:xfrm flipH="1" flipV="1">
            <a:off x="5219700" y="1844675"/>
            <a:ext cx="217488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92" name="Text Box 16" descr="Blue tissue paper"/>
          <p:cNvSpPr txBox="1">
            <a:spLocks noChangeArrowheads="1"/>
          </p:cNvSpPr>
          <p:nvPr/>
        </p:nvSpPr>
        <p:spPr bwMode="auto">
          <a:xfrm>
            <a:off x="468313" y="5949950"/>
            <a:ext cx="8280400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4B8D"/>
              </a:buClr>
              <a:buChar char="•"/>
              <a:defRPr sz="28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4B8D"/>
              </a:buClr>
              <a:buChar char="•"/>
              <a:defRPr sz="24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tx1"/>
                </a:solidFill>
              </a:rPr>
              <a:t>Mediator analyses learner</a:t>
            </a:r>
            <a:r>
              <a:rPr lang="ja-JP" altLang="en-GB" sz="1800">
                <a:solidFill>
                  <a:schemeClr val="tx1"/>
                </a:solidFill>
              </a:rPr>
              <a:t>’</a:t>
            </a:r>
            <a:r>
              <a:rPr lang="en-GB" altLang="ja-JP" sz="1800">
                <a:solidFill>
                  <a:schemeClr val="tx1"/>
                </a:solidFill>
              </a:rPr>
              <a:t>s potential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800">
                <a:solidFill>
                  <a:schemeClr val="tx1"/>
                </a:solidFill>
              </a:rPr>
              <a:t>           Learner requires mediation</a:t>
            </a:r>
          </a:p>
        </p:txBody>
      </p:sp>
      <p:sp>
        <p:nvSpPr>
          <p:cNvPr id="46093" name="Line 17"/>
          <p:cNvSpPr>
            <a:spLocks noChangeShapeType="1"/>
          </p:cNvSpPr>
          <p:nvPr/>
        </p:nvSpPr>
        <p:spPr bwMode="auto">
          <a:xfrm>
            <a:off x="6732588" y="6092825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94" name="Line 18"/>
          <p:cNvSpPr>
            <a:spLocks noChangeShapeType="1"/>
          </p:cNvSpPr>
          <p:nvPr/>
        </p:nvSpPr>
        <p:spPr bwMode="auto">
          <a:xfrm flipH="1">
            <a:off x="1547813" y="6021388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NL"/>
          </a:p>
        </p:txBody>
      </p:sp>
      <p:sp>
        <p:nvSpPr>
          <p:cNvPr id="46095" name="Text Box 52"/>
          <p:cNvSpPr txBox="1">
            <a:spLocks noChangeArrowheads="1"/>
          </p:cNvSpPr>
          <p:nvPr/>
        </p:nvSpPr>
        <p:spPr bwMode="auto">
          <a:xfrm rot="-5400000">
            <a:off x="-1097756" y="3274219"/>
            <a:ext cx="27193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4B8D"/>
              </a:buClr>
              <a:buChar char="•"/>
              <a:defRPr sz="28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4B8D"/>
              </a:buClr>
              <a:buChar char="•"/>
              <a:defRPr sz="24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1400">
                <a:solidFill>
                  <a:srgbClr val="000066"/>
                </a:solidFill>
              </a:rPr>
              <a:t>©  Copyright: Ruth M Deutsch</a:t>
            </a:r>
          </a:p>
        </p:txBody>
      </p:sp>
      <p:sp>
        <p:nvSpPr>
          <p:cNvPr id="46096" name="Oval 20"/>
          <p:cNvSpPr>
            <a:spLocks noChangeArrowheads="1"/>
          </p:cNvSpPr>
          <p:nvPr/>
        </p:nvSpPr>
        <p:spPr bwMode="auto">
          <a:xfrm>
            <a:off x="6172200" y="4267200"/>
            <a:ext cx="2057400" cy="2286000"/>
          </a:xfrm>
          <a:prstGeom prst="ellips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4B8D"/>
              </a:buClr>
              <a:buChar char="•"/>
              <a:defRPr sz="28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4B8D"/>
              </a:buClr>
              <a:buChar char="•"/>
              <a:defRPr sz="2400">
                <a:solidFill>
                  <a:srgbClr val="004B8D"/>
                </a:solidFill>
                <a:latin typeface="Century Gothic" panose="020B0502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52400"/>
            <a:ext cx="8153400" cy="1143000"/>
          </a:xfrm>
        </p:spPr>
        <p:txBody>
          <a:bodyPr/>
          <a:lstStyle/>
          <a:p>
            <a:r>
              <a:rPr lang="en-GB" altLang="en-US" dirty="0"/>
              <a:t>CAP has 3 sections:</a:t>
            </a:r>
            <a:endParaRPr lang="en-US" alt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266824"/>
            <a:ext cx="8763000" cy="5286375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400" b="1" dirty="0">
                <a:solidFill>
                  <a:srgbClr val="FF0000"/>
                </a:solidFill>
              </a:rPr>
              <a:t>Record from:</a:t>
            </a:r>
          </a:p>
          <a:p>
            <a:r>
              <a:rPr lang="en-GB" altLang="en-US" sz="2400" b="1" dirty="0"/>
              <a:t>Section A: </a:t>
            </a:r>
            <a:r>
              <a:rPr lang="en-GB" altLang="en-US" sz="2400" dirty="0"/>
              <a:t>The </a:t>
            </a:r>
            <a:r>
              <a:rPr lang="en-GB" altLang="en-US" sz="2400" u="sng" dirty="0"/>
              <a:t>Cognitive Abilities </a:t>
            </a:r>
            <a:r>
              <a:rPr lang="en-GB" altLang="en-US" sz="2400" dirty="0"/>
              <a:t>of the </a:t>
            </a:r>
            <a:r>
              <a:rPr lang="en-GB" altLang="en-US" sz="2400" b="1" dirty="0"/>
              <a:t>Learner </a:t>
            </a:r>
            <a:r>
              <a:rPr lang="en-GB" altLang="en-US" sz="2400" dirty="0"/>
              <a:t>– </a:t>
            </a:r>
            <a:r>
              <a:rPr lang="en-GB" altLang="en-US" sz="2400" u="sng" dirty="0"/>
              <a:t>Consultation</a:t>
            </a:r>
            <a:r>
              <a:rPr lang="en-GB" altLang="en-US" sz="2400" dirty="0"/>
              <a:t> (and observation)</a:t>
            </a:r>
          </a:p>
          <a:p>
            <a:endParaRPr lang="en-GB" altLang="en-US" sz="2400" i="1" dirty="0"/>
          </a:p>
          <a:p>
            <a:r>
              <a:rPr lang="en-GB" altLang="en-US" sz="2400" b="1" dirty="0"/>
              <a:t>Section B: </a:t>
            </a:r>
            <a:r>
              <a:rPr lang="en-GB" altLang="en-US" sz="2400" u="sng" dirty="0"/>
              <a:t>Response to </a:t>
            </a:r>
            <a:r>
              <a:rPr lang="en-GB" altLang="en-US" sz="2400" b="1" u="sng" dirty="0"/>
              <a:t>Teaching </a:t>
            </a:r>
            <a:br>
              <a:rPr lang="en-GB" altLang="en-US" sz="2400" dirty="0"/>
            </a:br>
            <a:r>
              <a:rPr lang="en-GB" altLang="en-US" sz="2400" dirty="0"/>
              <a:t>and Mediation – </a:t>
            </a:r>
            <a:r>
              <a:rPr lang="en-GB" altLang="en-US" sz="2400" u="sng" dirty="0"/>
              <a:t>observation</a:t>
            </a:r>
            <a:r>
              <a:rPr lang="en-GB" altLang="en-US" sz="2400" dirty="0"/>
              <a:t> (and/or consultation)</a:t>
            </a:r>
          </a:p>
          <a:p>
            <a:endParaRPr lang="en-GB" altLang="en-US" sz="2400" dirty="0"/>
          </a:p>
          <a:p>
            <a:r>
              <a:rPr lang="en-GB" altLang="en-US" sz="2400" b="1" dirty="0"/>
              <a:t>Section C: Task</a:t>
            </a:r>
            <a:r>
              <a:rPr lang="en-GB" altLang="en-US" sz="2400" dirty="0"/>
              <a:t> Analysis – observation </a:t>
            </a:r>
          </a:p>
          <a:p>
            <a:endParaRPr lang="en-GB" altLang="en-US" sz="2400" dirty="0"/>
          </a:p>
          <a:p>
            <a:pPr marL="0" indent="0">
              <a:buNone/>
            </a:pPr>
            <a:r>
              <a:rPr lang="en-GB" altLang="en-US" sz="2400" b="1" dirty="0">
                <a:solidFill>
                  <a:srgbClr val="FF0000"/>
                </a:solidFill>
              </a:rPr>
              <a:t>Summary form:</a:t>
            </a:r>
          </a:p>
          <a:p>
            <a:r>
              <a:rPr lang="en-GB" altLang="en-US" sz="2400" dirty="0"/>
              <a:t>Summary Profile</a:t>
            </a:r>
          </a:p>
          <a:p>
            <a:r>
              <a:rPr lang="en-GB" altLang="en-US" sz="2400" dirty="0"/>
              <a:t> Intervention Plan</a:t>
            </a:r>
          </a:p>
          <a:p>
            <a:r>
              <a:rPr lang="en-GB" altLang="en-US" sz="2400" dirty="0"/>
              <a:t>Review Profiles</a:t>
            </a:r>
            <a:endParaRPr lang="en-US" altLang="en-US" sz="2400" dirty="0"/>
          </a:p>
        </p:txBody>
      </p:sp>
      <p:pic>
        <p:nvPicPr>
          <p:cNvPr id="40964" name="Picture 6" descr="CAP LOGO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6638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/>
          <p:cNvSpPr>
            <a:spLocks noGrp="1" noChangeArrowheads="1"/>
          </p:cNvSpPr>
          <p:nvPr>
            <p:ph type="ctrTitle"/>
          </p:nvPr>
        </p:nvSpPr>
        <p:spPr>
          <a:xfrm>
            <a:off x="228600" y="1400515"/>
            <a:ext cx="8686800" cy="2590800"/>
          </a:xfrm>
        </p:spPr>
        <p:txBody>
          <a:bodyPr/>
          <a:lstStyle/>
          <a:p>
            <a:r>
              <a:rPr lang="en-GB" altLang="en-US" sz="6000" dirty="0"/>
              <a:t>Section A</a:t>
            </a:r>
          </a:p>
        </p:txBody>
      </p:sp>
      <p:sp>
        <p:nvSpPr>
          <p:cNvPr id="54275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181100" y="3646714"/>
            <a:ext cx="6781800" cy="609600"/>
          </a:xfrm>
        </p:spPr>
        <p:txBody>
          <a:bodyPr/>
          <a:lstStyle/>
          <a:p>
            <a:r>
              <a:rPr lang="en-GB" altLang="en-US" dirty="0"/>
              <a:t>Cognitive abilities of the leaner</a:t>
            </a:r>
          </a:p>
          <a:p>
            <a:endParaRPr lang="en-GB" altLang="en-US" dirty="0"/>
          </a:p>
          <a:p>
            <a:r>
              <a:rPr lang="en-GB" altLang="en-US" b="0" dirty="0"/>
              <a:t>Done as a </a:t>
            </a:r>
            <a:r>
              <a:rPr lang="en-GB" altLang="en-US" dirty="0"/>
              <a:t>consultation</a:t>
            </a:r>
            <a:r>
              <a:rPr lang="en-GB" altLang="en-US" b="0" dirty="0"/>
              <a:t> (observation before ideal but not necessary)</a:t>
            </a:r>
          </a:p>
        </p:txBody>
      </p:sp>
      <p:pic>
        <p:nvPicPr>
          <p:cNvPr id="54276" name="Picture 5" descr="CAP LOGO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9813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95300" y="152400"/>
            <a:ext cx="8153400" cy="838200"/>
          </a:xfrm>
        </p:spPr>
        <p:txBody>
          <a:bodyPr/>
          <a:lstStyle/>
          <a:p>
            <a:pPr algn="ctr"/>
            <a:r>
              <a:rPr lang="en-GB" altLang="en-US" u="sng" dirty="0"/>
              <a:t>Section A: Cognitive Abilities</a:t>
            </a:r>
            <a:endParaRPr lang="en-US" altLang="en-US" u="sng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143000"/>
            <a:ext cx="8686800" cy="4114800"/>
          </a:xfrm>
        </p:spPr>
        <p:txBody>
          <a:bodyPr/>
          <a:lstStyle/>
          <a:p>
            <a:pPr>
              <a:lnSpc>
                <a:spcPct val="150000"/>
              </a:lnSpc>
              <a:buFontTx/>
              <a:buNone/>
            </a:pPr>
            <a:r>
              <a:rPr lang="en-GB" altLang="en-US" b="1" dirty="0"/>
              <a:t>Chapter 3: The 7 functional domains are</a:t>
            </a:r>
          </a:p>
          <a:p>
            <a:pPr>
              <a:lnSpc>
                <a:spcPct val="150000"/>
              </a:lnSpc>
            </a:pPr>
            <a:r>
              <a:rPr lang="en-GB" altLang="en-US" dirty="0"/>
              <a:t>Attention  </a:t>
            </a:r>
            <a:r>
              <a:rPr lang="en-GB" altLang="en-US" dirty="0">
                <a:solidFill>
                  <a:schemeClr val="tx1"/>
                </a:solidFill>
              </a:rPr>
              <a:t>– pg28</a:t>
            </a:r>
          </a:p>
          <a:p>
            <a:pPr>
              <a:lnSpc>
                <a:spcPct val="150000"/>
              </a:lnSpc>
            </a:pPr>
            <a:r>
              <a:rPr lang="en-GB" altLang="en-US" dirty="0"/>
              <a:t>Perception -</a:t>
            </a:r>
            <a:endParaRPr lang="en-GB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altLang="en-US" dirty="0"/>
              <a:t>Memory  – </a:t>
            </a:r>
            <a:endParaRPr lang="en-GB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GB" altLang="en-US" dirty="0"/>
              <a:t>Language and Communication </a:t>
            </a:r>
          </a:p>
          <a:p>
            <a:pPr>
              <a:lnSpc>
                <a:spcPct val="150000"/>
              </a:lnSpc>
            </a:pPr>
            <a:r>
              <a:rPr lang="en-GB" altLang="en-US" dirty="0"/>
              <a:t>Reasoning/Logic </a:t>
            </a:r>
          </a:p>
          <a:p>
            <a:pPr>
              <a:lnSpc>
                <a:spcPct val="150000"/>
              </a:lnSpc>
            </a:pPr>
            <a:r>
              <a:rPr lang="en-GB" altLang="en-US" dirty="0"/>
              <a:t>Strategic Thinking/Metacognition </a:t>
            </a:r>
          </a:p>
          <a:p>
            <a:pPr>
              <a:lnSpc>
                <a:spcPct val="150000"/>
              </a:lnSpc>
            </a:pPr>
            <a:r>
              <a:rPr lang="en-GB" altLang="en-US" dirty="0"/>
              <a:t>Behaviours Affecting Learning </a:t>
            </a:r>
          </a:p>
          <a:p>
            <a:pPr>
              <a:lnSpc>
                <a:spcPct val="150000"/>
              </a:lnSpc>
            </a:pPr>
            <a:endParaRPr lang="en-US" alt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52400"/>
            <a:ext cx="8153400" cy="1143000"/>
          </a:xfrm>
        </p:spPr>
        <p:txBody>
          <a:bodyPr/>
          <a:lstStyle/>
          <a:p>
            <a:r>
              <a:rPr lang="en-GB" altLang="en-US" dirty="0"/>
              <a:t>Section A Scoring</a:t>
            </a:r>
            <a:endParaRPr lang="en-US" altLang="en-US" dirty="0"/>
          </a:p>
        </p:txBody>
      </p:sp>
      <p:graphicFrame>
        <p:nvGraphicFramePr>
          <p:cNvPr id="141360" name="Group 48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790279934"/>
              </p:ext>
            </p:extLst>
          </p:nvPr>
        </p:nvGraphicFramePr>
        <p:xfrm>
          <a:off x="533400" y="1676400"/>
          <a:ext cx="4800600" cy="4570546"/>
        </p:xfrm>
        <a:graphic>
          <a:graphicData uri="http://schemas.openxmlformats.org/drawingml/2006/table">
            <a:tbl>
              <a:tblPr/>
              <a:tblGrid>
                <a:gridCol w="582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8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6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Scoring Key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N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Not observed/ Not applicable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408376"/>
                  </a:ext>
                </a:extLst>
              </a:tr>
              <a:tr h="8229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4B8D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Not able even with support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4B8D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06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4B8D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Only able with support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4B8D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4B8D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Sometimes able/inconsistent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4B8D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1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4B8D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Independently able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4B8D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19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004B8D"/>
                        </a:solidFill>
                        <a:effectLst/>
                        <a:latin typeface="Century Gothic" pitchFamily="34" charset="0"/>
                        <a:cs typeface="Arial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B8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4B8D"/>
                          </a:solidFill>
                          <a:effectLst/>
                          <a:latin typeface="Century Gothic" pitchFamily="34" charset="0"/>
                          <a:cs typeface="Arial" charset="0"/>
                        </a:rPr>
                        <a:t>½ points if cant decided 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D842032-D688-48F3-9146-E70457ABF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527235"/>
            <a:ext cx="3657600" cy="4719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B8D"/>
              </a:buClr>
              <a:buChar char="•"/>
              <a:defRPr sz="2800">
                <a:solidFill>
                  <a:srgbClr val="004B8D"/>
                </a:solidFill>
                <a:latin typeface="Century Gothic" pitchFamily="34" charset="0"/>
                <a:ea typeface="MS PGothic" pitchFamily="34" charset="-128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4B8D"/>
              </a:buClr>
              <a:buChar char="•"/>
              <a:defRPr sz="2400">
                <a:solidFill>
                  <a:srgbClr val="004B8D"/>
                </a:solidFill>
                <a:latin typeface="Century Gothic" pitchFamily="34" charset="0"/>
                <a:ea typeface="MS PGothic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n-GB" altLang="en-US" sz="2400" kern="0" dirty="0"/>
          </a:p>
          <a:p>
            <a:r>
              <a:rPr lang="en-GB" altLang="en-US" sz="2400" kern="0" dirty="0"/>
              <a:t>Ideally </a:t>
            </a:r>
            <a:r>
              <a:rPr lang="en-GB" altLang="en-US" sz="2400" b="1" kern="0" dirty="0"/>
              <a:t>agree a score</a:t>
            </a:r>
            <a:r>
              <a:rPr lang="en-GB" altLang="en-US" sz="2400" kern="0" dirty="0"/>
              <a:t> or middle value between people.</a:t>
            </a:r>
          </a:p>
          <a:p>
            <a:endParaRPr lang="en-GB" altLang="en-US" sz="2400" kern="0" dirty="0"/>
          </a:p>
          <a:p>
            <a:r>
              <a:rPr lang="en-GB" altLang="en-US" sz="2400" b="1" kern="0" dirty="0"/>
              <a:t>Scoring a section </a:t>
            </a:r>
            <a:r>
              <a:rPr lang="en-GB" altLang="en-US" sz="2400" kern="0" dirty="0"/>
              <a:t>- add up the scores and divide by how many there are (don’t include  N scores).</a:t>
            </a:r>
          </a:p>
          <a:p>
            <a:endParaRPr lang="en-GB" altLang="en-US" sz="2400" kern="0" dirty="0"/>
          </a:p>
          <a:p>
            <a:endParaRPr lang="en-GB" altLang="en-US" sz="2400" kern="0" dirty="0"/>
          </a:p>
          <a:p>
            <a:endParaRPr lang="en-GB" altLang="en-US" sz="2400" kern="0" dirty="0"/>
          </a:p>
          <a:p>
            <a:endParaRPr lang="en-GB" altLang="en-US" sz="2400" kern="0" dirty="0"/>
          </a:p>
          <a:p>
            <a:endParaRPr lang="en-US" altLang="en-US" sz="2400" kern="0" dirty="0"/>
          </a:p>
        </p:txBody>
      </p:sp>
    </p:spTree>
    <p:extLst>
      <p:ext uri="{BB962C8B-B14F-4D97-AF65-F5344CB8AC3E}">
        <p14:creationId xmlns:p14="http://schemas.microsoft.com/office/powerpoint/2010/main" val="277221974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Optional further analyses pg8</a:t>
            </a:r>
            <a:endParaRPr lang="en-US" altLang="en-US" dirty="0"/>
          </a:p>
        </p:txBody>
      </p:sp>
      <p:sp>
        <p:nvSpPr>
          <p:cNvPr id="67587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726406"/>
            <a:ext cx="80772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b="1" dirty="0"/>
              <a:t>Modality Preference</a:t>
            </a:r>
          </a:p>
          <a:p>
            <a:pPr eaLnBrk="1" hangingPunct="1"/>
            <a:r>
              <a:rPr lang="en-GB" altLang="en-US" sz="2400" dirty="0"/>
              <a:t>Visual, auditory and/or kinaesthetic preference</a:t>
            </a:r>
          </a:p>
          <a:p>
            <a:pPr eaLnBrk="1" hangingPunct="1"/>
            <a:endParaRPr lang="en-GB" altLang="en-US" sz="2400" dirty="0"/>
          </a:p>
          <a:p>
            <a:pPr eaLnBrk="1" hangingPunct="1">
              <a:buFontTx/>
              <a:buNone/>
            </a:pPr>
            <a:r>
              <a:rPr lang="en-GB" altLang="en-US" b="1" dirty="0"/>
              <a:t>Phase Analysis</a:t>
            </a:r>
          </a:p>
          <a:p>
            <a:pPr eaLnBrk="1" hangingPunct="1"/>
            <a:r>
              <a:rPr lang="en-GB" altLang="en-US" dirty="0"/>
              <a:t>Input </a:t>
            </a:r>
            <a:r>
              <a:rPr lang="en-GB" altLang="en-US" sz="1600" dirty="0"/>
              <a:t>(gathering and taking in information)</a:t>
            </a:r>
            <a:endParaRPr lang="en-GB" altLang="en-US" dirty="0"/>
          </a:p>
          <a:p>
            <a:pPr eaLnBrk="1" hangingPunct="1"/>
            <a:r>
              <a:rPr lang="en-GB" altLang="en-US" dirty="0"/>
              <a:t>Elaboration </a:t>
            </a:r>
            <a:r>
              <a:rPr lang="en-GB" altLang="en-US" sz="1600" dirty="0"/>
              <a:t>(processing and thinking about the information gathered, transforming it in some way)</a:t>
            </a:r>
            <a:endParaRPr lang="en-GB" altLang="en-US" dirty="0"/>
          </a:p>
          <a:p>
            <a:pPr eaLnBrk="1" hangingPunct="1"/>
            <a:r>
              <a:rPr lang="en-GB" altLang="en-US" dirty="0"/>
              <a:t>Output </a:t>
            </a:r>
            <a:r>
              <a:rPr lang="en-GB" altLang="en-US" sz="1600" dirty="0"/>
              <a:t>(giving a response or answer to the task or problem)</a:t>
            </a:r>
          </a:p>
        </p:txBody>
      </p:sp>
      <p:pic>
        <p:nvPicPr>
          <p:cNvPr id="67588" name="Picture 5" descr="CAP LOGO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9813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GB" altLang="en-US"/>
              <a:t>Summary form</a:t>
            </a:r>
            <a:endParaRPr lang="en-US" altLang="en-US"/>
          </a:p>
        </p:txBody>
      </p:sp>
      <p:sp>
        <p:nvSpPr>
          <p:cNvPr id="73731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447800"/>
            <a:ext cx="8077200" cy="5105400"/>
          </a:xfrm>
        </p:spPr>
        <p:txBody>
          <a:bodyPr/>
          <a:lstStyle/>
          <a:p>
            <a:r>
              <a:rPr lang="en-GB" altLang="en-US" dirty="0"/>
              <a:t>Graph - Hand draw or spread sheet to create one for reports.</a:t>
            </a:r>
          </a:p>
          <a:p>
            <a:endParaRPr lang="en-GB" altLang="en-US" dirty="0"/>
          </a:p>
          <a:p>
            <a:r>
              <a:rPr lang="en-GB" altLang="en-US" dirty="0"/>
              <a:t>Strength</a:t>
            </a:r>
          </a:p>
          <a:p>
            <a:endParaRPr lang="en-GB" altLang="en-US" dirty="0"/>
          </a:p>
          <a:p>
            <a:r>
              <a:rPr lang="en-GB" altLang="en-US" dirty="0"/>
              <a:t>Difficulty</a:t>
            </a:r>
          </a:p>
          <a:p>
            <a:endParaRPr lang="en-GB" altLang="en-US" dirty="0"/>
          </a:p>
          <a:p>
            <a:r>
              <a:rPr lang="en-GB" altLang="en-US" dirty="0"/>
              <a:t>Intervention plan 3 areas.</a:t>
            </a:r>
          </a:p>
        </p:txBody>
      </p:sp>
      <p:pic>
        <p:nvPicPr>
          <p:cNvPr id="73732" name="Picture 5" descr="CAP LOGO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9813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>
            <a:graphicFrameLocks/>
          </p:cNvGraphicFramePr>
          <p:nvPr/>
        </p:nvGraphicFramePr>
        <p:xfrm>
          <a:off x="386813" y="845042"/>
          <a:ext cx="8370911" cy="46690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838200"/>
            <a:ext cx="8686800" cy="2590800"/>
          </a:xfrm>
        </p:spPr>
        <p:txBody>
          <a:bodyPr/>
          <a:lstStyle/>
          <a:p>
            <a:r>
              <a:rPr lang="en-GB" altLang="en-US" sz="6000" dirty="0"/>
              <a:t>Section B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1100" y="2857500"/>
            <a:ext cx="6781800" cy="609600"/>
          </a:xfrm>
        </p:spPr>
        <p:txBody>
          <a:bodyPr/>
          <a:lstStyle/>
          <a:p>
            <a:r>
              <a:rPr lang="en-GB" altLang="en-US" dirty="0"/>
              <a:t>The learner</a:t>
            </a:r>
            <a:r>
              <a:rPr lang="ja-JP" altLang="en-GB" dirty="0"/>
              <a:t>’</a:t>
            </a:r>
            <a:r>
              <a:rPr lang="en-GB" altLang="ja-JP" dirty="0"/>
              <a:t>s response to teaching &amp; mediation </a:t>
            </a:r>
          </a:p>
          <a:p>
            <a:endParaRPr lang="en-GB" altLang="en-US" dirty="0"/>
          </a:p>
          <a:p>
            <a:r>
              <a:rPr lang="en-GB" altLang="en-US" b="0" dirty="0"/>
              <a:t>Done as an </a:t>
            </a:r>
            <a:r>
              <a:rPr lang="en-GB" altLang="en-US" dirty="0"/>
              <a:t>observation</a:t>
            </a:r>
            <a:r>
              <a:rPr lang="en-GB" altLang="en-US" b="0" dirty="0"/>
              <a:t> and </a:t>
            </a:r>
            <a:r>
              <a:rPr lang="en-GB" altLang="en-US" dirty="0"/>
              <a:t>then consultation</a:t>
            </a:r>
            <a:r>
              <a:rPr lang="en-GB" altLang="en-US" b="0" dirty="0"/>
              <a:t> (although can be done without an observation)</a:t>
            </a:r>
          </a:p>
        </p:txBody>
      </p:sp>
      <p:pic>
        <p:nvPicPr>
          <p:cNvPr id="78852" name="Picture 5" descr="CAP LOGO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9813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52400"/>
            <a:ext cx="8153400" cy="1143000"/>
          </a:xfrm>
        </p:spPr>
        <p:txBody>
          <a:bodyPr/>
          <a:lstStyle/>
          <a:p>
            <a:r>
              <a:rPr lang="en-GB" altLang="en-US"/>
              <a:t>Section B: Response to Teaching </a:t>
            </a:r>
            <a:br>
              <a:rPr lang="en-GB" altLang="en-US"/>
            </a:br>
            <a:r>
              <a:rPr lang="en-GB" altLang="en-US"/>
              <a:t>and Mediation</a:t>
            </a:r>
            <a:endParaRPr lang="en-US" alt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501095"/>
            <a:ext cx="4419600" cy="46482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b="1" dirty="0"/>
              <a:t>Chapter 4</a:t>
            </a:r>
          </a:p>
          <a:p>
            <a:pPr>
              <a:buFontTx/>
              <a:buNone/>
            </a:pPr>
            <a:endParaRPr lang="en-GB" altLang="en-US" sz="2400" b="1" dirty="0"/>
          </a:p>
          <a:p>
            <a:r>
              <a:rPr lang="en-GB" altLang="en-US" sz="2400" dirty="0"/>
              <a:t>Score reflects level of </a:t>
            </a:r>
            <a:r>
              <a:rPr lang="en-GB" altLang="en-US" sz="2400" b="1" dirty="0"/>
              <a:t>learner</a:t>
            </a:r>
            <a:r>
              <a:rPr lang="ja-JP" altLang="en-GB" sz="2400" b="1" dirty="0"/>
              <a:t>’</a:t>
            </a:r>
            <a:r>
              <a:rPr lang="en-GB" altLang="ja-JP" sz="2400" b="1" dirty="0"/>
              <a:t>s response </a:t>
            </a:r>
            <a:r>
              <a:rPr lang="en-GB" altLang="ja-JP" sz="2400" dirty="0"/>
              <a:t>to a variety of </a:t>
            </a:r>
            <a:r>
              <a:rPr lang="en-GB" altLang="ja-JP" sz="2400" b="1" dirty="0"/>
              <a:t>teaching</a:t>
            </a:r>
            <a:r>
              <a:rPr lang="en-GB" altLang="ja-JP" sz="2400" dirty="0"/>
              <a:t> </a:t>
            </a:r>
            <a:r>
              <a:rPr lang="en-GB" altLang="ja-JP" sz="2400" b="1" dirty="0"/>
              <a:t>strategies</a:t>
            </a:r>
          </a:p>
          <a:p>
            <a:endParaRPr lang="en-GB" altLang="ja-JP" sz="2400" dirty="0"/>
          </a:p>
          <a:p>
            <a:r>
              <a:rPr lang="en-GB" altLang="en-US" sz="2400" dirty="0"/>
              <a:t>Use of the solution focused approach</a:t>
            </a:r>
          </a:p>
          <a:p>
            <a:endParaRPr lang="en-GB" altLang="en-US" sz="2400" dirty="0"/>
          </a:p>
          <a:p>
            <a:r>
              <a:rPr lang="en-GB" altLang="en-US" sz="2400" b="1" dirty="0"/>
              <a:t>Scoring</a:t>
            </a:r>
            <a:r>
              <a:rPr lang="en-GB" altLang="en-US" sz="2400" dirty="0"/>
              <a:t> rules the same but statements slightly different.</a:t>
            </a:r>
          </a:p>
          <a:p>
            <a:endParaRPr lang="en-GB" altLang="en-US" dirty="0"/>
          </a:p>
          <a:p>
            <a:pPr>
              <a:buFontTx/>
              <a:buNone/>
            </a:pPr>
            <a:endParaRPr lang="en-GB" altLang="en-US" dirty="0"/>
          </a:p>
        </p:txBody>
      </p:sp>
      <p:pic>
        <p:nvPicPr>
          <p:cNvPr id="89092" name="Picture 6" descr="CAP LOGO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6638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5">
            <a:extLst>
              <a:ext uri="{FF2B5EF4-FFF2-40B4-BE49-F238E27FC236}">
                <a16:creationId xmlns:a16="http://schemas.microsoft.com/office/drawing/2014/main" id="{18EEF902-F0AA-4CD5-BC7D-A9A7A0C4B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2938" y="2192958"/>
            <a:ext cx="4516976" cy="3217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GB" altLang="en-US"/>
              <a:t>Summary Form</a:t>
            </a:r>
            <a:endParaRPr lang="en-US" altLang="en-US"/>
          </a:p>
        </p:txBody>
      </p:sp>
      <p:sp>
        <p:nvSpPr>
          <p:cNvPr id="95235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419225"/>
            <a:ext cx="8077200" cy="4114800"/>
          </a:xfrm>
        </p:spPr>
        <p:txBody>
          <a:bodyPr/>
          <a:lstStyle/>
          <a:p>
            <a:r>
              <a:rPr lang="en-GB" altLang="en-US"/>
              <a:t>Strategies the learner most responded to?</a:t>
            </a:r>
          </a:p>
          <a:p>
            <a:endParaRPr lang="en-GB" altLang="en-US"/>
          </a:p>
          <a:p>
            <a:r>
              <a:rPr lang="en-GB" altLang="en-US"/>
              <a:t>Strategies the learner least responded to?</a:t>
            </a:r>
          </a:p>
        </p:txBody>
      </p:sp>
      <p:pic>
        <p:nvPicPr>
          <p:cNvPr id="95236" name="Picture 5" descr="CAP LOGO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9813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876300"/>
            <a:ext cx="8686800" cy="2590800"/>
          </a:xfrm>
        </p:spPr>
        <p:txBody>
          <a:bodyPr/>
          <a:lstStyle/>
          <a:p>
            <a:r>
              <a:rPr lang="en-GB" altLang="en-US" sz="6000" dirty="0"/>
              <a:t>Section C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3429000"/>
            <a:ext cx="8458200" cy="990600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en-US" b="0" dirty="0"/>
              <a:t>Observation (then consultation or could be done just consultation)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en-US" b="0" dirty="0"/>
              <a:t>Task analysis (not learner)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GB" altLang="en-US" b="0" dirty="0"/>
              <a:t>It can be used to adapt learning tasks to differentiate the curriculum.</a:t>
            </a:r>
          </a:p>
          <a:p>
            <a:endParaRPr lang="en-GB" altLang="en-US" dirty="0"/>
          </a:p>
        </p:txBody>
      </p:sp>
      <p:pic>
        <p:nvPicPr>
          <p:cNvPr id="98308" name="Picture 5" descr="CAP LOGO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9813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285750"/>
            <a:ext cx="82296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Task analysis - Noughts and Crosses</a:t>
            </a:r>
            <a:br>
              <a:rPr lang="en-GB" altLang="en-US" dirty="0"/>
            </a:br>
            <a:endParaRPr lang="en-GB" altLang="en-US" dirty="0"/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304800" y="1151731"/>
            <a:ext cx="3447152" cy="52768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dirty="0"/>
              <a:t>C6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dirty="0"/>
              <a:t>In a pair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dirty="0"/>
              <a:t>Pick two aspects of Noughts and Crosses to ‘analysis’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GB" altLang="en-US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GB" altLang="en-US" dirty="0"/>
              <a:t>Using the record form and manual </a:t>
            </a:r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</a:pPr>
            <a:endParaRPr lang="en-GB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dirty="0"/>
          </a:p>
        </p:txBody>
      </p:sp>
      <p:pic>
        <p:nvPicPr>
          <p:cNvPr id="116740" name="Picture 6" descr="CAP LOGO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6638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41" name="Picture 5" descr="noughts-and-crosses-7589-p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952" y="1697843"/>
            <a:ext cx="5287273" cy="3971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Summary form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524000"/>
            <a:ext cx="8077200" cy="3857625"/>
          </a:xfrm>
        </p:spPr>
        <p:txBody>
          <a:bodyPr/>
          <a:lstStyle/>
          <a:p>
            <a:r>
              <a:rPr lang="en-GB" altLang="en-US"/>
              <a:t>Tasks that lead to success</a:t>
            </a:r>
          </a:p>
          <a:p>
            <a:endParaRPr lang="en-GB" altLang="en-US"/>
          </a:p>
          <a:p>
            <a:r>
              <a:rPr lang="en-GB" altLang="en-US"/>
              <a:t>Tasks that present challenge</a:t>
            </a:r>
          </a:p>
          <a:p>
            <a:endParaRPr lang="en-GB" altLang="en-US"/>
          </a:p>
        </p:txBody>
      </p:sp>
      <p:pic>
        <p:nvPicPr>
          <p:cNvPr id="115716" name="Picture 5" descr="CAP LOGO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9813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sz="6000"/>
              <a:t>Summary Profile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altLang="en-US"/>
              <a:t>Intervention Plan</a:t>
            </a:r>
          </a:p>
        </p:txBody>
      </p:sp>
      <p:pic>
        <p:nvPicPr>
          <p:cNvPr id="118788" name="Picture 5" descr="CAP LOGO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9813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52400"/>
            <a:ext cx="8153400" cy="1143000"/>
          </a:xfrm>
        </p:spPr>
        <p:txBody>
          <a:bodyPr/>
          <a:lstStyle/>
          <a:p>
            <a:r>
              <a:rPr lang="en-GB" altLang="en-US" dirty="0"/>
              <a:t>Intervention Plan (IP)</a:t>
            </a:r>
            <a:endParaRPr lang="en-US" altLang="en-US" dirty="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10519"/>
            <a:ext cx="8077200" cy="4114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GB" altLang="en-US" b="1" dirty="0"/>
              <a:t>The IP includes:</a:t>
            </a:r>
          </a:p>
          <a:p>
            <a:pPr>
              <a:lnSpc>
                <a:spcPct val="90000"/>
              </a:lnSpc>
            </a:pPr>
            <a:r>
              <a:rPr lang="en-GB" altLang="en-US" dirty="0"/>
              <a:t>Target areas for intervention from Section A (priority difficulties)</a:t>
            </a:r>
          </a:p>
          <a:p>
            <a:pPr>
              <a:lnSpc>
                <a:spcPct val="90000"/>
              </a:lnSpc>
            </a:pPr>
            <a:endParaRPr lang="en-GB" altLang="en-US" dirty="0"/>
          </a:p>
          <a:p>
            <a:pPr>
              <a:lnSpc>
                <a:spcPct val="90000"/>
              </a:lnSpc>
            </a:pPr>
            <a:r>
              <a:rPr lang="en-GB" altLang="en-US" dirty="0"/>
              <a:t>Target CAP scores (+ 0.5 or 1)</a:t>
            </a:r>
          </a:p>
          <a:p>
            <a:pPr>
              <a:lnSpc>
                <a:spcPct val="90000"/>
              </a:lnSpc>
            </a:pPr>
            <a:endParaRPr lang="en-GB" altLang="en-US" dirty="0"/>
          </a:p>
          <a:p>
            <a:pPr>
              <a:lnSpc>
                <a:spcPct val="90000"/>
              </a:lnSpc>
            </a:pPr>
            <a:r>
              <a:rPr lang="en-GB" altLang="en-US" dirty="0"/>
              <a:t>Strategies and task aspects from Sections </a:t>
            </a:r>
            <a:br>
              <a:rPr lang="en-GB" altLang="en-US" dirty="0"/>
            </a:br>
            <a:r>
              <a:rPr lang="en-GB" altLang="en-US" dirty="0"/>
              <a:t>B and C </a:t>
            </a:r>
          </a:p>
          <a:p>
            <a:pPr>
              <a:lnSpc>
                <a:spcPct val="90000"/>
              </a:lnSpc>
            </a:pPr>
            <a:endParaRPr lang="en-GB" altLang="en-US" dirty="0"/>
          </a:p>
          <a:p>
            <a:pPr>
              <a:lnSpc>
                <a:spcPct val="90000"/>
              </a:lnSpc>
            </a:pPr>
            <a:r>
              <a:rPr lang="en-GB" altLang="en-US" dirty="0"/>
              <a:t>Also can use the strategies for intervention section of guidance manual (Chapter 8)</a:t>
            </a:r>
            <a:endParaRPr lang="en-US" altLang="en-US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52400"/>
            <a:ext cx="8153400" cy="1143000"/>
          </a:xfrm>
        </p:spPr>
        <p:txBody>
          <a:bodyPr/>
          <a:lstStyle/>
          <a:p>
            <a:r>
              <a:rPr lang="en-GB" altLang="en-US"/>
              <a:t>Review/Follow-up</a:t>
            </a:r>
            <a:endParaRPr lang="en-US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66800" y="1266825"/>
            <a:ext cx="80772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b="1" dirty="0"/>
              <a:t>Set a time to review the IP</a:t>
            </a:r>
          </a:p>
          <a:p>
            <a:r>
              <a:rPr lang="en-GB" altLang="en-US" dirty="0"/>
              <a:t>Re-score the areas for intervention </a:t>
            </a:r>
          </a:p>
          <a:p>
            <a:r>
              <a:rPr lang="en-GB" altLang="en-US" dirty="0"/>
              <a:t>Were the strategies helpful / effective?</a:t>
            </a:r>
          </a:p>
          <a:p>
            <a:pPr>
              <a:buFontTx/>
              <a:buNone/>
            </a:pPr>
            <a:endParaRPr lang="en-GB" altLang="en-US" b="1" dirty="0"/>
          </a:p>
          <a:p>
            <a:pPr>
              <a:buFontTx/>
              <a:buNone/>
            </a:pPr>
            <a:r>
              <a:rPr lang="en-GB" altLang="en-US" b="1" dirty="0"/>
              <a:t>Choose whether to: </a:t>
            </a:r>
          </a:p>
          <a:p>
            <a:r>
              <a:rPr lang="en-GB" altLang="en-US" dirty="0"/>
              <a:t>Set a new target in the same area or</a:t>
            </a:r>
          </a:p>
          <a:p>
            <a:r>
              <a:rPr lang="en-GB" altLang="en-US" dirty="0"/>
              <a:t>Re-profile and find new priority areas for intervention</a:t>
            </a:r>
            <a:endParaRPr lang="en-US" altLang="en-US" dirty="0"/>
          </a:p>
        </p:txBody>
      </p:sp>
      <p:pic>
        <p:nvPicPr>
          <p:cNvPr id="125956" name="Picture 6" descr="CAP LOGO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6638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765175"/>
          </a:xfrm>
        </p:spPr>
        <p:txBody>
          <a:bodyPr/>
          <a:lstStyle/>
          <a:p>
            <a:r>
              <a:rPr lang="en-GB" altLang="en-US" sz="2800"/>
              <a:t>Baseline and Review: </a:t>
            </a:r>
            <a:r>
              <a:rPr lang="en-GB" altLang="en-US" sz="2400"/>
              <a:t>purple,  2010. green, 2011</a:t>
            </a:r>
          </a:p>
        </p:txBody>
      </p:sp>
      <p:graphicFrame>
        <p:nvGraphicFramePr>
          <p:cNvPr id="126979" name="Content Placeholder 3"/>
          <p:cNvGraphicFramePr>
            <a:graphicFrameLocks noGrp="1" noChangeAspect="1"/>
          </p:cNvGraphicFramePr>
          <p:nvPr>
            <p:ph idx="4294967295"/>
          </p:nvPr>
        </p:nvGraphicFramePr>
        <p:xfrm>
          <a:off x="114300" y="620713"/>
          <a:ext cx="9029700" cy="704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3" imgW="5638800" imgH="4406900" progId="">
                  <p:embed/>
                </p:oleObj>
              </mc:Choice>
              <mc:Fallback>
                <p:oleObj name="Document" r:id="rId3" imgW="5638800" imgH="4406900" progId="">
                  <p:embed/>
                  <p:pic>
                    <p:nvPicPr>
                      <p:cNvPr id="126979" name="Content Placeholder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" y="620713"/>
                        <a:ext cx="9029700" cy="704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90600" y="152400"/>
            <a:ext cx="8153400" cy="1143000"/>
          </a:xfrm>
        </p:spPr>
        <p:txBody>
          <a:bodyPr/>
          <a:lstStyle/>
          <a:p>
            <a:r>
              <a:rPr lang="en-GB" altLang="en-US"/>
              <a:t>Contact information</a:t>
            </a:r>
            <a:endParaRPr lang="en-US" altLang="en-US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67669"/>
            <a:ext cx="8077200" cy="41148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3200" dirty="0">
                <a:solidFill>
                  <a:schemeClr val="tx1"/>
                </a:solidFill>
              </a:rPr>
              <a:t>The CAP website is available via</a:t>
            </a:r>
          </a:p>
          <a:p>
            <a:pPr>
              <a:buFontTx/>
              <a:buNone/>
            </a:pPr>
            <a:r>
              <a:rPr lang="en-GB" altLang="en-US" sz="32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 Realtraining.co.uk</a:t>
            </a:r>
            <a:r>
              <a:rPr lang="en-GB" altLang="en-US" sz="3200" dirty="0">
                <a:solidFill>
                  <a:schemeClr val="tx1"/>
                </a:solidFill>
              </a:rPr>
              <a:t> or</a:t>
            </a:r>
          </a:p>
          <a:p>
            <a:pPr>
              <a:buFontTx/>
              <a:buNone/>
            </a:pPr>
            <a:r>
              <a:rPr lang="en-GB" altLang="en-US" sz="3200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 Dynamicassessment.co.uk</a:t>
            </a:r>
            <a:endParaRPr lang="en-GB" altLang="en-US" sz="3200" dirty="0">
              <a:solidFill>
                <a:schemeClr val="tx1"/>
              </a:solidFill>
            </a:endParaRPr>
          </a:p>
          <a:p>
            <a:pPr algn="ctr">
              <a:buFontTx/>
              <a:buNone/>
            </a:pPr>
            <a:r>
              <a:rPr lang="en-GB" altLang="en-US" sz="3200" dirty="0">
                <a:solidFill>
                  <a:schemeClr val="tx1"/>
                </a:solidFill>
              </a:rPr>
              <a:t> For CAP supplies; requests for courses and general information,  call Real Training</a:t>
            </a:r>
          </a:p>
          <a:p>
            <a:pPr algn="ctr">
              <a:buFontTx/>
              <a:buNone/>
            </a:pPr>
            <a:r>
              <a:rPr lang="en-GB" altLang="en-US" sz="3200" dirty="0">
                <a:solidFill>
                  <a:schemeClr val="tx1"/>
                </a:solidFill>
              </a:rPr>
              <a:t> (0)1273 35 80 80 </a:t>
            </a:r>
          </a:p>
          <a:p>
            <a:pPr>
              <a:buFontTx/>
              <a:buNone/>
            </a:pPr>
            <a:endParaRPr lang="en-GB" altLang="en-US" sz="32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endParaRPr lang="en-GB" altLang="en-US" sz="3200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endParaRPr lang="en-US" altLang="en-US" sz="3200" dirty="0">
              <a:solidFill>
                <a:schemeClr val="tx1"/>
              </a:solidFill>
            </a:endParaRPr>
          </a:p>
        </p:txBody>
      </p:sp>
      <p:pic>
        <p:nvPicPr>
          <p:cNvPr id="132100" name="Picture 6" descr="CAP LOGO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25" y="6116638"/>
            <a:ext cx="2133600" cy="62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itle 1"/>
          <p:cNvSpPr>
            <a:spLocks noGrp="1"/>
          </p:cNvSpPr>
          <p:nvPr>
            <p:ph type="title" idx="4294967295"/>
          </p:nvPr>
        </p:nvSpPr>
        <p:spPr>
          <a:xfrm>
            <a:off x="990600" y="304800"/>
            <a:ext cx="81534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Evaluation – post-its </a:t>
            </a:r>
          </a:p>
        </p:txBody>
      </p:sp>
      <p:pic>
        <p:nvPicPr>
          <p:cNvPr id="131075" name="Picture 7" descr="CAP LOGO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10400" y="6116638"/>
            <a:ext cx="2133600" cy="623887"/>
          </a:xfrm>
          <a:noFill/>
        </p:spPr>
      </p:pic>
      <p:sp>
        <p:nvSpPr>
          <p:cNvPr id="131076" name="Content Placeholder 2"/>
          <p:cNvSpPr>
            <a:spLocks noGrp="1"/>
          </p:cNvSpPr>
          <p:nvPr>
            <p:ph type="body" idx="4294967295"/>
          </p:nvPr>
        </p:nvSpPr>
        <p:spPr>
          <a:xfrm>
            <a:off x="533400" y="1724818"/>
            <a:ext cx="8077200" cy="4828381"/>
          </a:xfrm>
        </p:spPr>
        <p:txBody>
          <a:bodyPr/>
          <a:lstStyle/>
          <a:p>
            <a:pPr marL="0" indent="0" eaLnBrk="1" hangingPunct="1">
              <a:spcBef>
                <a:spcPct val="15000"/>
              </a:spcBef>
              <a:buNone/>
            </a:pPr>
            <a:r>
              <a:rPr lang="en-GB" altLang="en-US" dirty="0"/>
              <a:t>WWW</a:t>
            </a:r>
          </a:p>
          <a:p>
            <a:pPr marL="0" indent="0" eaLnBrk="1" hangingPunct="1">
              <a:spcBef>
                <a:spcPct val="15000"/>
              </a:spcBef>
              <a:buNone/>
            </a:pPr>
            <a:endParaRPr lang="en-GB" altLang="en-US" dirty="0"/>
          </a:p>
          <a:p>
            <a:pPr marL="0" indent="0" eaLnBrk="1" hangingPunct="1">
              <a:spcBef>
                <a:spcPct val="15000"/>
              </a:spcBef>
              <a:buNone/>
            </a:pPr>
            <a:endParaRPr lang="en-GB" altLang="en-US" dirty="0"/>
          </a:p>
          <a:p>
            <a:pPr marL="0" indent="0" eaLnBrk="1" hangingPunct="1">
              <a:spcBef>
                <a:spcPct val="15000"/>
              </a:spcBef>
              <a:buNone/>
            </a:pPr>
            <a:endParaRPr lang="en-GB" altLang="en-US" dirty="0"/>
          </a:p>
          <a:p>
            <a:pPr marL="0" indent="0" eaLnBrk="1" hangingPunct="1">
              <a:spcBef>
                <a:spcPct val="15000"/>
              </a:spcBef>
              <a:buNone/>
            </a:pPr>
            <a:br>
              <a:rPr lang="en-GB" altLang="en-US" dirty="0"/>
            </a:br>
            <a:r>
              <a:rPr lang="en-GB" altLang="en-US" dirty="0"/>
              <a:t>EBI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2_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  <a:fontScheme name="2_Default Design">
    <a:majorFont>
      <a:latin typeface="Arial"/>
      <a:ea typeface=""/>
      <a:cs typeface=""/>
    </a:majorFont>
    <a:minorFont>
      <a:latin typeface="Arial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7400</TotalTime>
  <Words>1145</Words>
  <Application>Microsoft Office PowerPoint</Application>
  <PresentationFormat>On-screen Show (4:3)</PresentationFormat>
  <Paragraphs>274</Paragraphs>
  <Slides>23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ＭＳ Ｐゴシック</vt:lpstr>
      <vt:lpstr>ＭＳ Ｐゴシック</vt:lpstr>
      <vt:lpstr>Arial</vt:lpstr>
      <vt:lpstr>Calibri</vt:lpstr>
      <vt:lpstr>Century Gothic</vt:lpstr>
      <vt:lpstr>Times New Roman</vt:lpstr>
      <vt:lpstr>Custom Design</vt:lpstr>
      <vt:lpstr>2_Default Design</vt:lpstr>
      <vt:lpstr>Document</vt:lpstr>
      <vt:lpstr>The Cognitive Abilities Profile (CAP) 30min Introduction </vt:lpstr>
      <vt:lpstr>What is it? Why use it?</vt:lpstr>
      <vt:lpstr>Components of the CAP</vt:lpstr>
      <vt:lpstr>A Tripartite Learning Partnership</vt:lpstr>
      <vt:lpstr>CAP has 3 sections:</vt:lpstr>
      <vt:lpstr>Section A</vt:lpstr>
      <vt:lpstr>Section A: Cognitive Abilities</vt:lpstr>
      <vt:lpstr>Section A Scoring</vt:lpstr>
      <vt:lpstr>Optional further analyses pg8</vt:lpstr>
      <vt:lpstr>Summary form</vt:lpstr>
      <vt:lpstr>PowerPoint Presentation</vt:lpstr>
      <vt:lpstr>Section B</vt:lpstr>
      <vt:lpstr>Section B: Response to Teaching  and Mediation</vt:lpstr>
      <vt:lpstr>Summary Form</vt:lpstr>
      <vt:lpstr>Section C</vt:lpstr>
      <vt:lpstr>Task analysis - Noughts and Crosses </vt:lpstr>
      <vt:lpstr>Summary form</vt:lpstr>
      <vt:lpstr>Summary Profile</vt:lpstr>
      <vt:lpstr>Intervention Plan (IP)</vt:lpstr>
      <vt:lpstr>Review/Follow-up</vt:lpstr>
      <vt:lpstr>Baseline and Review: purple,  2010. green, 2011</vt:lpstr>
      <vt:lpstr>Contact information</vt:lpstr>
      <vt:lpstr>Evaluation – post-its </vt:lpstr>
    </vt:vector>
  </TitlesOfParts>
  <Company>Speak First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Caroline Blau</dc:creator>
  <cp:lastModifiedBy>Samantha SIMMONDS</cp:lastModifiedBy>
  <cp:revision>185</cp:revision>
  <cp:lastPrinted>2019-01-24T10:01:23Z</cp:lastPrinted>
  <dcterms:created xsi:type="dcterms:W3CDTF">2002-12-11T17:41:53Z</dcterms:created>
  <dcterms:modified xsi:type="dcterms:W3CDTF">2019-05-06T11:33:00Z</dcterms:modified>
</cp:coreProperties>
</file>