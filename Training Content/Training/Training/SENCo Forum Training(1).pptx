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52" r:id="rId5"/>
  </p:sldMasterIdLst>
  <p:notesMasterIdLst>
    <p:notesMasterId r:id="rId15"/>
  </p:notesMasterIdLst>
  <p:sldIdLst>
    <p:sldId id="401" r:id="rId6"/>
    <p:sldId id="411" r:id="rId7"/>
    <p:sldId id="413" r:id="rId8"/>
    <p:sldId id="414" r:id="rId9"/>
    <p:sldId id="415" r:id="rId10"/>
    <p:sldId id="416" r:id="rId11"/>
    <p:sldId id="417" r:id="rId12"/>
    <p:sldId id="418" r:id="rId13"/>
    <p:sldId id="41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16150-5353-4995-A900-09E5EC9DE3C8}" v="323" dt="2023-03-22T15:45:43.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2" autoAdjust="0"/>
  </p:normalViewPr>
  <p:slideViewPr>
    <p:cSldViewPr snapToGrid="0">
      <p:cViewPr varScale="1">
        <p:scale>
          <a:sx n="36" d="100"/>
          <a:sy n="36" d="100"/>
        </p:scale>
        <p:origin x="1020" y="42"/>
      </p:cViewPr>
      <p:guideLst>
        <p:guide orient="horz" pos="2160"/>
        <p:guide pos="672"/>
        <p:guide pos="7008"/>
        <p:guide orient="horz" pos="1824"/>
      </p:guideLst>
    </p:cSldViewPr>
  </p:slideViewPr>
  <p:notesTextViewPr>
    <p:cViewPr>
      <p:scale>
        <a:sx n="3" d="2"/>
        <a:sy n="3" d="2"/>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C250A6-EE05-4ECE-9D89-748285864D3F}" type="doc">
      <dgm:prSet loTypeId="urn:microsoft.com/office/officeart/2008/layout/AlternatingHexagons" loCatId="list" qsTypeId="urn:microsoft.com/office/officeart/2005/8/quickstyle/simple1" qsCatId="simple" csTypeId="urn:microsoft.com/office/officeart/2005/8/colors/accent4_2" csCatId="accent4"/>
      <dgm:spPr/>
      <dgm:t>
        <a:bodyPr/>
        <a:lstStyle/>
        <a:p>
          <a:endParaRPr lang="en-US"/>
        </a:p>
      </dgm:t>
    </dgm:pt>
    <dgm:pt modelId="{CC9BEF4F-BD8F-41B4-98C0-9AF1D06EA6C7}">
      <dgm:prSet/>
      <dgm:spPr/>
      <dgm:t>
        <a:bodyPr/>
        <a:lstStyle/>
        <a:p>
          <a:r>
            <a:rPr lang="en-GB"/>
            <a:t>Challenging behaviour</a:t>
          </a:r>
          <a:endParaRPr lang="en-US"/>
        </a:p>
      </dgm:t>
    </dgm:pt>
    <dgm:pt modelId="{3D493AA9-BA87-4A15-8FBF-3114AE172D84}" type="parTrans" cxnId="{2C5C9A7E-90DE-4704-8682-145CD86A053E}">
      <dgm:prSet/>
      <dgm:spPr/>
      <dgm:t>
        <a:bodyPr/>
        <a:lstStyle/>
        <a:p>
          <a:endParaRPr lang="en-US"/>
        </a:p>
      </dgm:t>
    </dgm:pt>
    <dgm:pt modelId="{4D0F1F4F-9BF2-4E6D-BAC3-413075DFAE55}" type="sibTrans" cxnId="{2C5C9A7E-90DE-4704-8682-145CD86A053E}">
      <dgm:prSet/>
      <dgm:spPr/>
      <dgm:t>
        <a:bodyPr/>
        <a:lstStyle/>
        <a:p>
          <a:endParaRPr lang="en-US"/>
        </a:p>
      </dgm:t>
    </dgm:pt>
    <dgm:pt modelId="{E71255CE-7104-4B06-9B97-55E77C0F30F1}">
      <dgm:prSet/>
      <dgm:spPr/>
      <dgm:t>
        <a:bodyPr/>
        <a:lstStyle/>
        <a:p>
          <a:r>
            <a:rPr lang="en-GB"/>
            <a:t>Managing social, emotional and mental health challenges in pupils</a:t>
          </a:r>
          <a:endParaRPr lang="en-US"/>
        </a:p>
      </dgm:t>
    </dgm:pt>
    <dgm:pt modelId="{2440A995-766F-4C86-9A84-33740CCDF059}" type="parTrans" cxnId="{F0E3363A-602B-428C-9269-E9DD9770176B}">
      <dgm:prSet/>
      <dgm:spPr/>
      <dgm:t>
        <a:bodyPr/>
        <a:lstStyle/>
        <a:p>
          <a:endParaRPr lang="en-US"/>
        </a:p>
      </dgm:t>
    </dgm:pt>
    <dgm:pt modelId="{23A7F1AA-CF16-4747-9F01-ED27B54FE1E1}" type="sibTrans" cxnId="{F0E3363A-602B-428C-9269-E9DD9770176B}">
      <dgm:prSet/>
      <dgm:spPr/>
      <dgm:t>
        <a:bodyPr/>
        <a:lstStyle/>
        <a:p>
          <a:endParaRPr lang="en-US"/>
        </a:p>
      </dgm:t>
    </dgm:pt>
    <dgm:pt modelId="{6A7C6A1A-8772-42AA-A36A-5BB92D97AF87}">
      <dgm:prSet/>
      <dgm:spPr/>
      <dgm:t>
        <a:bodyPr/>
        <a:lstStyle/>
        <a:p>
          <a:r>
            <a:rPr lang="en-GB"/>
            <a:t>The function of presenting behaviours and the needs of the pupil</a:t>
          </a:r>
          <a:endParaRPr lang="en-US"/>
        </a:p>
      </dgm:t>
    </dgm:pt>
    <dgm:pt modelId="{0E3FD096-86B1-42F5-B6B5-298FB0190F5B}" type="parTrans" cxnId="{59B62D03-1312-4B93-9BB0-D2B09F86362A}">
      <dgm:prSet/>
      <dgm:spPr/>
      <dgm:t>
        <a:bodyPr/>
        <a:lstStyle/>
        <a:p>
          <a:endParaRPr lang="en-US"/>
        </a:p>
      </dgm:t>
    </dgm:pt>
    <dgm:pt modelId="{B23AEB36-50D1-4DDB-9894-E54E838C6BDF}" type="sibTrans" cxnId="{59B62D03-1312-4B93-9BB0-D2B09F86362A}">
      <dgm:prSet/>
      <dgm:spPr/>
      <dgm:t>
        <a:bodyPr/>
        <a:lstStyle/>
        <a:p>
          <a:endParaRPr lang="en-US"/>
        </a:p>
      </dgm:t>
    </dgm:pt>
    <dgm:pt modelId="{5612E50B-E79D-497C-9500-AE532C931849}">
      <dgm:prSet/>
      <dgm:spPr/>
      <dgm:t>
        <a:bodyPr/>
        <a:lstStyle/>
        <a:p>
          <a:r>
            <a:rPr lang="en-GB"/>
            <a:t>An introduction to Affect Script Theory</a:t>
          </a:r>
          <a:endParaRPr lang="en-US"/>
        </a:p>
      </dgm:t>
    </dgm:pt>
    <dgm:pt modelId="{B218AFDD-4E06-4F16-8754-68EE576F0907}" type="parTrans" cxnId="{2C49DC7C-416A-4E6A-87B4-E56EC24701DC}">
      <dgm:prSet/>
      <dgm:spPr/>
      <dgm:t>
        <a:bodyPr/>
        <a:lstStyle/>
        <a:p>
          <a:endParaRPr lang="en-US"/>
        </a:p>
      </dgm:t>
    </dgm:pt>
    <dgm:pt modelId="{6517E9BE-1141-41C4-8A5A-E12DB28027B1}" type="sibTrans" cxnId="{2C49DC7C-416A-4E6A-87B4-E56EC24701DC}">
      <dgm:prSet/>
      <dgm:spPr/>
      <dgm:t>
        <a:bodyPr/>
        <a:lstStyle/>
        <a:p>
          <a:endParaRPr lang="en-US"/>
        </a:p>
      </dgm:t>
    </dgm:pt>
    <dgm:pt modelId="{0C51401D-3FC4-414F-BEDC-ED2FAFD4BDF7}">
      <dgm:prSet/>
      <dgm:spPr/>
      <dgm:t>
        <a:bodyPr/>
        <a:lstStyle/>
        <a:p>
          <a:r>
            <a:rPr lang="en-GB"/>
            <a:t>Strategies to support pupils, individually and systemically</a:t>
          </a:r>
          <a:endParaRPr lang="en-US"/>
        </a:p>
      </dgm:t>
    </dgm:pt>
    <dgm:pt modelId="{AD2F9142-9047-4301-AF69-9738C5D2CA29}" type="parTrans" cxnId="{CAEE3386-071A-4B97-9BAB-5D3217E55810}">
      <dgm:prSet/>
      <dgm:spPr/>
      <dgm:t>
        <a:bodyPr/>
        <a:lstStyle/>
        <a:p>
          <a:endParaRPr lang="en-US"/>
        </a:p>
      </dgm:t>
    </dgm:pt>
    <dgm:pt modelId="{C6840076-4146-4364-84F9-80D43950804A}" type="sibTrans" cxnId="{CAEE3386-071A-4B97-9BAB-5D3217E55810}">
      <dgm:prSet/>
      <dgm:spPr/>
      <dgm:t>
        <a:bodyPr/>
        <a:lstStyle/>
        <a:p>
          <a:endParaRPr lang="en-US"/>
        </a:p>
      </dgm:t>
    </dgm:pt>
    <dgm:pt modelId="{8B518D34-7A92-4B4F-A21F-269A0E9F366B}" type="pres">
      <dgm:prSet presAssocID="{64C250A6-EE05-4ECE-9D89-748285864D3F}" presName="Name0" presStyleCnt="0">
        <dgm:presLayoutVars>
          <dgm:chMax/>
          <dgm:chPref/>
          <dgm:dir/>
          <dgm:animLvl val="lvl"/>
        </dgm:presLayoutVars>
      </dgm:prSet>
      <dgm:spPr/>
    </dgm:pt>
    <dgm:pt modelId="{E8C8F584-2C84-487E-AB23-438E0DC2735E}" type="pres">
      <dgm:prSet presAssocID="{CC9BEF4F-BD8F-41B4-98C0-9AF1D06EA6C7}" presName="composite" presStyleCnt="0"/>
      <dgm:spPr/>
    </dgm:pt>
    <dgm:pt modelId="{9E4A9107-CF77-4B71-998F-00A98F7CF614}" type="pres">
      <dgm:prSet presAssocID="{CC9BEF4F-BD8F-41B4-98C0-9AF1D06EA6C7}" presName="Parent1" presStyleLbl="node1" presStyleIdx="0" presStyleCnt="6">
        <dgm:presLayoutVars>
          <dgm:chMax val="1"/>
          <dgm:chPref val="1"/>
          <dgm:bulletEnabled val="1"/>
        </dgm:presLayoutVars>
      </dgm:prSet>
      <dgm:spPr/>
    </dgm:pt>
    <dgm:pt modelId="{474786B1-8407-433B-8AD6-4A80D970FE20}" type="pres">
      <dgm:prSet presAssocID="{CC9BEF4F-BD8F-41B4-98C0-9AF1D06EA6C7}" presName="Childtext1" presStyleLbl="revTx" presStyleIdx="0" presStyleCnt="3">
        <dgm:presLayoutVars>
          <dgm:chMax val="0"/>
          <dgm:chPref val="0"/>
          <dgm:bulletEnabled val="1"/>
        </dgm:presLayoutVars>
      </dgm:prSet>
      <dgm:spPr/>
    </dgm:pt>
    <dgm:pt modelId="{8B342433-10E3-42E9-82D0-37D29A143798}" type="pres">
      <dgm:prSet presAssocID="{CC9BEF4F-BD8F-41B4-98C0-9AF1D06EA6C7}" presName="BalanceSpacing" presStyleCnt="0"/>
      <dgm:spPr/>
    </dgm:pt>
    <dgm:pt modelId="{66D44504-6782-4054-8544-D5A40E9589A1}" type="pres">
      <dgm:prSet presAssocID="{CC9BEF4F-BD8F-41B4-98C0-9AF1D06EA6C7}" presName="BalanceSpacing1" presStyleCnt="0"/>
      <dgm:spPr/>
    </dgm:pt>
    <dgm:pt modelId="{5B9D8600-3155-4DBE-A70A-916CDFAC9FCC}" type="pres">
      <dgm:prSet presAssocID="{4D0F1F4F-9BF2-4E6D-BAC3-413075DFAE55}" presName="Accent1Text" presStyleLbl="node1" presStyleIdx="1" presStyleCnt="6"/>
      <dgm:spPr/>
    </dgm:pt>
    <dgm:pt modelId="{C6BDD4D9-9437-4D3D-B1E2-08B4B7799CA6}" type="pres">
      <dgm:prSet presAssocID="{4D0F1F4F-9BF2-4E6D-BAC3-413075DFAE55}" presName="spaceBetweenRectangles" presStyleCnt="0"/>
      <dgm:spPr/>
    </dgm:pt>
    <dgm:pt modelId="{E8E02740-430B-483F-98BD-F3023C527794}" type="pres">
      <dgm:prSet presAssocID="{5612E50B-E79D-497C-9500-AE532C931849}" presName="composite" presStyleCnt="0"/>
      <dgm:spPr/>
    </dgm:pt>
    <dgm:pt modelId="{552AB7FA-807F-4061-A6C0-C57C2FE56E52}" type="pres">
      <dgm:prSet presAssocID="{5612E50B-E79D-497C-9500-AE532C931849}" presName="Parent1" presStyleLbl="node1" presStyleIdx="2" presStyleCnt="6">
        <dgm:presLayoutVars>
          <dgm:chMax val="1"/>
          <dgm:chPref val="1"/>
          <dgm:bulletEnabled val="1"/>
        </dgm:presLayoutVars>
      </dgm:prSet>
      <dgm:spPr/>
    </dgm:pt>
    <dgm:pt modelId="{988CCE6A-9A70-446C-B69C-195746108225}" type="pres">
      <dgm:prSet presAssocID="{5612E50B-E79D-497C-9500-AE532C931849}" presName="Childtext1" presStyleLbl="revTx" presStyleIdx="1" presStyleCnt="3">
        <dgm:presLayoutVars>
          <dgm:chMax val="0"/>
          <dgm:chPref val="0"/>
          <dgm:bulletEnabled val="1"/>
        </dgm:presLayoutVars>
      </dgm:prSet>
      <dgm:spPr/>
    </dgm:pt>
    <dgm:pt modelId="{35817FFF-6EE5-4CD4-A04E-B7DAFA7A8888}" type="pres">
      <dgm:prSet presAssocID="{5612E50B-E79D-497C-9500-AE532C931849}" presName="BalanceSpacing" presStyleCnt="0"/>
      <dgm:spPr/>
    </dgm:pt>
    <dgm:pt modelId="{0F0215D8-1AFB-4011-9B66-C9B3D0C7C7BC}" type="pres">
      <dgm:prSet presAssocID="{5612E50B-E79D-497C-9500-AE532C931849}" presName="BalanceSpacing1" presStyleCnt="0"/>
      <dgm:spPr/>
    </dgm:pt>
    <dgm:pt modelId="{4E579B53-ECAF-4429-9058-DD07BE32838E}" type="pres">
      <dgm:prSet presAssocID="{6517E9BE-1141-41C4-8A5A-E12DB28027B1}" presName="Accent1Text" presStyleLbl="node1" presStyleIdx="3" presStyleCnt="6"/>
      <dgm:spPr/>
    </dgm:pt>
    <dgm:pt modelId="{40218F7B-9979-4A2B-ADA0-F409F395B406}" type="pres">
      <dgm:prSet presAssocID="{6517E9BE-1141-41C4-8A5A-E12DB28027B1}" presName="spaceBetweenRectangles" presStyleCnt="0"/>
      <dgm:spPr/>
    </dgm:pt>
    <dgm:pt modelId="{5E25FB78-4F7F-4F9D-9948-F8B205681B0B}" type="pres">
      <dgm:prSet presAssocID="{0C51401D-3FC4-414F-BEDC-ED2FAFD4BDF7}" presName="composite" presStyleCnt="0"/>
      <dgm:spPr/>
    </dgm:pt>
    <dgm:pt modelId="{F90C626B-B6C0-4DAD-8075-847D1980005E}" type="pres">
      <dgm:prSet presAssocID="{0C51401D-3FC4-414F-BEDC-ED2FAFD4BDF7}" presName="Parent1" presStyleLbl="node1" presStyleIdx="4" presStyleCnt="6">
        <dgm:presLayoutVars>
          <dgm:chMax val="1"/>
          <dgm:chPref val="1"/>
          <dgm:bulletEnabled val="1"/>
        </dgm:presLayoutVars>
      </dgm:prSet>
      <dgm:spPr/>
    </dgm:pt>
    <dgm:pt modelId="{9C81082E-E99B-4E95-BFED-3CC21C461123}" type="pres">
      <dgm:prSet presAssocID="{0C51401D-3FC4-414F-BEDC-ED2FAFD4BDF7}" presName="Childtext1" presStyleLbl="revTx" presStyleIdx="2" presStyleCnt="3">
        <dgm:presLayoutVars>
          <dgm:chMax val="0"/>
          <dgm:chPref val="0"/>
          <dgm:bulletEnabled val="1"/>
        </dgm:presLayoutVars>
      </dgm:prSet>
      <dgm:spPr/>
    </dgm:pt>
    <dgm:pt modelId="{E886B503-0631-4D71-A50E-D0AAB05DDF44}" type="pres">
      <dgm:prSet presAssocID="{0C51401D-3FC4-414F-BEDC-ED2FAFD4BDF7}" presName="BalanceSpacing" presStyleCnt="0"/>
      <dgm:spPr/>
    </dgm:pt>
    <dgm:pt modelId="{7D34C179-0B49-4D32-A74A-913E72760E02}" type="pres">
      <dgm:prSet presAssocID="{0C51401D-3FC4-414F-BEDC-ED2FAFD4BDF7}" presName="BalanceSpacing1" presStyleCnt="0"/>
      <dgm:spPr/>
    </dgm:pt>
    <dgm:pt modelId="{7CC20569-4163-4E6D-8949-0A6760663AE7}" type="pres">
      <dgm:prSet presAssocID="{C6840076-4146-4364-84F9-80D43950804A}" presName="Accent1Text" presStyleLbl="node1" presStyleIdx="5" presStyleCnt="6"/>
      <dgm:spPr/>
    </dgm:pt>
  </dgm:ptLst>
  <dgm:cxnLst>
    <dgm:cxn modelId="{59B62D03-1312-4B93-9BB0-D2B09F86362A}" srcId="{CC9BEF4F-BD8F-41B4-98C0-9AF1D06EA6C7}" destId="{6A7C6A1A-8772-42AA-A36A-5BB92D97AF87}" srcOrd="1" destOrd="0" parTransId="{0E3FD096-86B1-42F5-B6B5-298FB0190F5B}" sibTransId="{B23AEB36-50D1-4DDB-9894-E54E838C6BDF}"/>
    <dgm:cxn modelId="{27F4C215-0C14-4260-AAEE-54A86274B43C}" type="presOf" srcId="{5612E50B-E79D-497C-9500-AE532C931849}" destId="{552AB7FA-807F-4061-A6C0-C57C2FE56E52}" srcOrd="0" destOrd="0" presId="urn:microsoft.com/office/officeart/2008/layout/AlternatingHexagons"/>
    <dgm:cxn modelId="{CBD7192E-FC16-41F8-BB27-F74634648C37}" type="presOf" srcId="{6517E9BE-1141-41C4-8A5A-E12DB28027B1}" destId="{4E579B53-ECAF-4429-9058-DD07BE32838E}" srcOrd="0" destOrd="0" presId="urn:microsoft.com/office/officeart/2008/layout/AlternatingHexagons"/>
    <dgm:cxn modelId="{F0E3363A-602B-428C-9269-E9DD9770176B}" srcId="{CC9BEF4F-BD8F-41B4-98C0-9AF1D06EA6C7}" destId="{E71255CE-7104-4B06-9B97-55E77C0F30F1}" srcOrd="0" destOrd="0" parTransId="{2440A995-766F-4C86-9A84-33740CCDF059}" sibTransId="{23A7F1AA-CF16-4747-9F01-ED27B54FE1E1}"/>
    <dgm:cxn modelId="{3E78C171-B37B-4FDB-B61B-60DE6CAF9B48}" type="presOf" srcId="{E71255CE-7104-4B06-9B97-55E77C0F30F1}" destId="{474786B1-8407-433B-8AD6-4A80D970FE20}" srcOrd="0" destOrd="0" presId="urn:microsoft.com/office/officeart/2008/layout/AlternatingHexagons"/>
    <dgm:cxn modelId="{EF271076-2947-4771-814A-4CC8A41195EE}" type="presOf" srcId="{64C250A6-EE05-4ECE-9D89-748285864D3F}" destId="{8B518D34-7A92-4B4F-A21F-269A0E9F366B}" srcOrd="0" destOrd="0" presId="urn:microsoft.com/office/officeart/2008/layout/AlternatingHexagons"/>
    <dgm:cxn modelId="{2C49DC7C-416A-4E6A-87B4-E56EC24701DC}" srcId="{64C250A6-EE05-4ECE-9D89-748285864D3F}" destId="{5612E50B-E79D-497C-9500-AE532C931849}" srcOrd="1" destOrd="0" parTransId="{B218AFDD-4E06-4F16-8754-68EE576F0907}" sibTransId="{6517E9BE-1141-41C4-8A5A-E12DB28027B1}"/>
    <dgm:cxn modelId="{2C5C9A7E-90DE-4704-8682-145CD86A053E}" srcId="{64C250A6-EE05-4ECE-9D89-748285864D3F}" destId="{CC9BEF4F-BD8F-41B4-98C0-9AF1D06EA6C7}" srcOrd="0" destOrd="0" parTransId="{3D493AA9-BA87-4A15-8FBF-3114AE172D84}" sibTransId="{4D0F1F4F-9BF2-4E6D-BAC3-413075DFAE55}"/>
    <dgm:cxn modelId="{CAEE3386-071A-4B97-9BAB-5D3217E55810}" srcId="{64C250A6-EE05-4ECE-9D89-748285864D3F}" destId="{0C51401D-3FC4-414F-BEDC-ED2FAFD4BDF7}" srcOrd="2" destOrd="0" parTransId="{AD2F9142-9047-4301-AF69-9738C5D2CA29}" sibTransId="{C6840076-4146-4364-84F9-80D43950804A}"/>
    <dgm:cxn modelId="{2DD41EA2-FBD3-4628-9989-9F67050CCB6D}" type="presOf" srcId="{C6840076-4146-4364-84F9-80D43950804A}" destId="{7CC20569-4163-4E6D-8949-0A6760663AE7}" srcOrd="0" destOrd="0" presId="urn:microsoft.com/office/officeart/2008/layout/AlternatingHexagons"/>
    <dgm:cxn modelId="{DB7E66A7-BFCF-41AD-A5EA-7198249DAE11}" type="presOf" srcId="{4D0F1F4F-9BF2-4E6D-BAC3-413075DFAE55}" destId="{5B9D8600-3155-4DBE-A70A-916CDFAC9FCC}" srcOrd="0" destOrd="0" presId="urn:microsoft.com/office/officeart/2008/layout/AlternatingHexagons"/>
    <dgm:cxn modelId="{0C2787E0-1A78-4738-B2C6-5AC6FDAA6408}" type="presOf" srcId="{CC9BEF4F-BD8F-41B4-98C0-9AF1D06EA6C7}" destId="{9E4A9107-CF77-4B71-998F-00A98F7CF614}" srcOrd="0" destOrd="0" presId="urn:microsoft.com/office/officeart/2008/layout/AlternatingHexagons"/>
    <dgm:cxn modelId="{CDE8E0E4-CA88-418A-961A-677DBBC81684}" type="presOf" srcId="{6A7C6A1A-8772-42AA-A36A-5BB92D97AF87}" destId="{474786B1-8407-433B-8AD6-4A80D970FE20}" srcOrd="0" destOrd="1" presId="urn:microsoft.com/office/officeart/2008/layout/AlternatingHexagons"/>
    <dgm:cxn modelId="{47D3C6FE-D1E9-4457-A39B-142C655C670A}" type="presOf" srcId="{0C51401D-3FC4-414F-BEDC-ED2FAFD4BDF7}" destId="{F90C626B-B6C0-4DAD-8075-847D1980005E}" srcOrd="0" destOrd="0" presId="urn:microsoft.com/office/officeart/2008/layout/AlternatingHexagons"/>
    <dgm:cxn modelId="{9E600BDC-A27B-4516-B7AB-78B725169711}" type="presParOf" srcId="{8B518D34-7A92-4B4F-A21F-269A0E9F366B}" destId="{E8C8F584-2C84-487E-AB23-438E0DC2735E}" srcOrd="0" destOrd="0" presId="urn:microsoft.com/office/officeart/2008/layout/AlternatingHexagons"/>
    <dgm:cxn modelId="{4E62511D-CAB3-42B7-815F-54554B838835}" type="presParOf" srcId="{E8C8F584-2C84-487E-AB23-438E0DC2735E}" destId="{9E4A9107-CF77-4B71-998F-00A98F7CF614}" srcOrd="0" destOrd="0" presId="urn:microsoft.com/office/officeart/2008/layout/AlternatingHexagons"/>
    <dgm:cxn modelId="{41C5A0FD-2A7E-4C68-96C6-FE5474086410}" type="presParOf" srcId="{E8C8F584-2C84-487E-AB23-438E0DC2735E}" destId="{474786B1-8407-433B-8AD6-4A80D970FE20}" srcOrd="1" destOrd="0" presId="urn:microsoft.com/office/officeart/2008/layout/AlternatingHexagons"/>
    <dgm:cxn modelId="{FBA8EBE2-C1E1-4802-B661-43E00EA8E280}" type="presParOf" srcId="{E8C8F584-2C84-487E-AB23-438E0DC2735E}" destId="{8B342433-10E3-42E9-82D0-37D29A143798}" srcOrd="2" destOrd="0" presId="urn:microsoft.com/office/officeart/2008/layout/AlternatingHexagons"/>
    <dgm:cxn modelId="{25FF4EDB-EE2D-46E1-96E7-99EF08D6B2DD}" type="presParOf" srcId="{E8C8F584-2C84-487E-AB23-438E0DC2735E}" destId="{66D44504-6782-4054-8544-D5A40E9589A1}" srcOrd="3" destOrd="0" presId="urn:microsoft.com/office/officeart/2008/layout/AlternatingHexagons"/>
    <dgm:cxn modelId="{F4046779-C5E2-4D2F-9CDE-B1E7F09C542A}" type="presParOf" srcId="{E8C8F584-2C84-487E-AB23-438E0DC2735E}" destId="{5B9D8600-3155-4DBE-A70A-916CDFAC9FCC}" srcOrd="4" destOrd="0" presId="urn:microsoft.com/office/officeart/2008/layout/AlternatingHexagons"/>
    <dgm:cxn modelId="{9C4EE2D2-AA7D-4131-B89F-6D976D6C53D1}" type="presParOf" srcId="{8B518D34-7A92-4B4F-A21F-269A0E9F366B}" destId="{C6BDD4D9-9437-4D3D-B1E2-08B4B7799CA6}" srcOrd="1" destOrd="0" presId="urn:microsoft.com/office/officeart/2008/layout/AlternatingHexagons"/>
    <dgm:cxn modelId="{541F27C6-8311-40C4-8E9F-B92196142223}" type="presParOf" srcId="{8B518D34-7A92-4B4F-A21F-269A0E9F366B}" destId="{E8E02740-430B-483F-98BD-F3023C527794}" srcOrd="2" destOrd="0" presId="urn:microsoft.com/office/officeart/2008/layout/AlternatingHexagons"/>
    <dgm:cxn modelId="{732D484F-C966-430A-B7A1-8F9752C19F1B}" type="presParOf" srcId="{E8E02740-430B-483F-98BD-F3023C527794}" destId="{552AB7FA-807F-4061-A6C0-C57C2FE56E52}" srcOrd="0" destOrd="0" presId="urn:microsoft.com/office/officeart/2008/layout/AlternatingHexagons"/>
    <dgm:cxn modelId="{77EC0B45-938C-4BC0-8EF3-45F35A7EDC11}" type="presParOf" srcId="{E8E02740-430B-483F-98BD-F3023C527794}" destId="{988CCE6A-9A70-446C-B69C-195746108225}" srcOrd="1" destOrd="0" presId="urn:microsoft.com/office/officeart/2008/layout/AlternatingHexagons"/>
    <dgm:cxn modelId="{98DBA8E2-645E-48DA-9B01-FF3D2E3BEA53}" type="presParOf" srcId="{E8E02740-430B-483F-98BD-F3023C527794}" destId="{35817FFF-6EE5-4CD4-A04E-B7DAFA7A8888}" srcOrd="2" destOrd="0" presId="urn:microsoft.com/office/officeart/2008/layout/AlternatingHexagons"/>
    <dgm:cxn modelId="{D43DF2E1-2EBD-406E-8F4B-22D1CD973E43}" type="presParOf" srcId="{E8E02740-430B-483F-98BD-F3023C527794}" destId="{0F0215D8-1AFB-4011-9B66-C9B3D0C7C7BC}" srcOrd="3" destOrd="0" presId="urn:microsoft.com/office/officeart/2008/layout/AlternatingHexagons"/>
    <dgm:cxn modelId="{29C98581-442D-429F-A592-F2E52BEF60F7}" type="presParOf" srcId="{E8E02740-430B-483F-98BD-F3023C527794}" destId="{4E579B53-ECAF-4429-9058-DD07BE32838E}" srcOrd="4" destOrd="0" presId="urn:microsoft.com/office/officeart/2008/layout/AlternatingHexagons"/>
    <dgm:cxn modelId="{5DA9A7D1-FF56-4AD1-85D3-3C4DCED32312}" type="presParOf" srcId="{8B518D34-7A92-4B4F-A21F-269A0E9F366B}" destId="{40218F7B-9979-4A2B-ADA0-F409F395B406}" srcOrd="3" destOrd="0" presId="urn:microsoft.com/office/officeart/2008/layout/AlternatingHexagons"/>
    <dgm:cxn modelId="{1E58B2CC-B82E-41D2-8029-6364B67A36CF}" type="presParOf" srcId="{8B518D34-7A92-4B4F-A21F-269A0E9F366B}" destId="{5E25FB78-4F7F-4F9D-9948-F8B205681B0B}" srcOrd="4" destOrd="0" presId="urn:microsoft.com/office/officeart/2008/layout/AlternatingHexagons"/>
    <dgm:cxn modelId="{B25221C9-5E8F-42D6-81E7-C93F46CAB963}" type="presParOf" srcId="{5E25FB78-4F7F-4F9D-9948-F8B205681B0B}" destId="{F90C626B-B6C0-4DAD-8075-847D1980005E}" srcOrd="0" destOrd="0" presId="urn:microsoft.com/office/officeart/2008/layout/AlternatingHexagons"/>
    <dgm:cxn modelId="{33A7F0D7-C007-4B3E-8360-C2877CCDA339}" type="presParOf" srcId="{5E25FB78-4F7F-4F9D-9948-F8B205681B0B}" destId="{9C81082E-E99B-4E95-BFED-3CC21C461123}" srcOrd="1" destOrd="0" presId="urn:microsoft.com/office/officeart/2008/layout/AlternatingHexagons"/>
    <dgm:cxn modelId="{18B9362B-1EEA-412E-A2AA-731D4AE6B1BD}" type="presParOf" srcId="{5E25FB78-4F7F-4F9D-9948-F8B205681B0B}" destId="{E886B503-0631-4D71-A50E-D0AAB05DDF44}" srcOrd="2" destOrd="0" presId="urn:microsoft.com/office/officeart/2008/layout/AlternatingHexagons"/>
    <dgm:cxn modelId="{8688D62E-7AF5-48C3-9EE7-31D1785BD3CD}" type="presParOf" srcId="{5E25FB78-4F7F-4F9D-9948-F8B205681B0B}" destId="{7D34C179-0B49-4D32-A74A-913E72760E02}" srcOrd="3" destOrd="0" presId="urn:microsoft.com/office/officeart/2008/layout/AlternatingHexagons"/>
    <dgm:cxn modelId="{64FB8247-8EB3-41A5-95A0-D89CB31F8524}" type="presParOf" srcId="{5E25FB78-4F7F-4F9D-9948-F8B205681B0B}" destId="{7CC20569-4163-4E6D-8949-0A6760663AE7}"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BF5CB6-1B2E-4401-8E2A-CF13BF191CB0}"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AB8A4A47-6004-4115-B953-7B2916BAC9A5}">
      <dgm:prSet/>
      <dgm:spPr/>
      <dgm:t>
        <a:bodyPr/>
        <a:lstStyle/>
        <a:p>
          <a:r>
            <a:rPr lang="en-GB"/>
            <a:t>Challenging behaviour can be defined as any behaviour that interferes with a pupil's learning or the learning of others.</a:t>
          </a:r>
          <a:endParaRPr lang="en-US"/>
        </a:p>
      </dgm:t>
    </dgm:pt>
    <dgm:pt modelId="{7FDF03EF-0BAC-4C16-BF74-8E35BB2DD40E}" type="parTrans" cxnId="{C050F48F-5BB9-43F8-82AB-3C505A380861}">
      <dgm:prSet/>
      <dgm:spPr/>
      <dgm:t>
        <a:bodyPr/>
        <a:lstStyle/>
        <a:p>
          <a:endParaRPr lang="en-US"/>
        </a:p>
      </dgm:t>
    </dgm:pt>
    <dgm:pt modelId="{55A9560D-A6BF-42FC-9481-7F33DA6B6195}" type="sibTrans" cxnId="{C050F48F-5BB9-43F8-82AB-3C505A380861}">
      <dgm:prSet/>
      <dgm:spPr/>
      <dgm:t>
        <a:bodyPr/>
        <a:lstStyle/>
        <a:p>
          <a:endParaRPr lang="en-US"/>
        </a:p>
      </dgm:t>
    </dgm:pt>
    <dgm:pt modelId="{CC0866B7-C583-489B-B647-5AF0BDE02417}">
      <dgm:prSet/>
      <dgm:spPr/>
      <dgm:t>
        <a:bodyPr/>
        <a:lstStyle/>
        <a:p>
          <a:r>
            <a:rPr lang="en-GB"/>
            <a:t>It can include things like aggression, defiance, withdrawal, and self-injury. </a:t>
          </a:r>
          <a:endParaRPr lang="en-US"/>
        </a:p>
      </dgm:t>
    </dgm:pt>
    <dgm:pt modelId="{07DBA3C8-B9FC-4828-8ED1-0D16A683C719}" type="parTrans" cxnId="{58874253-BAA8-48EC-8ACE-E4874A9DA06C}">
      <dgm:prSet/>
      <dgm:spPr/>
      <dgm:t>
        <a:bodyPr/>
        <a:lstStyle/>
        <a:p>
          <a:endParaRPr lang="en-US"/>
        </a:p>
      </dgm:t>
    </dgm:pt>
    <dgm:pt modelId="{E7B76A1B-D032-4863-A856-4EC7D90545BB}" type="sibTrans" cxnId="{58874253-BAA8-48EC-8ACE-E4874A9DA06C}">
      <dgm:prSet/>
      <dgm:spPr/>
      <dgm:t>
        <a:bodyPr/>
        <a:lstStyle/>
        <a:p>
          <a:endParaRPr lang="en-US"/>
        </a:p>
      </dgm:t>
    </dgm:pt>
    <dgm:pt modelId="{4710A464-720B-4ACB-B9C8-25EBBA5C370D}">
      <dgm:prSet/>
      <dgm:spPr/>
      <dgm:t>
        <a:bodyPr/>
        <a:lstStyle/>
        <a:p>
          <a:r>
            <a:rPr lang="en-GB"/>
            <a:t>It is important to recognise that challenging behaviour can be a manifestation of underlying social, emotional, and mental health challenges. </a:t>
          </a:r>
          <a:endParaRPr lang="en-US"/>
        </a:p>
      </dgm:t>
    </dgm:pt>
    <dgm:pt modelId="{BA41454E-5438-46D2-8415-3E71E2C17E29}" type="parTrans" cxnId="{12109DF6-500A-4AB2-9319-E46E4A71EFB4}">
      <dgm:prSet/>
      <dgm:spPr/>
      <dgm:t>
        <a:bodyPr/>
        <a:lstStyle/>
        <a:p>
          <a:endParaRPr lang="en-US"/>
        </a:p>
      </dgm:t>
    </dgm:pt>
    <dgm:pt modelId="{0D5581C2-FB91-40C4-82E8-A96B7EE0FA6B}" type="sibTrans" cxnId="{12109DF6-500A-4AB2-9319-E46E4A71EFB4}">
      <dgm:prSet/>
      <dgm:spPr/>
      <dgm:t>
        <a:bodyPr/>
        <a:lstStyle/>
        <a:p>
          <a:endParaRPr lang="en-US"/>
        </a:p>
      </dgm:t>
    </dgm:pt>
    <dgm:pt modelId="{9642E217-9CDF-498B-AF2A-6CADAB761D53}">
      <dgm:prSet/>
      <dgm:spPr/>
      <dgm:t>
        <a:bodyPr/>
        <a:lstStyle/>
        <a:p>
          <a:r>
            <a:rPr lang="en-GB"/>
            <a:t>As educators, it's our responsibility to understand the function of presenting behaviours, so we can identify the needs of the pupils who are exhibiting them.</a:t>
          </a:r>
          <a:endParaRPr lang="en-US"/>
        </a:p>
      </dgm:t>
    </dgm:pt>
    <dgm:pt modelId="{D36DB5B7-CE59-44C8-A10A-51639DED81A4}" type="parTrans" cxnId="{681B2FCE-E862-4B9E-B204-60D20E6F3254}">
      <dgm:prSet/>
      <dgm:spPr/>
      <dgm:t>
        <a:bodyPr/>
        <a:lstStyle/>
        <a:p>
          <a:endParaRPr lang="en-US"/>
        </a:p>
      </dgm:t>
    </dgm:pt>
    <dgm:pt modelId="{01CAB9D5-4E6F-4588-8CFE-E2DC20793630}" type="sibTrans" cxnId="{681B2FCE-E862-4B9E-B204-60D20E6F3254}">
      <dgm:prSet/>
      <dgm:spPr/>
      <dgm:t>
        <a:bodyPr/>
        <a:lstStyle/>
        <a:p>
          <a:endParaRPr lang="en-US"/>
        </a:p>
      </dgm:t>
    </dgm:pt>
    <dgm:pt modelId="{8F7FCBF5-0BB1-4ADB-97D2-B8C241CF99F9}" type="pres">
      <dgm:prSet presAssocID="{05BF5CB6-1B2E-4401-8E2A-CF13BF191CB0}" presName="matrix" presStyleCnt="0">
        <dgm:presLayoutVars>
          <dgm:chMax val="1"/>
          <dgm:dir/>
          <dgm:resizeHandles val="exact"/>
        </dgm:presLayoutVars>
      </dgm:prSet>
      <dgm:spPr/>
    </dgm:pt>
    <dgm:pt modelId="{7C50F687-AB9F-46D8-A9C7-D080383CAAAB}" type="pres">
      <dgm:prSet presAssocID="{05BF5CB6-1B2E-4401-8E2A-CF13BF191CB0}" presName="diamond" presStyleLbl="bgShp" presStyleIdx="0" presStyleCnt="1"/>
      <dgm:spPr/>
    </dgm:pt>
    <dgm:pt modelId="{1B602881-251E-40EA-917F-BF9E7C448996}" type="pres">
      <dgm:prSet presAssocID="{05BF5CB6-1B2E-4401-8E2A-CF13BF191CB0}" presName="quad1" presStyleLbl="node1" presStyleIdx="0" presStyleCnt="4">
        <dgm:presLayoutVars>
          <dgm:chMax val="0"/>
          <dgm:chPref val="0"/>
          <dgm:bulletEnabled val="1"/>
        </dgm:presLayoutVars>
      </dgm:prSet>
      <dgm:spPr/>
    </dgm:pt>
    <dgm:pt modelId="{4B232A1C-9167-4847-96AF-524EB2A603B3}" type="pres">
      <dgm:prSet presAssocID="{05BF5CB6-1B2E-4401-8E2A-CF13BF191CB0}" presName="quad2" presStyleLbl="node1" presStyleIdx="1" presStyleCnt="4">
        <dgm:presLayoutVars>
          <dgm:chMax val="0"/>
          <dgm:chPref val="0"/>
          <dgm:bulletEnabled val="1"/>
        </dgm:presLayoutVars>
      </dgm:prSet>
      <dgm:spPr/>
    </dgm:pt>
    <dgm:pt modelId="{42EAB492-353D-4FF0-BA35-4A560CF2A05F}" type="pres">
      <dgm:prSet presAssocID="{05BF5CB6-1B2E-4401-8E2A-CF13BF191CB0}" presName="quad3" presStyleLbl="node1" presStyleIdx="2" presStyleCnt="4">
        <dgm:presLayoutVars>
          <dgm:chMax val="0"/>
          <dgm:chPref val="0"/>
          <dgm:bulletEnabled val="1"/>
        </dgm:presLayoutVars>
      </dgm:prSet>
      <dgm:spPr/>
    </dgm:pt>
    <dgm:pt modelId="{BC938DF1-5ACC-4961-B98C-4CE397C90B6D}" type="pres">
      <dgm:prSet presAssocID="{05BF5CB6-1B2E-4401-8E2A-CF13BF191CB0}" presName="quad4" presStyleLbl="node1" presStyleIdx="3" presStyleCnt="4">
        <dgm:presLayoutVars>
          <dgm:chMax val="0"/>
          <dgm:chPref val="0"/>
          <dgm:bulletEnabled val="1"/>
        </dgm:presLayoutVars>
      </dgm:prSet>
      <dgm:spPr/>
    </dgm:pt>
  </dgm:ptLst>
  <dgm:cxnLst>
    <dgm:cxn modelId="{58874253-BAA8-48EC-8ACE-E4874A9DA06C}" srcId="{05BF5CB6-1B2E-4401-8E2A-CF13BF191CB0}" destId="{CC0866B7-C583-489B-B647-5AF0BDE02417}" srcOrd="1" destOrd="0" parTransId="{07DBA3C8-B9FC-4828-8ED1-0D16A683C719}" sibTransId="{E7B76A1B-D032-4863-A856-4EC7D90545BB}"/>
    <dgm:cxn modelId="{74FD1680-C462-4F6C-A44B-468959B6A045}" type="presOf" srcId="{05BF5CB6-1B2E-4401-8E2A-CF13BF191CB0}" destId="{8F7FCBF5-0BB1-4ADB-97D2-B8C241CF99F9}" srcOrd="0" destOrd="0" presId="urn:microsoft.com/office/officeart/2005/8/layout/matrix3"/>
    <dgm:cxn modelId="{6EEE788D-038A-4317-BFAC-8D9A45E70859}" type="presOf" srcId="{CC0866B7-C583-489B-B647-5AF0BDE02417}" destId="{4B232A1C-9167-4847-96AF-524EB2A603B3}" srcOrd="0" destOrd="0" presId="urn:microsoft.com/office/officeart/2005/8/layout/matrix3"/>
    <dgm:cxn modelId="{C050F48F-5BB9-43F8-82AB-3C505A380861}" srcId="{05BF5CB6-1B2E-4401-8E2A-CF13BF191CB0}" destId="{AB8A4A47-6004-4115-B953-7B2916BAC9A5}" srcOrd="0" destOrd="0" parTransId="{7FDF03EF-0BAC-4C16-BF74-8E35BB2DD40E}" sibTransId="{55A9560D-A6BF-42FC-9481-7F33DA6B6195}"/>
    <dgm:cxn modelId="{F2AA3EA7-2268-4080-9720-60A869816FDF}" type="presOf" srcId="{AB8A4A47-6004-4115-B953-7B2916BAC9A5}" destId="{1B602881-251E-40EA-917F-BF9E7C448996}" srcOrd="0" destOrd="0" presId="urn:microsoft.com/office/officeart/2005/8/layout/matrix3"/>
    <dgm:cxn modelId="{8D1159BD-2B67-484B-86F8-C653A5EB33D2}" type="presOf" srcId="{9642E217-9CDF-498B-AF2A-6CADAB761D53}" destId="{BC938DF1-5ACC-4961-B98C-4CE397C90B6D}" srcOrd="0" destOrd="0" presId="urn:microsoft.com/office/officeart/2005/8/layout/matrix3"/>
    <dgm:cxn modelId="{681B2FCE-E862-4B9E-B204-60D20E6F3254}" srcId="{05BF5CB6-1B2E-4401-8E2A-CF13BF191CB0}" destId="{9642E217-9CDF-498B-AF2A-6CADAB761D53}" srcOrd="3" destOrd="0" parTransId="{D36DB5B7-CE59-44C8-A10A-51639DED81A4}" sibTransId="{01CAB9D5-4E6F-4588-8CFE-E2DC20793630}"/>
    <dgm:cxn modelId="{12109DF6-500A-4AB2-9319-E46E4A71EFB4}" srcId="{05BF5CB6-1B2E-4401-8E2A-CF13BF191CB0}" destId="{4710A464-720B-4ACB-B9C8-25EBBA5C370D}" srcOrd="2" destOrd="0" parTransId="{BA41454E-5438-46D2-8415-3E71E2C17E29}" sibTransId="{0D5581C2-FB91-40C4-82E8-A96B7EE0FA6B}"/>
    <dgm:cxn modelId="{A7FE57FC-D02A-4FD6-AD44-B3F2F4CAAAFA}" type="presOf" srcId="{4710A464-720B-4ACB-B9C8-25EBBA5C370D}" destId="{42EAB492-353D-4FF0-BA35-4A560CF2A05F}" srcOrd="0" destOrd="0" presId="urn:microsoft.com/office/officeart/2005/8/layout/matrix3"/>
    <dgm:cxn modelId="{46B4E975-0786-4A11-9E8D-0D0D28DA3F8E}" type="presParOf" srcId="{8F7FCBF5-0BB1-4ADB-97D2-B8C241CF99F9}" destId="{7C50F687-AB9F-46D8-A9C7-D080383CAAAB}" srcOrd="0" destOrd="0" presId="urn:microsoft.com/office/officeart/2005/8/layout/matrix3"/>
    <dgm:cxn modelId="{1D6117E6-AD69-48F0-AF11-0CE7466EC82B}" type="presParOf" srcId="{8F7FCBF5-0BB1-4ADB-97D2-B8C241CF99F9}" destId="{1B602881-251E-40EA-917F-BF9E7C448996}" srcOrd="1" destOrd="0" presId="urn:microsoft.com/office/officeart/2005/8/layout/matrix3"/>
    <dgm:cxn modelId="{7F497020-060A-48AE-8F40-04C9A8B5689D}" type="presParOf" srcId="{8F7FCBF5-0BB1-4ADB-97D2-B8C241CF99F9}" destId="{4B232A1C-9167-4847-96AF-524EB2A603B3}" srcOrd="2" destOrd="0" presId="urn:microsoft.com/office/officeart/2005/8/layout/matrix3"/>
    <dgm:cxn modelId="{49535D44-6E26-4405-86AD-046CA1286A77}" type="presParOf" srcId="{8F7FCBF5-0BB1-4ADB-97D2-B8C241CF99F9}" destId="{42EAB492-353D-4FF0-BA35-4A560CF2A05F}" srcOrd="3" destOrd="0" presId="urn:microsoft.com/office/officeart/2005/8/layout/matrix3"/>
    <dgm:cxn modelId="{41C0DB8B-7455-4490-8794-B338069EA66E}" type="presParOf" srcId="{8F7FCBF5-0BB1-4ADB-97D2-B8C241CF99F9}" destId="{BC938DF1-5ACC-4961-B98C-4CE397C90B6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6E9FFA-F530-446A-A8E3-DCF022E0EE2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9B7FEE2A-5789-4ED9-9F9B-C43296D623C9}">
      <dgm:prSet phldrT="[Text]"/>
      <dgm:spPr/>
      <dgm:t>
        <a:bodyPr/>
        <a:lstStyle/>
        <a:p>
          <a:r>
            <a:rPr lang="en-GB" dirty="0"/>
            <a:t>Central Executive</a:t>
          </a:r>
        </a:p>
      </dgm:t>
    </dgm:pt>
    <dgm:pt modelId="{9FD2DD14-8A0B-4030-B9C4-C97087360392}" type="parTrans" cxnId="{3282ECE5-3CFA-4B7B-890E-B0388D535126}">
      <dgm:prSet/>
      <dgm:spPr/>
      <dgm:t>
        <a:bodyPr/>
        <a:lstStyle/>
        <a:p>
          <a:endParaRPr lang="en-GB"/>
        </a:p>
      </dgm:t>
    </dgm:pt>
    <dgm:pt modelId="{983472A6-50FF-44DF-95CD-BB5A6F14CF5E}" type="sibTrans" cxnId="{3282ECE5-3CFA-4B7B-890E-B0388D535126}">
      <dgm:prSet/>
      <dgm:spPr/>
      <dgm:t>
        <a:bodyPr/>
        <a:lstStyle/>
        <a:p>
          <a:endParaRPr lang="en-GB"/>
        </a:p>
      </dgm:t>
    </dgm:pt>
    <dgm:pt modelId="{C0AD7F10-50F8-42E9-BDF3-235DF3E76F33}">
      <dgm:prSet phldrT="[Text]"/>
      <dgm:spPr/>
      <dgm:t>
        <a:bodyPr/>
        <a:lstStyle/>
        <a:p>
          <a:r>
            <a:rPr lang="en-GB" dirty="0"/>
            <a:t>Maximise positive affect</a:t>
          </a:r>
        </a:p>
      </dgm:t>
    </dgm:pt>
    <dgm:pt modelId="{4CEFDD92-B74C-45C3-ADC9-6ED8A52D8E8B}" type="parTrans" cxnId="{D1BF9CF4-67B5-495D-B29F-8906D9ADCC01}">
      <dgm:prSet/>
      <dgm:spPr/>
      <dgm:t>
        <a:bodyPr/>
        <a:lstStyle/>
        <a:p>
          <a:endParaRPr lang="en-GB"/>
        </a:p>
      </dgm:t>
    </dgm:pt>
    <dgm:pt modelId="{DCE53370-9F6D-4A08-A51E-BB56930EDED1}" type="sibTrans" cxnId="{D1BF9CF4-67B5-495D-B29F-8906D9ADCC01}">
      <dgm:prSet/>
      <dgm:spPr/>
      <dgm:t>
        <a:bodyPr/>
        <a:lstStyle/>
        <a:p>
          <a:endParaRPr lang="en-GB"/>
        </a:p>
      </dgm:t>
    </dgm:pt>
    <dgm:pt modelId="{9F38F1A9-7991-404E-AA1E-3168939D4DDB}">
      <dgm:prSet phldrT="[Text]"/>
      <dgm:spPr/>
      <dgm:t>
        <a:bodyPr/>
        <a:lstStyle/>
        <a:p>
          <a:r>
            <a:rPr lang="en-GB" dirty="0"/>
            <a:t>Minimise negative affect</a:t>
          </a:r>
        </a:p>
      </dgm:t>
    </dgm:pt>
    <dgm:pt modelId="{1BD1A399-C579-4884-A7C1-A86A1DDEADE6}" type="parTrans" cxnId="{9F1FA2B7-A229-476D-AA08-F2A4AD4B58D9}">
      <dgm:prSet/>
      <dgm:spPr/>
      <dgm:t>
        <a:bodyPr/>
        <a:lstStyle/>
        <a:p>
          <a:endParaRPr lang="en-GB"/>
        </a:p>
      </dgm:t>
    </dgm:pt>
    <dgm:pt modelId="{E7E174A6-340E-4E63-B974-5F3B72D2C2A0}" type="sibTrans" cxnId="{9F1FA2B7-A229-476D-AA08-F2A4AD4B58D9}">
      <dgm:prSet/>
      <dgm:spPr/>
      <dgm:t>
        <a:bodyPr/>
        <a:lstStyle/>
        <a:p>
          <a:endParaRPr lang="en-GB"/>
        </a:p>
      </dgm:t>
    </dgm:pt>
    <dgm:pt modelId="{10D74966-296A-415F-99CE-71791232724A}">
      <dgm:prSet phldrT="[Text]"/>
      <dgm:spPr/>
      <dgm:t>
        <a:bodyPr/>
        <a:lstStyle/>
        <a:p>
          <a:r>
            <a:rPr lang="en-GB" dirty="0"/>
            <a:t>Minimise the inhibition of affect</a:t>
          </a:r>
        </a:p>
      </dgm:t>
    </dgm:pt>
    <dgm:pt modelId="{1647E7DA-8A3D-46F7-9697-2FB732542C5A}" type="parTrans" cxnId="{37C3B3DF-C671-47FB-84B0-44B383D1AD5C}">
      <dgm:prSet/>
      <dgm:spPr/>
      <dgm:t>
        <a:bodyPr/>
        <a:lstStyle/>
        <a:p>
          <a:endParaRPr lang="en-GB"/>
        </a:p>
      </dgm:t>
    </dgm:pt>
    <dgm:pt modelId="{E4E0A654-5459-4F70-A4B0-8CAFE8F2B160}" type="sibTrans" cxnId="{37C3B3DF-C671-47FB-84B0-44B383D1AD5C}">
      <dgm:prSet/>
      <dgm:spPr/>
      <dgm:t>
        <a:bodyPr/>
        <a:lstStyle/>
        <a:p>
          <a:endParaRPr lang="en-GB"/>
        </a:p>
      </dgm:t>
    </dgm:pt>
    <dgm:pt modelId="{F406A20D-3390-49C0-A50D-6E0C750BAB65}" type="pres">
      <dgm:prSet presAssocID="{DA6E9FFA-F530-446A-A8E3-DCF022E0EE26}" presName="hierChild1" presStyleCnt="0">
        <dgm:presLayoutVars>
          <dgm:orgChart val="1"/>
          <dgm:chPref val="1"/>
          <dgm:dir/>
          <dgm:animOne val="branch"/>
          <dgm:animLvl val="lvl"/>
          <dgm:resizeHandles/>
        </dgm:presLayoutVars>
      </dgm:prSet>
      <dgm:spPr/>
    </dgm:pt>
    <dgm:pt modelId="{1C5BCF06-3FDD-4944-835F-AB36533F1CBB}" type="pres">
      <dgm:prSet presAssocID="{9B7FEE2A-5789-4ED9-9F9B-C43296D623C9}" presName="hierRoot1" presStyleCnt="0">
        <dgm:presLayoutVars>
          <dgm:hierBranch val="init"/>
        </dgm:presLayoutVars>
      </dgm:prSet>
      <dgm:spPr/>
    </dgm:pt>
    <dgm:pt modelId="{7A37C174-21EE-4588-B551-70391B5F8663}" type="pres">
      <dgm:prSet presAssocID="{9B7FEE2A-5789-4ED9-9F9B-C43296D623C9}" presName="rootComposite1" presStyleCnt="0"/>
      <dgm:spPr/>
    </dgm:pt>
    <dgm:pt modelId="{FA203B6A-0500-4927-9EBC-054BD1C366B8}" type="pres">
      <dgm:prSet presAssocID="{9B7FEE2A-5789-4ED9-9F9B-C43296D623C9}" presName="rootText1" presStyleLbl="node0" presStyleIdx="0" presStyleCnt="1">
        <dgm:presLayoutVars>
          <dgm:chPref val="3"/>
        </dgm:presLayoutVars>
      </dgm:prSet>
      <dgm:spPr/>
    </dgm:pt>
    <dgm:pt modelId="{046766E1-5816-488A-99E2-E9E3D735A943}" type="pres">
      <dgm:prSet presAssocID="{9B7FEE2A-5789-4ED9-9F9B-C43296D623C9}" presName="rootConnector1" presStyleLbl="node1" presStyleIdx="0" presStyleCnt="0"/>
      <dgm:spPr/>
    </dgm:pt>
    <dgm:pt modelId="{E4685568-70F8-4E4A-9420-EDB7D2666FCA}" type="pres">
      <dgm:prSet presAssocID="{9B7FEE2A-5789-4ED9-9F9B-C43296D623C9}" presName="hierChild2" presStyleCnt="0"/>
      <dgm:spPr/>
    </dgm:pt>
    <dgm:pt modelId="{0F09A400-7488-4FA5-A423-242A6759CBC3}" type="pres">
      <dgm:prSet presAssocID="{4CEFDD92-B74C-45C3-ADC9-6ED8A52D8E8B}" presName="Name37" presStyleLbl="parChTrans1D2" presStyleIdx="0" presStyleCnt="3"/>
      <dgm:spPr/>
    </dgm:pt>
    <dgm:pt modelId="{FAFA5412-AE58-4AEA-A12A-BFC2C6639C39}" type="pres">
      <dgm:prSet presAssocID="{C0AD7F10-50F8-42E9-BDF3-235DF3E76F33}" presName="hierRoot2" presStyleCnt="0">
        <dgm:presLayoutVars>
          <dgm:hierBranch val="init"/>
        </dgm:presLayoutVars>
      </dgm:prSet>
      <dgm:spPr/>
    </dgm:pt>
    <dgm:pt modelId="{6915D849-000E-4FAD-A7FC-F4F622A64894}" type="pres">
      <dgm:prSet presAssocID="{C0AD7F10-50F8-42E9-BDF3-235DF3E76F33}" presName="rootComposite" presStyleCnt="0"/>
      <dgm:spPr/>
    </dgm:pt>
    <dgm:pt modelId="{CCBEB2A3-75F2-4861-8054-AD139042941D}" type="pres">
      <dgm:prSet presAssocID="{C0AD7F10-50F8-42E9-BDF3-235DF3E76F33}" presName="rootText" presStyleLbl="node2" presStyleIdx="0" presStyleCnt="3">
        <dgm:presLayoutVars>
          <dgm:chPref val="3"/>
        </dgm:presLayoutVars>
      </dgm:prSet>
      <dgm:spPr/>
    </dgm:pt>
    <dgm:pt modelId="{BB20C065-AC2B-4D8F-9F39-4116EC37C450}" type="pres">
      <dgm:prSet presAssocID="{C0AD7F10-50F8-42E9-BDF3-235DF3E76F33}" presName="rootConnector" presStyleLbl="node2" presStyleIdx="0" presStyleCnt="3"/>
      <dgm:spPr/>
    </dgm:pt>
    <dgm:pt modelId="{7CD59BAF-0C1A-4861-80CB-7BC568003F7C}" type="pres">
      <dgm:prSet presAssocID="{C0AD7F10-50F8-42E9-BDF3-235DF3E76F33}" presName="hierChild4" presStyleCnt="0"/>
      <dgm:spPr/>
    </dgm:pt>
    <dgm:pt modelId="{4DD9BA36-29ED-49C8-9A22-49984F837D4B}" type="pres">
      <dgm:prSet presAssocID="{C0AD7F10-50F8-42E9-BDF3-235DF3E76F33}" presName="hierChild5" presStyleCnt="0"/>
      <dgm:spPr/>
    </dgm:pt>
    <dgm:pt modelId="{35DDAF01-3EEA-4DDC-AE47-BF584FABC694}" type="pres">
      <dgm:prSet presAssocID="{1BD1A399-C579-4884-A7C1-A86A1DDEADE6}" presName="Name37" presStyleLbl="parChTrans1D2" presStyleIdx="1" presStyleCnt="3"/>
      <dgm:spPr/>
    </dgm:pt>
    <dgm:pt modelId="{41E4A83F-CBB5-45FA-BDB0-1B3F5B5E9FE7}" type="pres">
      <dgm:prSet presAssocID="{9F38F1A9-7991-404E-AA1E-3168939D4DDB}" presName="hierRoot2" presStyleCnt="0">
        <dgm:presLayoutVars>
          <dgm:hierBranch val="init"/>
        </dgm:presLayoutVars>
      </dgm:prSet>
      <dgm:spPr/>
    </dgm:pt>
    <dgm:pt modelId="{3C322A24-F8CB-4396-914D-DE5B88ACBD45}" type="pres">
      <dgm:prSet presAssocID="{9F38F1A9-7991-404E-AA1E-3168939D4DDB}" presName="rootComposite" presStyleCnt="0"/>
      <dgm:spPr/>
    </dgm:pt>
    <dgm:pt modelId="{B1FAD76F-A191-496C-A05D-C80E602B9E47}" type="pres">
      <dgm:prSet presAssocID="{9F38F1A9-7991-404E-AA1E-3168939D4DDB}" presName="rootText" presStyleLbl="node2" presStyleIdx="1" presStyleCnt="3">
        <dgm:presLayoutVars>
          <dgm:chPref val="3"/>
        </dgm:presLayoutVars>
      </dgm:prSet>
      <dgm:spPr/>
    </dgm:pt>
    <dgm:pt modelId="{391559BE-6743-40A6-BC37-EDABA6CBBA12}" type="pres">
      <dgm:prSet presAssocID="{9F38F1A9-7991-404E-AA1E-3168939D4DDB}" presName="rootConnector" presStyleLbl="node2" presStyleIdx="1" presStyleCnt="3"/>
      <dgm:spPr/>
    </dgm:pt>
    <dgm:pt modelId="{CEDF150C-F4DF-4D58-AD97-974C864A8B0A}" type="pres">
      <dgm:prSet presAssocID="{9F38F1A9-7991-404E-AA1E-3168939D4DDB}" presName="hierChild4" presStyleCnt="0"/>
      <dgm:spPr/>
    </dgm:pt>
    <dgm:pt modelId="{C4B2430E-7DF3-4C1B-BD16-0B3DCAF71A5E}" type="pres">
      <dgm:prSet presAssocID="{9F38F1A9-7991-404E-AA1E-3168939D4DDB}" presName="hierChild5" presStyleCnt="0"/>
      <dgm:spPr/>
    </dgm:pt>
    <dgm:pt modelId="{819311CF-C51E-4891-8F7D-49606DF4E8C8}" type="pres">
      <dgm:prSet presAssocID="{1647E7DA-8A3D-46F7-9697-2FB732542C5A}" presName="Name37" presStyleLbl="parChTrans1D2" presStyleIdx="2" presStyleCnt="3"/>
      <dgm:spPr/>
    </dgm:pt>
    <dgm:pt modelId="{B2A34670-4ED8-4DD7-AEA6-79AAEB6CE717}" type="pres">
      <dgm:prSet presAssocID="{10D74966-296A-415F-99CE-71791232724A}" presName="hierRoot2" presStyleCnt="0">
        <dgm:presLayoutVars>
          <dgm:hierBranch val="init"/>
        </dgm:presLayoutVars>
      </dgm:prSet>
      <dgm:spPr/>
    </dgm:pt>
    <dgm:pt modelId="{054C3524-2FF6-4A7C-B83A-1FC0E960E527}" type="pres">
      <dgm:prSet presAssocID="{10D74966-296A-415F-99CE-71791232724A}" presName="rootComposite" presStyleCnt="0"/>
      <dgm:spPr/>
    </dgm:pt>
    <dgm:pt modelId="{48C9E629-5629-4C5D-84DE-A5ADD8EC013B}" type="pres">
      <dgm:prSet presAssocID="{10D74966-296A-415F-99CE-71791232724A}" presName="rootText" presStyleLbl="node2" presStyleIdx="2" presStyleCnt="3">
        <dgm:presLayoutVars>
          <dgm:chPref val="3"/>
        </dgm:presLayoutVars>
      </dgm:prSet>
      <dgm:spPr/>
    </dgm:pt>
    <dgm:pt modelId="{88E7DEFD-0BD2-4D60-A6B4-9234D7ACE412}" type="pres">
      <dgm:prSet presAssocID="{10D74966-296A-415F-99CE-71791232724A}" presName="rootConnector" presStyleLbl="node2" presStyleIdx="2" presStyleCnt="3"/>
      <dgm:spPr/>
    </dgm:pt>
    <dgm:pt modelId="{B9AE7B98-9052-4DF9-868D-31701DBD2C55}" type="pres">
      <dgm:prSet presAssocID="{10D74966-296A-415F-99CE-71791232724A}" presName="hierChild4" presStyleCnt="0"/>
      <dgm:spPr/>
    </dgm:pt>
    <dgm:pt modelId="{06D9E9B6-9B63-463C-A152-9802ED1EA5DE}" type="pres">
      <dgm:prSet presAssocID="{10D74966-296A-415F-99CE-71791232724A}" presName="hierChild5" presStyleCnt="0"/>
      <dgm:spPr/>
    </dgm:pt>
    <dgm:pt modelId="{3E36ED4D-11F5-4EF4-9E0A-29B4BCD27D85}" type="pres">
      <dgm:prSet presAssocID="{9B7FEE2A-5789-4ED9-9F9B-C43296D623C9}" presName="hierChild3" presStyleCnt="0"/>
      <dgm:spPr/>
    </dgm:pt>
  </dgm:ptLst>
  <dgm:cxnLst>
    <dgm:cxn modelId="{0A026F04-01AD-4744-B83B-1CC4222CCE16}" type="presOf" srcId="{9B7FEE2A-5789-4ED9-9F9B-C43296D623C9}" destId="{FA203B6A-0500-4927-9EBC-054BD1C366B8}" srcOrd="0" destOrd="0" presId="urn:microsoft.com/office/officeart/2005/8/layout/orgChart1"/>
    <dgm:cxn modelId="{31858612-6BF5-4CBA-8B9C-AE26EB5FF64C}" type="presOf" srcId="{1647E7DA-8A3D-46F7-9697-2FB732542C5A}" destId="{819311CF-C51E-4891-8F7D-49606DF4E8C8}" srcOrd="0" destOrd="0" presId="urn:microsoft.com/office/officeart/2005/8/layout/orgChart1"/>
    <dgm:cxn modelId="{2C516966-AE76-48FB-A6F6-0E82A5438215}" type="presOf" srcId="{9F38F1A9-7991-404E-AA1E-3168939D4DDB}" destId="{391559BE-6743-40A6-BC37-EDABA6CBBA12}" srcOrd="1" destOrd="0" presId="urn:microsoft.com/office/officeart/2005/8/layout/orgChart1"/>
    <dgm:cxn modelId="{DEAF9274-5259-4D12-9758-6A191DF167F1}" type="presOf" srcId="{C0AD7F10-50F8-42E9-BDF3-235DF3E76F33}" destId="{CCBEB2A3-75F2-4861-8054-AD139042941D}" srcOrd="0" destOrd="0" presId="urn:microsoft.com/office/officeart/2005/8/layout/orgChart1"/>
    <dgm:cxn modelId="{6603DB99-01CA-4AF9-9B34-152056F2BB58}" type="presOf" srcId="{DA6E9FFA-F530-446A-A8E3-DCF022E0EE26}" destId="{F406A20D-3390-49C0-A50D-6E0C750BAB65}" srcOrd="0" destOrd="0" presId="urn:microsoft.com/office/officeart/2005/8/layout/orgChart1"/>
    <dgm:cxn modelId="{1A2697A5-8F01-4FFB-8093-34B33ADD34E8}" type="presOf" srcId="{9F38F1A9-7991-404E-AA1E-3168939D4DDB}" destId="{B1FAD76F-A191-496C-A05D-C80E602B9E47}" srcOrd="0" destOrd="0" presId="urn:microsoft.com/office/officeart/2005/8/layout/orgChart1"/>
    <dgm:cxn modelId="{C74EC8AD-B941-4C26-A6CF-3225395419CB}" type="presOf" srcId="{9B7FEE2A-5789-4ED9-9F9B-C43296D623C9}" destId="{046766E1-5816-488A-99E2-E9E3D735A943}" srcOrd="1" destOrd="0" presId="urn:microsoft.com/office/officeart/2005/8/layout/orgChart1"/>
    <dgm:cxn modelId="{9F1FA2B7-A229-476D-AA08-F2A4AD4B58D9}" srcId="{9B7FEE2A-5789-4ED9-9F9B-C43296D623C9}" destId="{9F38F1A9-7991-404E-AA1E-3168939D4DDB}" srcOrd="1" destOrd="0" parTransId="{1BD1A399-C579-4884-A7C1-A86A1DDEADE6}" sibTransId="{E7E174A6-340E-4E63-B974-5F3B72D2C2A0}"/>
    <dgm:cxn modelId="{027102D4-CE9A-409F-A91A-761A4A86E9C2}" type="presOf" srcId="{10D74966-296A-415F-99CE-71791232724A}" destId="{88E7DEFD-0BD2-4D60-A6B4-9234D7ACE412}" srcOrd="1" destOrd="0" presId="urn:microsoft.com/office/officeart/2005/8/layout/orgChart1"/>
    <dgm:cxn modelId="{7A91F4D4-D5D3-4052-8D4E-9E9C995DA8B2}" type="presOf" srcId="{4CEFDD92-B74C-45C3-ADC9-6ED8A52D8E8B}" destId="{0F09A400-7488-4FA5-A423-242A6759CBC3}" srcOrd="0" destOrd="0" presId="urn:microsoft.com/office/officeart/2005/8/layout/orgChart1"/>
    <dgm:cxn modelId="{9CEB3CD9-08A0-4903-8535-141D5D6AC967}" type="presOf" srcId="{1BD1A399-C579-4884-A7C1-A86A1DDEADE6}" destId="{35DDAF01-3EEA-4DDC-AE47-BF584FABC694}" srcOrd="0" destOrd="0" presId="urn:microsoft.com/office/officeart/2005/8/layout/orgChart1"/>
    <dgm:cxn modelId="{37C3B3DF-C671-47FB-84B0-44B383D1AD5C}" srcId="{9B7FEE2A-5789-4ED9-9F9B-C43296D623C9}" destId="{10D74966-296A-415F-99CE-71791232724A}" srcOrd="2" destOrd="0" parTransId="{1647E7DA-8A3D-46F7-9697-2FB732542C5A}" sibTransId="{E4E0A654-5459-4F70-A4B0-8CAFE8F2B160}"/>
    <dgm:cxn modelId="{3282ECE5-3CFA-4B7B-890E-B0388D535126}" srcId="{DA6E9FFA-F530-446A-A8E3-DCF022E0EE26}" destId="{9B7FEE2A-5789-4ED9-9F9B-C43296D623C9}" srcOrd="0" destOrd="0" parTransId="{9FD2DD14-8A0B-4030-B9C4-C97087360392}" sibTransId="{983472A6-50FF-44DF-95CD-BB5A6F14CF5E}"/>
    <dgm:cxn modelId="{BBF0A8E9-304A-4873-A7BE-62A79A146998}" type="presOf" srcId="{C0AD7F10-50F8-42E9-BDF3-235DF3E76F33}" destId="{BB20C065-AC2B-4D8F-9F39-4116EC37C450}" srcOrd="1" destOrd="0" presId="urn:microsoft.com/office/officeart/2005/8/layout/orgChart1"/>
    <dgm:cxn modelId="{D1BF9CF4-67B5-495D-B29F-8906D9ADCC01}" srcId="{9B7FEE2A-5789-4ED9-9F9B-C43296D623C9}" destId="{C0AD7F10-50F8-42E9-BDF3-235DF3E76F33}" srcOrd="0" destOrd="0" parTransId="{4CEFDD92-B74C-45C3-ADC9-6ED8A52D8E8B}" sibTransId="{DCE53370-9F6D-4A08-A51E-BB56930EDED1}"/>
    <dgm:cxn modelId="{796E85FD-D668-4599-9AEE-831A924B9CFB}" type="presOf" srcId="{10D74966-296A-415F-99CE-71791232724A}" destId="{48C9E629-5629-4C5D-84DE-A5ADD8EC013B}" srcOrd="0" destOrd="0" presId="urn:microsoft.com/office/officeart/2005/8/layout/orgChart1"/>
    <dgm:cxn modelId="{54C03AD9-D4D9-411D-A68A-9701630A656C}" type="presParOf" srcId="{F406A20D-3390-49C0-A50D-6E0C750BAB65}" destId="{1C5BCF06-3FDD-4944-835F-AB36533F1CBB}" srcOrd="0" destOrd="0" presId="urn:microsoft.com/office/officeart/2005/8/layout/orgChart1"/>
    <dgm:cxn modelId="{1CEFD3BD-FBC6-4819-B6E1-CF020AF12D55}" type="presParOf" srcId="{1C5BCF06-3FDD-4944-835F-AB36533F1CBB}" destId="{7A37C174-21EE-4588-B551-70391B5F8663}" srcOrd="0" destOrd="0" presId="urn:microsoft.com/office/officeart/2005/8/layout/orgChart1"/>
    <dgm:cxn modelId="{7D8D69C6-1AD3-4820-B1E5-51FC77F40AF7}" type="presParOf" srcId="{7A37C174-21EE-4588-B551-70391B5F8663}" destId="{FA203B6A-0500-4927-9EBC-054BD1C366B8}" srcOrd="0" destOrd="0" presId="urn:microsoft.com/office/officeart/2005/8/layout/orgChart1"/>
    <dgm:cxn modelId="{D0277669-741A-49CD-AB30-1E8B543B5D48}" type="presParOf" srcId="{7A37C174-21EE-4588-B551-70391B5F8663}" destId="{046766E1-5816-488A-99E2-E9E3D735A943}" srcOrd="1" destOrd="0" presId="urn:microsoft.com/office/officeart/2005/8/layout/orgChart1"/>
    <dgm:cxn modelId="{D2ED02B4-5343-4CB1-B7D5-3C0E4F645028}" type="presParOf" srcId="{1C5BCF06-3FDD-4944-835F-AB36533F1CBB}" destId="{E4685568-70F8-4E4A-9420-EDB7D2666FCA}" srcOrd="1" destOrd="0" presId="urn:microsoft.com/office/officeart/2005/8/layout/orgChart1"/>
    <dgm:cxn modelId="{8397F24A-2B24-4122-BF13-5F7707C92A40}" type="presParOf" srcId="{E4685568-70F8-4E4A-9420-EDB7D2666FCA}" destId="{0F09A400-7488-4FA5-A423-242A6759CBC3}" srcOrd="0" destOrd="0" presId="urn:microsoft.com/office/officeart/2005/8/layout/orgChart1"/>
    <dgm:cxn modelId="{64F6A463-29A9-418E-9FAC-AF7133DBBF82}" type="presParOf" srcId="{E4685568-70F8-4E4A-9420-EDB7D2666FCA}" destId="{FAFA5412-AE58-4AEA-A12A-BFC2C6639C39}" srcOrd="1" destOrd="0" presId="urn:microsoft.com/office/officeart/2005/8/layout/orgChart1"/>
    <dgm:cxn modelId="{59AEAAA5-7C7E-4453-B31E-28DB863CCA23}" type="presParOf" srcId="{FAFA5412-AE58-4AEA-A12A-BFC2C6639C39}" destId="{6915D849-000E-4FAD-A7FC-F4F622A64894}" srcOrd="0" destOrd="0" presId="urn:microsoft.com/office/officeart/2005/8/layout/orgChart1"/>
    <dgm:cxn modelId="{1B0E5A39-8671-42F3-B871-A5699E77D540}" type="presParOf" srcId="{6915D849-000E-4FAD-A7FC-F4F622A64894}" destId="{CCBEB2A3-75F2-4861-8054-AD139042941D}" srcOrd="0" destOrd="0" presId="urn:microsoft.com/office/officeart/2005/8/layout/orgChart1"/>
    <dgm:cxn modelId="{355DB0E6-C3BB-4FD0-903E-6EE9162CD5FD}" type="presParOf" srcId="{6915D849-000E-4FAD-A7FC-F4F622A64894}" destId="{BB20C065-AC2B-4D8F-9F39-4116EC37C450}" srcOrd="1" destOrd="0" presId="urn:microsoft.com/office/officeart/2005/8/layout/orgChart1"/>
    <dgm:cxn modelId="{7A41D74A-CC7B-4D70-8FF8-F401736D4A66}" type="presParOf" srcId="{FAFA5412-AE58-4AEA-A12A-BFC2C6639C39}" destId="{7CD59BAF-0C1A-4861-80CB-7BC568003F7C}" srcOrd="1" destOrd="0" presId="urn:microsoft.com/office/officeart/2005/8/layout/orgChart1"/>
    <dgm:cxn modelId="{915BA245-5647-401C-A109-C47FA3F30AE7}" type="presParOf" srcId="{FAFA5412-AE58-4AEA-A12A-BFC2C6639C39}" destId="{4DD9BA36-29ED-49C8-9A22-49984F837D4B}" srcOrd="2" destOrd="0" presId="urn:microsoft.com/office/officeart/2005/8/layout/orgChart1"/>
    <dgm:cxn modelId="{620D4367-59AE-43EC-8DB9-6C8F0A06ED31}" type="presParOf" srcId="{E4685568-70F8-4E4A-9420-EDB7D2666FCA}" destId="{35DDAF01-3EEA-4DDC-AE47-BF584FABC694}" srcOrd="2" destOrd="0" presId="urn:microsoft.com/office/officeart/2005/8/layout/orgChart1"/>
    <dgm:cxn modelId="{DC042377-78A3-4CBD-BA88-BCCD7EBFBE64}" type="presParOf" srcId="{E4685568-70F8-4E4A-9420-EDB7D2666FCA}" destId="{41E4A83F-CBB5-45FA-BDB0-1B3F5B5E9FE7}" srcOrd="3" destOrd="0" presId="urn:microsoft.com/office/officeart/2005/8/layout/orgChart1"/>
    <dgm:cxn modelId="{C5B12BA0-1E98-48FC-9C02-90B8EF726FF1}" type="presParOf" srcId="{41E4A83F-CBB5-45FA-BDB0-1B3F5B5E9FE7}" destId="{3C322A24-F8CB-4396-914D-DE5B88ACBD45}" srcOrd="0" destOrd="0" presId="urn:microsoft.com/office/officeart/2005/8/layout/orgChart1"/>
    <dgm:cxn modelId="{B7AD45C6-713F-49DE-B3F9-EF16879E2B0F}" type="presParOf" srcId="{3C322A24-F8CB-4396-914D-DE5B88ACBD45}" destId="{B1FAD76F-A191-496C-A05D-C80E602B9E47}" srcOrd="0" destOrd="0" presId="urn:microsoft.com/office/officeart/2005/8/layout/orgChart1"/>
    <dgm:cxn modelId="{73D00CE2-8BDE-4F54-9860-D35649E10FFC}" type="presParOf" srcId="{3C322A24-F8CB-4396-914D-DE5B88ACBD45}" destId="{391559BE-6743-40A6-BC37-EDABA6CBBA12}" srcOrd="1" destOrd="0" presId="urn:microsoft.com/office/officeart/2005/8/layout/orgChart1"/>
    <dgm:cxn modelId="{A54B2C59-0E11-40A4-B9C9-DB42CD63B873}" type="presParOf" srcId="{41E4A83F-CBB5-45FA-BDB0-1B3F5B5E9FE7}" destId="{CEDF150C-F4DF-4D58-AD97-974C864A8B0A}" srcOrd="1" destOrd="0" presId="urn:microsoft.com/office/officeart/2005/8/layout/orgChart1"/>
    <dgm:cxn modelId="{EB5A08DB-BBF3-4CE2-B060-AFC3E22937EB}" type="presParOf" srcId="{41E4A83F-CBB5-45FA-BDB0-1B3F5B5E9FE7}" destId="{C4B2430E-7DF3-4C1B-BD16-0B3DCAF71A5E}" srcOrd="2" destOrd="0" presId="urn:microsoft.com/office/officeart/2005/8/layout/orgChart1"/>
    <dgm:cxn modelId="{76194207-F2DE-455A-B3DE-591D0C5E20D7}" type="presParOf" srcId="{E4685568-70F8-4E4A-9420-EDB7D2666FCA}" destId="{819311CF-C51E-4891-8F7D-49606DF4E8C8}" srcOrd="4" destOrd="0" presId="urn:microsoft.com/office/officeart/2005/8/layout/orgChart1"/>
    <dgm:cxn modelId="{47938E71-7C17-41EC-A34A-C68B38D20C23}" type="presParOf" srcId="{E4685568-70F8-4E4A-9420-EDB7D2666FCA}" destId="{B2A34670-4ED8-4DD7-AEA6-79AAEB6CE717}" srcOrd="5" destOrd="0" presId="urn:microsoft.com/office/officeart/2005/8/layout/orgChart1"/>
    <dgm:cxn modelId="{5EA872F5-1ABF-4573-8A21-BBC95F4DCA13}" type="presParOf" srcId="{B2A34670-4ED8-4DD7-AEA6-79AAEB6CE717}" destId="{054C3524-2FF6-4A7C-B83A-1FC0E960E527}" srcOrd="0" destOrd="0" presId="urn:microsoft.com/office/officeart/2005/8/layout/orgChart1"/>
    <dgm:cxn modelId="{2945B16C-2788-4AFC-8263-05FAD2AF98A8}" type="presParOf" srcId="{054C3524-2FF6-4A7C-B83A-1FC0E960E527}" destId="{48C9E629-5629-4C5D-84DE-A5ADD8EC013B}" srcOrd="0" destOrd="0" presId="urn:microsoft.com/office/officeart/2005/8/layout/orgChart1"/>
    <dgm:cxn modelId="{968E7BD3-BD03-4AEB-B9A8-953AAB0F686E}" type="presParOf" srcId="{054C3524-2FF6-4A7C-B83A-1FC0E960E527}" destId="{88E7DEFD-0BD2-4D60-A6B4-9234D7ACE412}" srcOrd="1" destOrd="0" presId="urn:microsoft.com/office/officeart/2005/8/layout/orgChart1"/>
    <dgm:cxn modelId="{2520A956-64C6-4AD0-921F-0EE2E406EFD3}" type="presParOf" srcId="{B2A34670-4ED8-4DD7-AEA6-79AAEB6CE717}" destId="{B9AE7B98-9052-4DF9-868D-31701DBD2C55}" srcOrd="1" destOrd="0" presId="urn:microsoft.com/office/officeart/2005/8/layout/orgChart1"/>
    <dgm:cxn modelId="{CE2B25C6-CF18-491E-8021-08475DCBBCDC}" type="presParOf" srcId="{B2A34670-4ED8-4DD7-AEA6-79AAEB6CE717}" destId="{06D9E9B6-9B63-463C-A152-9802ED1EA5DE}" srcOrd="2" destOrd="0" presId="urn:microsoft.com/office/officeart/2005/8/layout/orgChart1"/>
    <dgm:cxn modelId="{DA521560-7AAC-49C8-8487-DB441BD7F203}" type="presParOf" srcId="{1C5BCF06-3FDD-4944-835F-AB36533F1CBB}" destId="{3E36ED4D-11F5-4EF4-9E0A-29B4BCD27D8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3814FE-3BFA-4A4D-9F9A-0239378AE41F}"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GB"/>
        </a:p>
      </dgm:t>
    </dgm:pt>
    <dgm:pt modelId="{5A2BBE13-FCD4-43C7-9CD8-8B677C92730D}">
      <dgm:prSet phldrT="[Text]"/>
      <dgm:spPr/>
      <dgm:t>
        <a:bodyPr/>
        <a:lstStyle/>
        <a:p>
          <a:r>
            <a:rPr lang="en-GB" dirty="0"/>
            <a:t>Positive affects</a:t>
          </a:r>
        </a:p>
      </dgm:t>
    </dgm:pt>
    <dgm:pt modelId="{43903D9A-C8F7-4AC6-8249-C7F06ACBC079}" type="parTrans" cxnId="{63C24E9B-4C95-4C70-A1D9-D9948FAA2AA7}">
      <dgm:prSet/>
      <dgm:spPr/>
      <dgm:t>
        <a:bodyPr/>
        <a:lstStyle/>
        <a:p>
          <a:endParaRPr lang="en-GB"/>
        </a:p>
      </dgm:t>
    </dgm:pt>
    <dgm:pt modelId="{668E18DD-EE6F-4C5D-90CC-B7F4E825A270}" type="sibTrans" cxnId="{63C24E9B-4C95-4C70-A1D9-D9948FAA2AA7}">
      <dgm:prSet/>
      <dgm:spPr/>
      <dgm:t>
        <a:bodyPr/>
        <a:lstStyle/>
        <a:p>
          <a:endParaRPr lang="en-GB"/>
        </a:p>
      </dgm:t>
    </dgm:pt>
    <dgm:pt modelId="{A7E1448A-2C39-4E4E-BEA1-0F7B5F1DD5D9}">
      <dgm:prSet phldrT="[Text]"/>
      <dgm:spPr/>
      <dgm:t>
        <a:bodyPr/>
        <a:lstStyle/>
        <a:p>
          <a:r>
            <a:rPr lang="en-GB" dirty="0"/>
            <a:t>Interests- Excitement</a:t>
          </a:r>
        </a:p>
      </dgm:t>
    </dgm:pt>
    <dgm:pt modelId="{392FC36A-48B4-4D44-A2E9-C06C0855B988}" type="parTrans" cxnId="{981CBF80-FEB3-4B10-A700-E5F7BBBF627D}">
      <dgm:prSet/>
      <dgm:spPr/>
      <dgm:t>
        <a:bodyPr/>
        <a:lstStyle/>
        <a:p>
          <a:endParaRPr lang="en-GB"/>
        </a:p>
      </dgm:t>
    </dgm:pt>
    <dgm:pt modelId="{0595193D-83A5-442D-8F74-5996EBBE3B2A}" type="sibTrans" cxnId="{981CBF80-FEB3-4B10-A700-E5F7BBBF627D}">
      <dgm:prSet/>
      <dgm:spPr/>
      <dgm:t>
        <a:bodyPr/>
        <a:lstStyle/>
        <a:p>
          <a:endParaRPr lang="en-GB"/>
        </a:p>
      </dgm:t>
    </dgm:pt>
    <dgm:pt modelId="{4F6B1B8F-7325-48A9-A472-2086D502EE16}">
      <dgm:prSet phldrT="[Text]"/>
      <dgm:spPr/>
      <dgm:t>
        <a:bodyPr/>
        <a:lstStyle/>
        <a:p>
          <a:r>
            <a:rPr lang="en-GB" dirty="0"/>
            <a:t>Enjoyment-Joy</a:t>
          </a:r>
        </a:p>
      </dgm:t>
    </dgm:pt>
    <dgm:pt modelId="{92ACC503-3FC9-42C8-8823-DD841BB77B9C}" type="parTrans" cxnId="{AEEC6221-3652-454C-B05D-E4A49F98669B}">
      <dgm:prSet/>
      <dgm:spPr/>
      <dgm:t>
        <a:bodyPr/>
        <a:lstStyle/>
        <a:p>
          <a:endParaRPr lang="en-GB"/>
        </a:p>
      </dgm:t>
    </dgm:pt>
    <dgm:pt modelId="{DE876DF3-03DF-46FA-891A-8A9C6BFE90B2}" type="sibTrans" cxnId="{AEEC6221-3652-454C-B05D-E4A49F98669B}">
      <dgm:prSet/>
      <dgm:spPr/>
      <dgm:t>
        <a:bodyPr/>
        <a:lstStyle/>
        <a:p>
          <a:endParaRPr lang="en-GB"/>
        </a:p>
      </dgm:t>
    </dgm:pt>
    <dgm:pt modelId="{18C2CEB6-20BB-4843-8CE1-50B0BFFF376F}">
      <dgm:prSet phldrT="[Text]"/>
      <dgm:spPr/>
      <dgm:t>
        <a:bodyPr/>
        <a:lstStyle/>
        <a:p>
          <a:r>
            <a:rPr lang="en-GB" dirty="0"/>
            <a:t>Neutral affects</a:t>
          </a:r>
        </a:p>
      </dgm:t>
    </dgm:pt>
    <dgm:pt modelId="{FB5DC49D-C2C7-4BB5-B0C8-9B4D4041496B}" type="parTrans" cxnId="{C2853CA8-0409-4469-91B7-DA43761240C4}">
      <dgm:prSet/>
      <dgm:spPr/>
      <dgm:t>
        <a:bodyPr/>
        <a:lstStyle/>
        <a:p>
          <a:endParaRPr lang="en-GB"/>
        </a:p>
      </dgm:t>
    </dgm:pt>
    <dgm:pt modelId="{CB1263C3-09B3-4219-ADB9-98D13F094C7E}" type="sibTrans" cxnId="{C2853CA8-0409-4469-91B7-DA43761240C4}">
      <dgm:prSet/>
      <dgm:spPr/>
      <dgm:t>
        <a:bodyPr/>
        <a:lstStyle/>
        <a:p>
          <a:endParaRPr lang="en-GB"/>
        </a:p>
      </dgm:t>
    </dgm:pt>
    <dgm:pt modelId="{602B8074-8F2E-463F-8333-E3FC25345DAA}">
      <dgm:prSet phldrT="[Text]"/>
      <dgm:spPr/>
      <dgm:t>
        <a:bodyPr/>
        <a:lstStyle/>
        <a:p>
          <a:r>
            <a:rPr lang="en-GB" dirty="0"/>
            <a:t>Surprise- Startle</a:t>
          </a:r>
        </a:p>
      </dgm:t>
    </dgm:pt>
    <dgm:pt modelId="{A94BDF2C-5B28-43F7-AA52-C2CE8696E22E}" type="parTrans" cxnId="{C22C259F-27E1-4F4E-A40D-CE9B9C8B551A}">
      <dgm:prSet/>
      <dgm:spPr/>
      <dgm:t>
        <a:bodyPr/>
        <a:lstStyle/>
        <a:p>
          <a:endParaRPr lang="en-GB"/>
        </a:p>
      </dgm:t>
    </dgm:pt>
    <dgm:pt modelId="{DD941945-7F53-4175-990A-6A9EDF8937AD}" type="sibTrans" cxnId="{C22C259F-27E1-4F4E-A40D-CE9B9C8B551A}">
      <dgm:prSet/>
      <dgm:spPr/>
      <dgm:t>
        <a:bodyPr/>
        <a:lstStyle/>
        <a:p>
          <a:endParaRPr lang="en-GB"/>
        </a:p>
      </dgm:t>
    </dgm:pt>
    <dgm:pt modelId="{FFBDC0DA-F3B3-4510-BF5D-99BBF85DE136}">
      <dgm:prSet phldrT="[Text]"/>
      <dgm:spPr/>
      <dgm:t>
        <a:bodyPr/>
        <a:lstStyle/>
        <a:p>
          <a:r>
            <a:rPr lang="en-GB" dirty="0"/>
            <a:t>Negative affects</a:t>
          </a:r>
        </a:p>
      </dgm:t>
    </dgm:pt>
    <dgm:pt modelId="{53580AE6-7B5B-448D-9B70-B85D0D833D7F}" type="parTrans" cxnId="{20EF44A4-CF31-415B-904A-9DAE92B73B4B}">
      <dgm:prSet/>
      <dgm:spPr/>
      <dgm:t>
        <a:bodyPr/>
        <a:lstStyle/>
        <a:p>
          <a:endParaRPr lang="en-GB"/>
        </a:p>
      </dgm:t>
    </dgm:pt>
    <dgm:pt modelId="{3574F018-E71C-4DF4-8E05-D43D12CE68DA}" type="sibTrans" cxnId="{20EF44A4-CF31-415B-904A-9DAE92B73B4B}">
      <dgm:prSet/>
      <dgm:spPr/>
      <dgm:t>
        <a:bodyPr/>
        <a:lstStyle/>
        <a:p>
          <a:endParaRPr lang="en-GB"/>
        </a:p>
      </dgm:t>
    </dgm:pt>
    <dgm:pt modelId="{4707C85E-4B98-4D22-AE04-C41C770907E1}">
      <dgm:prSet phldrT="[Text]"/>
      <dgm:spPr/>
      <dgm:t>
        <a:bodyPr/>
        <a:lstStyle/>
        <a:p>
          <a:r>
            <a:rPr lang="en-GB" dirty="0"/>
            <a:t>Distress-Anguish</a:t>
          </a:r>
        </a:p>
      </dgm:t>
    </dgm:pt>
    <dgm:pt modelId="{23E5FD60-6EDB-48C8-91DF-FAFF65E931A2}" type="parTrans" cxnId="{21559745-3978-43A2-A65C-F1FA60F9FF9D}">
      <dgm:prSet/>
      <dgm:spPr/>
      <dgm:t>
        <a:bodyPr/>
        <a:lstStyle/>
        <a:p>
          <a:endParaRPr lang="en-GB"/>
        </a:p>
      </dgm:t>
    </dgm:pt>
    <dgm:pt modelId="{E33A1C58-2578-412D-A9DF-3F099E74326A}" type="sibTrans" cxnId="{21559745-3978-43A2-A65C-F1FA60F9FF9D}">
      <dgm:prSet/>
      <dgm:spPr/>
      <dgm:t>
        <a:bodyPr/>
        <a:lstStyle/>
        <a:p>
          <a:endParaRPr lang="en-GB"/>
        </a:p>
      </dgm:t>
    </dgm:pt>
    <dgm:pt modelId="{C5CCD9B3-314E-4926-867D-33D595E86655}">
      <dgm:prSet phldrT="[Text]"/>
      <dgm:spPr/>
      <dgm:t>
        <a:bodyPr/>
        <a:lstStyle/>
        <a:p>
          <a:r>
            <a:rPr lang="en-GB" dirty="0" err="1"/>
            <a:t>Dismell</a:t>
          </a:r>
          <a:endParaRPr lang="en-GB" dirty="0"/>
        </a:p>
      </dgm:t>
    </dgm:pt>
    <dgm:pt modelId="{B7516694-A6DF-4E33-87ED-7F7C724DD890}" type="parTrans" cxnId="{A03D23B9-C543-4505-80B3-44B4335EB0A9}">
      <dgm:prSet/>
      <dgm:spPr/>
      <dgm:t>
        <a:bodyPr/>
        <a:lstStyle/>
        <a:p>
          <a:endParaRPr lang="en-GB"/>
        </a:p>
      </dgm:t>
    </dgm:pt>
    <dgm:pt modelId="{C9C80856-4D50-44F9-BBFA-F688BDFD99DC}" type="sibTrans" cxnId="{A03D23B9-C543-4505-80B3-44B4335EB0A9}">
      <dgm:prSet/>
      <dgm:spPr/>
      <dgm:t>
        <a:bodyPr/>
        <a:lstStyle/>
        <a:p>
          <a:endParaRPr lang="en-GB"/>
        </a:p>
      </dgm:t>
    </dgm:pt>
    <dgm:pt modelId="{D8637455-1A25-4263-8B07-7EDCA491917D}">
      <dgm:prSet phldrT="[Text]"/>
      <dgm:spPr/>
      <dgm:t>
        <a:bodyPr/>
        <a:lstStyle/>
        <a:p>
          <a:r>
            <a:rPr lang="en-GB" dirty="0"/>
            <a:t>Fear-Terror</a:t>
          </a:r>
        </a:p>
      </dgm:t>
    </dgm:pt>
    <dgm:pt modelId="{675AEAFB-736B-4561-9562-333526ABD925}" type="parTrans" cxnId="{B686EA24-0F05-4B68-9B72-2C59CEE05118}">
      <dgm:prSet/>
      <dgm:spPr/>
      <dgm:t>
        <a:bodyPr/>
        <a:lstStyle/>
        <a:p>
          <a:endParaRPr lang="en-GB"/>
        </a:p>
      </dgm:t>
    </dgm:pt>
    <dgm:pt modelId="{1D1DED65-994E-4E6D-A7BE-4D50E75567CD}" type="sibTrans" cxnId="{B686EA24-0F05-4B68-9B72-2C59CEE05118}">
      <dgm:prSet/>
      <dgm:spPr/>
      <dgm:t>
        <a:bodyPr/>
        <a:lstStyle/>
        <a:p>
          <a:endParaRPr lang="en-GB"/>
        </a:p>
      </dgm:t>
    </dgm:pt>
    <dgm:pt modelId="{6BA06F68-40F9-4AB1-B6AA-9F692964CA5D}">
      <dgm:prSet phldrT="[Text]"/>
      <dgm:spPr/>
      <dgm:t>
        <a:bodyPr/>
        <a:lstStyle/>
        <a:p>
          <a:r>
            <a:rPr lang="en-GB" dirty="0"/>
            <a:t>Anger-Rage</a:t>
          </a:r>
        </a:p>
      </dgm:t>
    </dgm:pt>
    <dgm:pt modelId="{166593CD-6B35-4515-BD36-B1AD5D8FBA24}" type="parTrans" cxnId="{6DA0AC71-66BF-4F14-9DF4-CB70DA0524D1}">
      <dgm:prSet/>
      <dgm:spPr/>
      <dgm:t>
        <a:bodyPr/>
        <a:lstStyle/>
        <a:p>
          <a:endParaRPr lang="en-GB"/>
        </a:p>
      </dgm:t>
    </dgm:pt>
    <dgm:pt modelId="{370E3C99-50B1-48D5-8A87-3E58024C128E}" type="sibTrans" cxnId="{6DA0AC71-66BF-4F14-9DF4-CB70DA0524D1}">
      <dgm:prSet/>
      <dgm:spPr/>
      <dgm:t>
        <a:bodyPr/>
        <a:lstStyle/>
        <a:p>
          <a:endParaRPr lang="en-GB"/>
        </a:p>
      </dgm:t>
    </dgm:pt>
    <dgm:pt modelId="{7199ED39-5B49-4BD8-9325-05E0EC8ACDCD}">
      <dgm:prSet phldrT="[Text]"/>
      <dgm:spPr/>
      <dgm:t>
        <a:bodyPr/>
        <a:lstStyle/>
        <a:p>
          <a:r>
            <a:rPr lang="en-GB" dirty="0"/>
            <a:t>Shame-Humiliation</a:t>
          </a:r>
        </a:p>
      </dgm:t>
    </dgm:pt>
    <dgm:pt modelId="{47293BF0-5557-4D67-81B1-832F4C442572}" type="parTrans" cxnId="{A34B151B-2340-409B-AA34-F6A377E52B46}">
      <dgm:prSet/>
      <dgm:spPr/>
      <dgm:t>
        <a:bodyPr/>
        <a:lstStyle/>
        <a:p>
          <a:endParaRPr lang="en-GB"/>
        </a:p>
      </dgm:t>
    </dgm:pt>
    <dgm:pt modelId="{D6863633-724E-4EB3-B73C-4C62156AB157}" type="sibTrans" cxnId="{A34B151B-2340-409B-AA34-F6A377E52B46}">
      <dgm:prSet/>
      <dgm:spPr/>
      <dgm:t>
        <a:bodyPr/>
        <a:lstStyle/>
        <a:p>
          <a:endParaRPr lang="en-GB"/>
        </a:p>
      </dgm:t>
    </dgm:pt>
    <dgm:pt modelId="{ED71C0DD-C695-4136-B4DE-F8D0031A157E}">
      <dgm:prSet phldrT="[Text]"/>
      <dgm:spPr/>
      <dgm:t>
        <a:bodyPr/>
        <a:lstStyle/>
        <a:p>
          <a:r>
            <a:rPr lang="en-GB" dirty="0"/>
            <a:t>Disgust</a:t>
          </a:r>
        </a:p>
      </dgm:t>
    </dgm:pt>
    <dgm:pt modelId="{C75BCD79-4AF0-4AE5-91CD-6D43504356BE}" type="parTrans" cxnId="{51C844EB-8C64-4EC0-9F68-A23ACE848F4D}">
      <dgm:prSet/>
      <dgm:spPr/>
      <dgm:t>
        <a:bodyPr/>
        <a:lstStyle/>
        <a:p>
          <a:endParaRPr lang="en-GB"/>
        </a:p>
      </dgm:t>
    </dgm:pt>
    <dgm:pt modelId="{6058B216-BB8A-4A95-8BF3-402AA4230059}" type="sibTrans" cxnId="{51C844EB-8C64-4EC0-9F68-A23ACE848F4D}">
      <dgm:prSet/>
      <dgm:spPr/>
      <dgm:t>
        <a:bodyPr/>
        <a:lstStyle/>
        <a:p>
          <a:endParaRPr lang="en-GB"/>
        </a:p>
      </dgm:t>
    </dgm:pt>
    <dgm:pt modelId="{FFAAF66C-D41B-41DE-8B59-D9A007A2E943}" type="pres">
      <dgm:prSet presAssocID="{533814FE-3BFA-4A4D-9F9A-0239378AE41F}" presName="Name0" presStyleCnt="0">
        <dgm:presLayoutVars>
          <dgm:dir/>
          <dgm:animLvl val="lvl"/>
          <dgm:resizeHandles val="exact"/>
        </dgm:presLayoutVars>
      </dgm:prSet>
      <dgm:spPr/>
    </dgm:pt>
    <dgm:pt modelId="{EB4DD5AF-CA29-4AC6-BBF4-416216CEEA34}" type="pres">
      <dgm:prSet presAssocID="{5A2BBE13-FCD4-43C7-9CD8-8B677C92730D}" presName="composite" presStyleCnt="0"/>
      <dgm:spPr/>
    </dgm:pt>
    <dgm:pt modelId="{D3BB1631-27AC-4B96-8585-C9C3C6AEB18F}" type="pres">
      <dgm:prSet presAssocID="{5A2BBE13-FCD4-43C7-9CD8-8B677C92730D}" presName="parTx" presStyleLbl="node1" presStyleIdx="0" presStyleCnt="3">
        <dgm:presLayoutVars>
          <dgm:chMax val="0"/>
          <dgm:chPref val="0"/>
          <dgm:bulletEnabled val="1"/>
        </dgm:presLayoutVars>
      </dgm:prSet>
      <dgm:spPr/>
    </dgm:pt>
    <dgm:pt modelId="{491A762E-B85C-43C5-BBE0-E0315729763D}" type="pres">
      <dgm:prSet presAssocID="{5A2BBE13-FCD4-43C7-9CD8-8B677C92730D}" presName="desTx" presStyleLbl="revTx" presStyleIdx="0" presStyleCnt="3">
        <dgm:presLayoutVars>
          <dgm:bulletEnabled val="1"/>
        </dgm:presLayoutVars>
      </dgm:prSet>
      <dgm:spPr/>
    </dgm:pt>
    <dgm:pt modelId="{9CDCD25F-B630-4F95-952A-C8AE1D06B4BA}" type="pres">
      <dgm:prSet presAssocID="{668E18DD-EE6F-4C5D-90CC-B7F4E825A270}" presName="space" presStyleCnt="0"/>
      <dgm:spPr/>
    </dgm:pt>
    <dgm:pt modelId="{C7913408-3BB9-4101-A5B2-B818F40628F4}" type="pres">
      <dgm:prSet presAssocID="{18C2CEB6-20BB-4843-8CE1-50B0BFFF376F}" presName="composite" presStyleCnt="0"/>
      <dgm:spPr/>
    </dgm:pt>
    <dgm:pt modelId="{8A121297-2DEF-4326-9AF4-6364A4AEF347}" type="pres">
      <dgm:prSet presAssocID="{18C2CEB6-20BB-4843-8CE1-50B0BFFF376F}" presName="parTx" presStyleLbl="node1" presStyleIdx="1" presStyleCnt="3">
        <dgm:presLayoutVars>
          <dgm:chMax val="0"/>
          <dgm:chPref val="0"/>
          <dgm:bulletEnabled val="1"/>
        </dgm:presLayoutVars>
      </dgm:prSet>
      <dgm:spPr/>
    </dgm:pt>
    <dgm:pt modelId="{0D822CAE-B3C6-4D83-B622-FA5334779F37}" type="pres">
      <dgm:prSet presAssocID="{18C2CEB6-20BB-4843-8CE1-50B0BFFF376F}" presName="desTx" presStyleLbl="revTx" presStyleIdx="1" presStyleCnt="3">
        <dgm:presLayoutVars>
          <dgm:bulletEnabled val="1"/>
        </dgm:presLayoutVars>
      </dgm:prSet>
      <dgm:spPr/>
    </dgm:pt>
    <dgm:pt modelId="{AEC9036D-2E1B-4FA4-8944-78F2C62585F1}" type="pres">
      <dgm:prSet presAssocID="{CB1263C3-09B3-4219-ADB9-98D13F094C7E}" presName="space" presStyleCnt="0"/>
      <dgm:spPr/>
    </dgm:pt>
    <dgm:pt modelId="{224189C8-EB45-456C-8652-74B7F858BD62}" type="pres">
      <dgm:prSet presAssocID="{FFBDC0DA-F3B3-4510-BF5D-99BBF85DE136}" presName="composite" presStyleCnt="0"/>
      <dgm:spPr/>
    </dgm:pt>
    <dgm:pt modelId="{B36D59AC-4EC4-450A-8046-68230948D5B0}" type="pres">
      <dgm:prSet presAssocID="{FFBDC0DA-F3B3-4510-BF5D-99BBF85DE136}" presName="parTx" presStyleLbl="node1" presStyleIdx="2" presStyleCnt="3">
        <dgm:presLayoutVars>
          <dgm:chMax val="0"/>
          <dgm:chPref val="0"/>
          <dgm:bulletEnabled val="1"/>
        </dgm:presLayoutVars>
      </dgm:prSet>
      <dgm:spPr/>
    </dgm:pt>
    <dgm:pt modelId="{0FC97201-3DBE-4153-A309-10804B293AF5}" type="pres">
      <dgm:prSet presAssocID="{FFBDC0DA-F3B3-4510-BF5D-99BBF85DE136}" presName="desTx" presStyleLbl="revTx" presStyleIdx="2" presStyleCnt="3">
        <dgm:presLayoutVars>
          <dgm:bulletEnabled val="1"/>
        </dgm:presLayoutVars>
      </dgm:prSet>
      <dgm:spPr/>
    </dgm:pt>
  </dgm:ptLst>
  <dgm:cxnLst>
    <dgm:cxn modelId="{A34B151B-2340-409B-AA34-F6A377E52B46}" srcId="{FFBDC0DA-F3B3-4510-BF5D-99BBF85DE136}" destId="{7199ED39-5B49-4BD8-9325-05E0EC8ACDCD}" srcOrd="3" destOrd="0" parTransId="{47293BF0-5557-4D67-81B1-832F4C442572}" sibTransId="{D6863633-724E-4EB3-B73C-4C62156AB157}"/>
    <dgm:cxn modelId="{2D261F20-D11B-4050-8432-79A2DD5CED15}" type="presOf" srcId="{C5CCD9B3-314E-4926-867D-33D595E86655}" destId="{0FC97201-3DBE-4153-A309-10804B293AF5}" srcOrd="0" destOrd="5" presId="urn:microsoft.com/office/officeart/2005/8/layout/chevron1"/>
    <dgm:cxn modelId="{AEEC6221-3652-454C-B05D-E4A49F98669B}" srcId="{5A2BBE13-FCD4-43C7-9CD8-8B677C92730D}" destId="{4F6B1B8F-7325-48A9-A472-2086D502EE16}" srcOrd="1" destOrd="0" parTransId="{92ACC503-3FC9-42C8-8823-DD841BB77B9C}" sibTransId="{DE876DF3-03DF-46FA-891A-8A9C6BFE90B2}"/>
    <dgm:cxn modelId="{B686EA24-0F05-4B68-9B72-2C59CEE05118}" srcId="{FFBDC0DA-F3B3-4510-BF5D-99BBF85DE136}" destId="{D8637455-1A25-4263-8B07-7EDCA491917D}" srcOrd="1" destOrd="0" parTransId="{675AEAFB-736B-4561-9562-333526ABD925}" sibTransId="{1D1DED65-994E-4E6D-A7BE-4D50E75567CD}"/>
    <dgm:cxn modelId="{F1C72337-6DE5-46F6-A5B6-85AD86903451}" type="presOf" srcId="{ED71C0DD-C695-4136-B4DE-F8D0031A157E}" destId="{0FC97201-3DBE-4153-A309-10804B293AF5}" srcOrd="0" destOrd="4" presId="urn:microsoft.com/office/officeart/2005/8/layout/chevron1"/>
    <dgm:cxn modelId="{21559745-3978-43A2-A65C-F1FA60F9FF9D}" srcId="{FFBDC0DA-F3B3-4510-BF5D-99BBF85DE136}" destId="{4707C85E-4B98-4D22-AE04-C41C770907E1}" srcOrd="0" destOrd="0" parTransId="{23E5FD60-6EDB-48C8-91DF-FAFF65E931A2}" sibTransId="{E33A1C58-2578-412D-A9DF-3F099E74326A}"/>
    <dgm:cxn modelId="{6DA0AC71-66BF-4F14-9DF4-CB70DA0524D1}" srcId="{FFBDC0DA-F3B3-4510-BF5D-99BBF85DE136}" destId="{6BA06F68-40F9-4AB1-B6AA-9F692964CA5D}" srcOrd="2" destOrd="0" parTransId="{166593CD-6B35-4515-BD36-B1AD5D8FBA24}" sibTransId="{370E3C99-50B1-48D5-8A87-3E58024C128E}"/>
    <dgm:cxn modelId="{EFB5DC55-4EAE-42AA-814E-482F3E993ADA}" type="presOf" srcId="{FFBDC0DA-F3B3-4510-BF5D-99BBF85DE136}" destId="{B36D59AC-4EC4-450A-8046-68230948D5B0}" srcOrd="0" destOrd="0" presId="urn:microsoft.com/office/officeart/2005/8/layout/chevron1"/>
    <dgm:cxn modelId="{78948358-AAD6-4F81-9A8A-D1A78A101468}" type="presOf" srcId="{7199ED39-5B49-4BD8-9325-05E0EC8ACDCD}" destId="{0FC97201-3DBE-4153-A309-10804B293AF5}" srcOrd="0" destOrd="3" presId="urn:microsoft.com/office/officeart/2005/8/layout/chevron1"/>
    <dgm:cxn modelId="{70C1377E-A19D-436E-9CD4-39F64956F6A1}" type="presOf" srcId="{602B8074-8F2E-463F-8333-E3FC25345DAA}" destId="{0D822CAE-B3C6-4D83-B622-FA5334779F37}" srcOrd="0" destOrd="0" presId="urn:microsoft.com/office/officeart/2005/8/layout/chevron1"/>
    <dgm:cxn modelId="{981CBF80-FEB3-4B10-A700-E5F7BBBF627D}" srcId="{5A2BBE13-FCD4-43C7-9CD8-8B677C92730D}" destId="{A7E1448A-2C39-4E4E-BEA1-0F7B5F1DD5D9}" srcOrd="0" destOrd="0" parTransId="{392FC36A-48B4-4D44-A2E9-C06C0855B988}" sibTransId="{0595193D-83A5-442D-8F74-5996EBBE3B2A}"/>
    <dgm:cxn modelId="{63C24E9B-4C95-4C70-A1D9-D9948FAA2AA7}" srcId="{533814FE-3BFA-4A4D-9F9A-0239378AE41F}" destId="{5A2BBE13-FCD4-43C7-9CD8-8B677C92730D}" srcOrd="0" destOrd="0" parTransId="{43903D9A-C8F7-4AC6-8249-C7F06ACBC079}" sibTransId="{668E18DD-EE6F-4C5D-90CC-B7F4E825A270}"/>
    <dgm:cxn modelId="{C22C259F-27E1-4F4E-A40D-CE9B9C8B551A}" srcId="{18C2CEB6-20BB-4843-8CE1-50B0BFFF376F}" destId="{602B8074-8F2E-463F-8333-E3FC25345DAA}" srcOrd="0" destOrd="0" parTransId="{A94BDF2C-5B28-43F7-AA52-C2CE8696E22E}" sibTransId="{DD941945-7F53-4175-990A-6A9EDF8937AD}"/>
    <dgm:cxn modelId="{20EF44A4-CF31-415B-904A-9DAE92B73B4B}" srcId="{533814FE-3BFA-4A4D-9F9A-0239378AE41F}" destId="{FFBDC0DA-F3B3-4510-BF5D-99BBF85DE136}" srcOrd="2" destOrd="0" parTransId="{53580AE6-7B5B-448D-9B70-B85D0D833D7F}" sibTransId="{3574F018-E71C-4DF4-8E05-D43D12CE68DA}"/>
    <dgm:cxn modelId="{C2853CA8-0409-4469-91B7-DA43761240C4}" srcId="{533814FE-3BFA-4A4D-9F9A-0239378AE41F}" destId="{18C2CEB6-20BB-4843-8CE1-50B0BFFF376F}" srcOrd="1" destOrd="0" parTransId="{FB5DC49D-C2C7-4BB5-B0C8-9B4D4041496B}" sibTransId="{CB1263C3-09B3-4219-ADB9-98D13F094C7E}"/>
    <dgm:cxn modelId="{5409C6AD-3263-4C16-9706-3F24BF4A8D78}" type="presOf" srcId="{18C2CEB6-20BB-4843-8CE1-50B0BFFF376F}" destId="{8A121297-2DEF-4326-9AF4-6364A4AEF347}" srcOrd="0" destOrd="0" presId="urn:microsoft.com/office/officeart/2005/8/layout/chevron1"/>
    <dgm:cxn modelId="{846118AE-14D7-4FA8-A2FD-6D0A0958F83D}" type="presOf" srcId="{5A2BBE13-FCD4-43C7-9CD8-8B677C92730D}" destId="{D3BB1631-27AC-4B96-8585-C9C3C6AEB18F}" srcOrd="0" destOrd="0" presId="urn:microsoft.com/office/officeart/2005/8/layout/chevron1"/>
    <dgm:cxn modelId="{A03D23B9-C543-4505-80B3-44B4335EB0A9}" srcId="{FFBDC0DA-F3B3-4510-BF5D-99BBF85DE136}" destId="{C5CCD9B3-314E-4926-867D-33D595E86655}" srcOrd="5" destOrd="0" parTransId="{B7516694-A6DF-4E33-87ED-7F7C724DD890}" sibTransId="{C9C80856-4D50-44F9-BBFA-F688BDFD99DC}"/>
    <dgm:cxn modelId="{B97571C0-34C8-44E5-810F-4E78FA7090BD}" type="presOf" srcId="{4707C85E-4B98-4D22-AE04-C41C770907E1}" destId="{0FC97201-3DBE-4153-A309-10804B293AF5}" srcOrd="0" destOrd="0" presId="urn:microsoft.com/office/officeart/2005/8/layout/chevron1"/>
    <dgm:cxn modelId="{7CBD54CC-A40D-48A5-A8F9-6CC617AD3CAB}" type="presOf" srcId="{D8637455-1A25-4263-8B07-7EDCA491917D}" destId="{0FC97201-3DBE-4153-A309-10804B293AF5}" srcOrd="0" destOrd="1" presId="urn:microsoft.com/office/officeart/2005/8/layout/chevron1"/>
    <dgm:cxn modelId="{2DFB2CD8-38B3-4FA2-95A6-39E5A8148075}" type="presOf" srcId="{533814FE-3BFA-4A4D-9F9A-0239378AE41F}" destId="{FFAAF66C-D41B-41DE-8B59-D9A007A2E943}" srcOrd="0" destOrd="0" presId="urn:microsoft.com/office/officeart/2005/8/layout/chevron1"/>
    <dgm:cxn modelId="{51C844EB-8C64-4EC0-9F68-A23ACE848F4D}" srcId="{FFBDC0DA-F3B3-4510-BF5D-99BBF85DE136}" destId="{ED71C0DD-C695-4136-B4DE-F8D0031A157E}" srcOrd="4" destOrd="0" parTransId="{C75BCD79-4AF0-4AE5-91CD-6D43504356BE}" sibTransId="{6058B216-BB8A-4A95-8BF3-402AA4230059}"/>
    <dgm:cxn modelId="{225AD3EF-AABD-4AF6-BA7B-2C3C06437016}" type="presOf" srcId="{4F6B1B8F-7325-48A9-A472-2086D502EE16}" destId="{491A762E-B85C-43C5-BBE0-E0315729763D}" srcOrd="0" destOrd="1" presId="urn:microsoft.com/office/officeart/2005/8/layout/chevron1"/>
    <dgm:cxn modelId="{6F1FBDF1-7EE2-4962-8744-517768F8511B}" type="presOf" srcId="{6BA06F68-40F9-4AB1-B6AA-9F692964CA5D}" destId="{0FC97201-3DBE-4153-A309-10804B293AF5}" srcOrd="0" destOrd="2" presId="urn:microsoft.com/office/officeart/2005/8/layout/chevron1"/>
    <dgm:cxn modelId="{05C83FF8-921A-4F83-87A9-D7C3278C67E6}" type="presOf" srcId="{A7E1448A-2C39-4E4E-BEA1-0F7B5F1DD5D9}" destId="{491A762E-B85C-43C5-BBE0-E0315729763D}" srcOrd="0" destOrd="0" presId="urn:microsoft.com/office/officeart/2005/8/layout/chevron1"/>
    <dgm:cxn modelId="{6D30DFFD-AB1A-437D-B09D-9F565C14DD52}" type="presParOf" srcId="{FFAAF66C-D41B-41DE-8B59-D9A007A2E943}" destId="{EB4DD5AF-CA29-4AC6-BBF4-416216CEEA34}" srcOrd="0" destOrd="0" presId="urn:microsoft.com/office/officeart/2005/8/layout/chevron1"/>
    <dgm:cxn modelId="{9D63D098-5507-4610-8495-6537081D04E9}" type="presParOf" srcId="{EB4DD5AF-CA29-4AC6-BBF4-416216CEEA34}" destId="{D3BB1631-27AC-4B96-8585-C9C3C6AEB18F}" srcOrd="0" destOrd="0" presId="urn:microsoft.com/office/officeart/2005/8/layout/chevron1"/>
    <dgm:cxn modelId="{ABDDD09D-D407-4945-898D-C746AE05604C}" type="presParOf" srcId="{EB4DD5AF-CA29-4AC6-BBF4-416216CEEA34}" destId="{491A762E-B85C-43C5-BBE0-E0315729763D}" srcOrd="1" destOrd="0" presId="urn:microsoft.com/office/officeart/2005/8/layout/chevron1"/>
    <dgm:cxn modelId="{9D5846D2-C802-4537-BFF2-88D4BF363437}" type="presParOf" srcId="{FFAAF66C-D41B-41DE-8B59-D9A007A2E943}" destId="{9CDCD25F-B630-4F95-952A-C8AE1D06B4BA}" srcOrd="1" destOrd="0" presId="urn:microsoft.com/office/officeart/2005/8/layout/chevron1"/>
    <dgm:cxn modelId="{F84A0ABB-A767-4C7D-A570-9A854FA46053}" type="presParOf" srcId="{FFAAF66C-D41B-41DE-8B59-D9A007A2E943}" destId="{C7913408-3BB9-4101-A5B2-B818F40628F4}" srcOrd="2" destOrd="0" presId="urn:microsoft.com/office/officeart/2005/8/layout/chevron1"/>
    <dgm:cxn modelId="{5565E0BB-8FB6-42D9-B911-1856F317872B}" type="presParOf" srcId="{C7913408-3BB9-4101-A5B2-B818F40628F4}" destId="{8A121297-2DEF-4326-9AF4-6364A4AEF347}" srcOrd="0" destOrd="0" presId="urn:microsoft.com/office/officeart/2005/8/layout/chevron1"/>
    <dgm:cxn modelId="{A4568F21-E6A3-48C2-9F76-D9D61088DFA3}" type="presParOf" srcId="{C7913408-3BB9-4101-A5B2-B818F40628F4}" destId="{0D822CAE-B3C6-4D83-B622-FA5334779F37}" srcOrd="1" destOrd="0" presId="urn:microsoft.com/office/officeart/2005/8/layout/chevron1"/>
    <dgm:cxn modelId="{D54C3087-F97A-4009-B510-B1D9F0E16EA8}" type="presParOf" srcId="{FFAAF66C-D41B-41DE-8B59-D9A007A2E943}" destId="{AEC9036D-2E1B-4FA4-8944-78F2C62585F1}" srcOrd="3" destOrd="0" presId="urn:microsoft.com/office/officeart/2005/8/layout/chevron1"/>
    <dgm:cxn modelId="{DAB44F4E-4D10-4735-9781-CE7CE857335D}" type="presParOf" srcId="{FFAAF66C-D41B-41DE-8B59-D9A007A2E943}" destId="{224189C8-EB45-456C-8652-74B7F858BD62}" srcOrd="4" destOrd="0" presId="urn:microsoft.com/office/officeart/2005/8/layout/chevron1"/>
    <dgm:cxn modelId="{FE772836-7ECC-4CD8-A113-5EC4E100EEA1}" type="presParOf" srcId="{224189C8-EB45-456C-8652-74B7F858BD62}" destId="{B36D59AC-4EC4-450A-8046-68230948D5B0}" srcOrd="0" destOrd="0" presId="urn:microsoft.com/office/officeart/2005/8/layout/chevron1"/>
    <dgm:cxn modelId="{4FB23D5E-7A84-40F2-8A33-25792F707FA7}" type="presParOf" srcId="{224189C8-EB45-456C-8652-74B7F858BD62}" destId="{0FC97201-3DBE-4153-A309-10804B293AF5}"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5BAA4E-1770-4195-B05D-59D96DDFEC2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4F4CE7A-BE0B-431D-BF9B-80A31B81D588}">
      <dgm:prSet/>
      <dgm:spPr/>
      <dgm:t>
        <a:bodyPr/>
        <a:lstStyle/>
        <a:p>
          <a:r>
            <a:rPr lang="en-GB"/>
            <a:t>There are many strategies for supporting pupils with social, emotional, and mental health challenges.</a:t>
          </a:r>
          <a:endParaRPr lang="en-US"/>
        </a:p>
      </dgm:t>
    </dgm:pt>
    <dgm:pt modelId="{668466F7-71A8-40A3-916D-02A553CCD0F3}" type="parTrans" cxnId="{B9D18B62-5075-470E-A36B-3D833D195184}">
      <dgm:prSet/>
      <dgm:spPr/>
      <dgm:t>
        <a:bodyPr/>
        <a:lstStyle/>
        <a:p>
          <a:endParaRPr lang="en-US"/>
        </a:p>
      </dgm:t>
    </dgm:pt>
    <dgm:pt modelId="{69113DC5-0CB6-47D7-8580-AC9DE4BF6E90}" type="sibTrans" cxnId="{B9D18B62-5075-470E-A36B-3D833D195184}">
      <dgm:prSet/>
      <dgm:spPr/>
      <dgm:t>
        <a:bodyPr/>
        <a:lstStyle/>
        <a:p>
          <a:endParaRPr lang="en-US"/>
        </a:p>
      </dgm:t>
    </dgm:pt>
    <dgm:pt modelId="{5860ABBC-C2B8-41BC-8533-8C16051D62A6}">
      <dgm:prSet/>
      <dgm:spPr/>
      <dgm:t>
        <a:bodyPr/>
        <a:lstStyle/>
        <a:p>
          <a:r>
            <a:rPr lang="en-GB"/>
            <a:t>Individually, strategies such as counselling, mentoring and pastoral care can be effective in helping pupils to identify and manage their presenting behaviours. </a:t>
          </a:r>
          <a:endParaRPr lang="en-US"/>
        </a:p>
      </dgm:t>
    </dgm:pt>
    <dgm:pt modelId="{9B6B5DFE-7FFA-4681-9A8F-630B2058EA6F}" type="parTrans" cxnId="{FA8288BB-A24B-4CAB-8D18-B61DD44C4829}">
      <dgm:prSet/>
      <dgm:spPr/>
      <dgm:t>
        <a:bodyPr/>
        <a:lstStyle/>
        <a:p>
          <a:endParaRPr lang="en-US"/>
        </a:p>
      </dgm:t>
    </dgm:pt>
    <dgm:pt modelId="{F6C37C3A-AAE3-4834-A998-5B0823C41039}" type="sibTrans" cxnId="{FA8288BB-A24B-4CAB-8D18-B61DD44C4829}">
      <dgm:prSet/>
      <dgm:spPr/>
      <dgm:t>
        <a:bodyPr/>
        <a:lstStyle/>
        <a:p>
          <a:endParaRPr lang="en-US"/>
        </a:p>
      </dgm:t>
    </dgm:pt>
    <dgm:pt modelId="{5A90CA3C-8835-4A76-A896-C6F60568EBC3}">
      <dgm:prSet/>
      <dgm:spPr/>
      <dgm:t>
        <a:bodyPr/>
        <a:lstStyle/>
        <a:p>
          <a:r>
            <a:rPr lang="en-GB"/>
            <a:t>As a whole school, approaches such as positive behaviour support and restorative justice can be effective in creating a safe and supportive environment for pupils. </a:t>
          </a:r>
          <a:endParaRPr lang="en-US"/>
        </a:p>
      </dgm:t>
    </dgm:pt>
    <dgm:pt modelId="{DB54F6CC-49E2-46B1-A25E-F0927F515602}" type="parTrans" cxnId="{048C2644-C48B-455E-989C-6492A680894E}">
      <dgm:prSet/>
      <dgm:spPr/>
      <dgm:t>
        <a:bodyPr/>
        <a:lstStyle/>
        <a:p>
          <a:endParaRPr lang="en-US"/>
        </a:p>
      </dgm:t>
    </dgm:pt>
    <dgm:pt modelId="{51D7760C-E740-43C4-9A5D-3A66A2213FD0}" type="sibTrans" cxnId="{048C2644-C48B-455E-989C-6492A680894E}">
      <dgm:prSet/>
      <dgm:spPr/>
      <dgm:t>
        <a:bodyPr/>
        <a:lstStyle/>
        <a:p>
          <a:endParaRPr lang="en-US"/>
        </a:p>
      </dgm:t>
    </dgm:pt>
    <dgm:pt modelId="{600F71E0-2D15-4B14-B31B-8CFA0A115321}" type="pres">
      <dgm:prSet presAssocID="{B85BAA4E-1770-4195-B05D-59D96DDFEC2F}" presName="vert0" presStyleCnt="0">
        <dgm:presLayoutVars>
          <dgm:dir/>
          <dgm:animOne val="branch"/>
          <dgm:animLvl val="lvl"/>
        </dgm:presLayoutVars>
      </dgm:prSet>
      <dgm:spPr/>
    </dgm:pt>
    <dgm:pt modelId="{4920B036-54C8-4DC5-A618-7BD874A3146D}" type="pres">
      <dgm:prSet presAssocID="{C4F4CE7A-BE0B-431D-BF9B-80A31B81D588}" presName="thickLine" presStyleLbl="alignNode1" presStyleIdx="0" presStyleCnt="3"/>
      <dgm:spPr/>
    </dgm:pt>
    <dgm:pt modelId="{B5E5A274-5203-4295-A034-14AD48EC8E40}" type="pres">
      <dgm:prSet presAssocID="{C4F4CE7A-BE0B-431D-BF9B-80A31B81D588}" presName="horz1" presStyleCnt="0"/>
      <dgm:spPr/>
    </dgm:pt>
    <dgm:pt modelId="{B3118F23-548D-457A-B9C6-728E796992DD}" type="pres">
      <dgm:prSet presAssocID="{C4F4CE7A-BE0B-431D-BF9B-80A31B81D588}" presName="tx1" presStyleLbl="revTx" presStyleIdx="0" presStyleCnt="3"/>
      <dgm:spPr/>
    </dgm:pt>
    <dgm:pt modelId="{7B226643-E943-4D4B-9561-6990A062B83D}" type="pres">
      <dgm:prSet presAssocID="{C4F4CE7A-BE0B-431D-BF9B-80A31B81D588}" presName="vert1" presStyleCnt="0"/>
      <dgm:spPr/>
    </dgm:pt>
    <dgm:pt modelId="{4269E34B-2B95-4273-976E-FAAA242273CE}" type="pres">
      <dgm:prSet presAssocID="{5860ABBC-C2B8-41BC-8533-8C16051D62A6}" presName="thickLine" presStyleLbl="alignNode1" presStyleIdx="1" presStyleCnt="3"/>
      <dgm:spPr/>
    </dgm:pt>
    <dgm:pt modelId="{56F505D8-643D-4B79-A348-1B224D90606B}" type="pres">
      <dgm:prSet presAssocID="{5860ABBC-C2B8-41BC-8533-8C16051D62A6}" presName="horz1" presStyleCnt="0"/>
      <dgm:spPr/>
    </dgm:pt>
    <dgm:pt modelId="{7A05749F-AD1B-472C-972E-6D3423333D47}" type="pres">
      <dgm:prSet presAssocID="{5860ABBC-C2B8-41BC-8533-8C16051D62A6}" presName="tx1" presStyleLbl="revTx" presStyleIdx="1" presStyleCnt="3"/>
      <dgm:spPr/>
    </dgm:pt>
    <dgm:pt modelId="{E3A5D8F6-1D23-4595-8AD8-E6F72A6CBC0A}" type="pres">
      <dgm:prSet presAssocID="{5860ABBC-C2B8-41BC-8533-8C16051D62A6}" presName="vert1" presStyleCnt="0"/>
      <dgm:spPr/>
    </dgm:pt>
    <dgm:pt modelId="{6A062D7C-B6DA-4A78-A4E4-3395A971CABA}" type="pres">
      <dgm:prSet presAssocID="{5A90CA3C-8835-4A76-A896-C6F60568EBC3}" presName="thickLine" presStyleLbl="alignNode1" presStyleIdx="2" presStyleCnt="3"/>
      <dgm:spPr/>
    </dgm:pt>
    <dgm:pt modelId="{B1B4BC0A-972E-4335-A16F-C3E34E79FF8E}" type="pres">
      <dgm:prSet presAssocID="{5A90CA3C-8835-4A76-A896-C6F60568EBC3}" presName="horz1" presStyleCnt="0"/>
      <dgm:spPr/>
    </dgm:pt>
    <dgm:pt modelId="{512E2A01-788F-4A8A-B5D8-E160016E3058}" type="pres">
      <dgm:prSet presAssocID="{5A90CA3C-8835-4A76-A896-C6F60568EBC3}" presName="tx1" presStyleLbl="revTx" presStyleIdx="2" presStyleCnt="3"/>
      <dgm:spPr/>
    </dgm:pt>
    <dgm:pt modelId="{CD96B049-CDB1-4618-8BE6-CCFA8CC4F508}" type="pres">
      <dgm:prSet presAssocID="{5A90CA3C-8835-4A76-A896-C6F60568EBC3}" presName="vert1" presStyleCnt="0"/>
      <dgm:spPr/>
    </dgm:pt>
  </dgm:ptLst>
  <dgm:cxnLst>
    <dgm:cxn modelId="{D7AE8F39-07E0-4A8B-A29F-70DFFF828262}" type="presOf" srcId="{B85BAA4E-1770-4195-B05D-59D96DDFEC2F}" destId="{600F71E0-2D15-4B14-B31B-8CFA0A115321}" srcOrd="0" destOrd="0" presId="urn:microsoft.com/office/officeart/2008/layout/LinedList"/>
    <dgm:cxn modelId="{B9D18B62-5075-470E-A36B-3D833D195184}" srcId="{B85BAA4E-1770-4195-B05D-59D96DDFEC2F}" destId="{C4F4CE7A-BE0B-431D-BF9B-80A31B81D588}" srcOrd="0" destOrd="0" parTransId="{668466F7-71A8-40A3-916D-02A553CCD0F3}" sibTransId="{69113DC5-0CB6-47D7-8580-AC9DE4BF6E90}"/>
    <dgm:cxn modelId="{048C2644-C48B-455E-989C-6492A680894E}" srcId="{B85BAA4E-1770-4195-B05D-59D96DDFEC2F}" destId="{5A90CA3C-8835-4A76-A896-C6F60568EBC3}" srcOrd="2" destOrd="0" parTransId="{DB54F6CC-49E2-46B1-A25E-F0927F515602}" sibTransId="{51D7760C-E740-43C4-9A5D-3A66A2213FD0}"/>
    <dgm:cxn modelId="{5F5F0A49-41A3-4F93-B4C0-1C378A0B664C}" type="presOf" srcId="{C4F4CE7A-BE0B-431D-BF9B-80A31B81D588}" destId="{B3118F23-548D-457A-B9C6-728E796992DD}" srcOrd="0" destOrd="0" presId="urn:microsoft.com/office/officeart/2008/layout/LinedList"/>
    <dgm:cxn modelId="{5026D5A5-D577-44FD-B440-09CFE190F601}" type="presOf" srcId="{5A90CA3C-8835-4A76-A896-C6F60568EBC3}" destId="{512E2A01-788F-4A8A-B5D8-E160016E3058}" srcOrd="0" destOrd="0" presId="urn:microsoft.com/office/officeart/2008/layout/LinedList"/>
    <dgm:cxn modelId="{FA8288BB-A24B-4CAB-8D18-B61DD44C4829}" srcId="{B85BAA4E-1770-4195-B05D-59D96DDFEC2F}" destId="{5860ABBC-C2B8-41BC-8533-8C16051D62A6}" srcOrd="1" destOrd="0" parTransId="{9B6B5DFE-7FFA-4681-9A8F-630B2058EA6F}" sibTransId="{F6C37C3A-AAE3-4834-A998-5B0823C41039}"/>
    <dgm:cxn modelId="{68AF98E6-F9E7-4601-A7BF-A3902610790B}" type="presOf" srcId="{5860ABBC-C2B8-41BC-8533-8C16051D62A6}" destId="{7A05749F-AD1B-472C-972E-6D3423333D47}" srcOrd="0" destOrd="0" presId="urn:microsoft.com/office/officeart/2008/layout/LinedList"/>
    <dgm:cxn modelId="{F447D756-1A36-4121-B3C4-88ADA343C699}" type="presParOf" srcId="{600F71E0-2D15-4B14-B31B-8CFA0A115321}" destId="{4920B036-54C8-4DC5-A618-7BD874A3146D}" srcOrd="0" destOrd="0" presId="urn:microsoft.com/office/officeart/2008/layout/LinedList"/>
    <dgm:cxn modelId="{6530550D-F7FB-4243-87AD-E1CE900432E2}" type="presParOf" srcId="{600F71E0-2D15-4B14-B31B-8CFA0A115321}" destId="{B5E5A274-5203-4295-A034-14AD48EC8E40}" srcOrd="1" destOrd="0" presId="urn:microsoft.com/office/officeart/2008/layout/LinedList"/>
    <dgm:cxn modelId="{18FA027F-782E-4A1C-8EDC-F1650204186D}" type="presParOf" srcId="{B5E5A274-5203-4295-A034-14AD48EC8E40}" destId="{B3118F23-548D-457A-B9C6-728E796992DD}" srcOrd="0" destOrd="0" presId="urn:microsoft.com/office/officeart/2008/layout/LinedList"/>
    <dgm:cxn modelId="{53259EF7-510F-45DA-BA99-909BF8047B66}" type="presParOf" srcId="{B5E5A274-5203-4295-A034-14AD48EC8E40}" destId="{7B226643-E943-4D4B-9561-6990A062B83D}" srcOrd="1" destOrd="0" presId="urn:microsoft.com/office/officeart/2008/layout/LinedList"/>
    <dgm:cxn modelId="{4B85BF1F-A018-47A3-B301-B8E86140C3D9}" type="presParOf" srcId="{600F71E0-2D15-4B14-B31B-8CFA0A115321}" destId="{4269E34B-2B95-4273-976E-FAAA242273CE}" srcOrd="2" destOrd="0" presId="urn:microsoft.com/office/officeart/2008/layout/LinedList"/>
    <dgm:cxn modelId="{2CC22A67-E5F3-4277-ACF6-FC3D01F947C9}" type="presParOf" srcId="{600F71E0-2D15-4B14-B31B-8CFA0A115321}" destId="{56F505D8-643D-4B79-A348-1B224D90606B}" srcOrd="3" destOrd="0" presId="urn:microsoft.com/office/officeart/2008/layout/LinedList"/>
    <dgm:cxn modelId="{5263EF8E-87C6-417B-973A-F858FA5C259C}" type="presParOf" srcId="{56F505D8-643D-4B79-A348-1B224D90606B}" destId="{7A05749F-AD1B-472C-972E-6D3423333D47}" srcOrd="0" destOrd="0" presId="urn:microsoft.com/office/officeart/2008/layout/LinedList"/>
    <dgm:cxn modelId="{1A2CC871-5D15-4058-B53D-01873127E6D4}" type="presParOf" srcId="{56F505D8-643D-4B79-A348-1B224D90606B}" destId="{E3A5D8F6-1D23-4595-8AD8-E6F72A6CBC0A}" srcOrd="1" destOrd="0" presId="urn:microsoft.com/office/officeart/2008/layout/LinedList"/>
    <dgm:cxn modelId="{DEE6E330-FA5D-4A00-9C42-F1DC1F8670FB}" type="presParOf" srcId="{600F71E0-2D15-4B14-B31B-8CFA0A115321}" destId="{6A062D7C-B6DA-4A78-A4E4-3395A971CABA}" srcOrd="4" destOrd="0" presId="urn:microsoft.com/office/officeart/2008/layout/LinedList"/>
    <dgm:cxn modelId="{875572B3-E7F0-438D-BEFB-83416038E300}" type="presParOf" srcId="{600F71E0-2D15-4B14-B31B-8CFA0A115321}" destId="{B1B4BC0A-972E-4335-A16F-C3E34E79FF8E}" srcOrd="5" destOrd="0" presId="urn:microsoft.com/office/officeart/2008/layout/LinedList"/>
    <dgm:cxn modelId="{F0D7349D-4346-4AE3-948D-F6BAE8CBE6A4}" type="presParOf" srcId="{B1B4BC0A-972E-4335-A16F-C3E34E79FF8E}" destId="{512E2A01-788F-4A8A-B5D8-E160016E3058}" srcOrd="0" destOrd="0" presId="urn:microsoft.com/office/officeart/2008/layout/LinedList"/>
    <dgm:cxn modelId="{A90B326D-051E-4D5E-980D-151B08B396CC}" type="presParOf" srcId="{B1B4BC0A-972E-4335-A16F-C3E34E79FF8E}" destId="{CD96B049-CDB1-4618-8BE6-CCFA8CC4F50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A9107-CF77-4B71-998F-00A98F7CF614}">
      <dsp:nvSpPr>
        <dsp:cNvPr id="0" name=""/>
        <dsp:cNvSpPr/>
      </dsp:nvSpPr>
      <dsp:spPr>
        <a:xfrm rot="5400000">
          <a:off x="2918533" y="307271"/>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Challenging behaviour</a:t>
          </a:r>
          <a:endParaRPr lang="en-US" sz="1400" kern="1200"/>
        </a:p>
      </dsp:txBody>
      <dsp:txXfrm rot="-5400000">
        <a:off x="3302996" y="481382"/>
        <a:ext cx="1147881" cy="1319402"/>
      </dsp:txXfrm>
    </dsp:sp>
    <dsp:sp modelId="{474786B1-8407-433B-8AD6-4A80D970FE20}">
      <dsp:nvSpPr>
        <dsp:cNvPr id="0" name=""/>
        <dsp:cNvSpPr/>
      </dsp:nvSpPr>
      <dsp:spPr>
        <a:xfrm>
          <a:off x="4761353" y="566040"/>
          <a:ext cx="2139158" cy="115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GB" sz="1100" kern="1200"/>
            <a:t>Managing social, emotional and mental health challenges in pupils</a:t>
          </a:r>
          <a:endParaRPr lang="en-US" sz="1100" kern="1200"/>
        </a:p>
        <a:p>
          <a:pPr marL="0" lvl="0" indent="0" algn="l" defTabSz="488950">
            <a:lnSpc>
              <a:spcPct val="90000"/>
            </a:lnSpc>
            <a:spcBef>
              <a:spcPct val="0"/>
            </a:spcBef>
            <a:spcAft>
              <a:spcPct val="35000"/>
            </a:spcAft>
            <a:buNone/>
          </a:pPr>
          <a:r>
            <a:rPr lang="en-GB" sz="1100" kern="1200"/>
            <a:t>The function of presenting behaviours and the needs of the pupil</a:t>
          </a:r>
          <a:endParaRPr lang="en-US" sz="1100" kern="1200"/>
        </a:p>
      </dsp:txBody>
      <dsp:txXfrm>
        <a:off x="4761353" y="566040"/>
        <a:ext cx="2139158" cy="1150085"/>
      </dsp:txXfrm>
    </dsp:sp>
    <dsp:sp modelId="{5B9D8600-3155-4DBE-A70A-916CDFAC9FCC}">
      <dsp:nvSpPr>
        <dsp:cNvPr id="0" name=""/>
        <dsp:cNvSpPr/>
      </dsp:nvSpPr>
      <dsp:spPr>
        <a:xfrm rot="5400000">
          <a:off x="1117499" y="307271"/>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501962" y="481382"/>
        <a:ext cx="1147881" cy="1319402"/>
      </dsp:txXfrm>
    </dsp:sp>
    <dsp:sp modelId="{552AB7FA-807F-4061-A6C0-C57C2FE56E52}">
      <dsp:nvSpPr>
        <dsp:cNvPr id="0" name=""/>
        <dsp:cNvSpPr/>
      </dsp:nvSpPr>
      <dsp:spPr>
        <a:xfrm rot="5400000">
          <a:off x="2014566" y="1934258"/>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An introduction to Affect Script Theory</a:t>
          </a:r>
          <a:endParaRPr lang="en-US" sz="1400" kern="1200"/>
        </a:p>
      </dsp:txBody>
      <dsp:txXfrm rot="-5400000">
        <a:off x="2399029" y="2108369"/>
        <a:ext cx="1147881" cy="1319402"/>
      </dsp:txXfrm>
    </dsp:sp>
    <dsp:sp modelId="{988CCE6A-9A70-446C-B69C-195746108225}">
      <dsp:nvSpPr>
        <dsp:cNvPr id="0" name=""/>
        <dsp:cNvSpPr/>
      </dsp:nvSpPr>
      <dsp:spPr>
        <a:xfrm>
          <a:off x="0" y="2193027"/>
          <a:ext cx="2070153" cy="1150085"/>
        </a:xfrm>
        <a:prstGeom prst="rect">
          <a:avLst/>
        </a:prstGeom>
        <a:noFill/>
        <a:ln>
          <a:noFill/>
        </a:ln>
        <a:effectLst/>
      </dsp:spPr>
      <dsp:style>
        <a:lnRef idx="0">
          <a:scrgbClr r="0" g="0" b="0"/>
        </a:lnRef>
        <a:fillRef idx="0">
          <a:scrgbClr r="0" g="0" b="0"/>
        </a:fillRef>
        <a:effectRef idx="0">
          <a:scrgbClr r="0" g="0" b="0"/>
        </a:effectRef>
        <a:fontRef idx="minor"/>
      </dsp:style>
    </dsp:sp>
    <dsp:sp modelId="{4E579B53-ECAF-4429-9058-DD07BE32838E}">
      <dsp:nvSpPr>
        <dsp:cNvPr id="0" name=""/>
        <dsp:cNvSpPr/>
      </dsp:nvSpPr>
      <dsp:spPr>
        <a:xfrm rot="5400000">
          <a:off x="3815599" y="1934258"/>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200062" y="2108369"/>
        <a:ext cx="1147881" cy="1319402"/>
      </dsp:txXfrm>
    </dsp:sp>
    <dsp:sp modelId="{F90C626B-B6C0-4DAD-8075-847D1980005E}">
      <dsp:nvSpPr>
        <dsp:cNvPr id="0" name=""/>
        <dsp:cNvSpPr/>
      </dsp:nvSpPr>
      <dsp:spPr>
        <a:xfrm rot="5400000">
          <a:off x="2918533" y="3561246"/>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Strategies to support pupils, individually and systemically</a:t>
          </a:r>
          <a:endParaRPr lang="en-US" sz="1400" kern="1200"/>
        </a:p>
      </dsp:txBody>
      <dsp:txXfrm rot="-5400000">
        <a:off x="3302996" y="3735357"/>
        <a:ext cx="1147881" cy="1319402"/>
      </dsp:txXfrm>
    </dsp:sp>
    <dsp:sp modelId="{9C81082E-E99B-4E95-BFED-3CC21C461123}">
      <dsp:nvSpPr>
        <dsp:cNvPr id="0" name=""/>
        <dsp:cNvSpPr/>
      </dsp:nvSpPr>
      <dsp:spPr>
        <a:xfrm>
          <a:off x="4761353" y="3820015"/>
          <a:ext cx="2139158" cy="1150085"/>
        </a:xfrm>
        <a:prstGeom prst="rect">
          <a:avLst/>
        </a:prstGeom>
        <a:noFill/>
        <a:ln>
          <a:noFill/>
        </a:ln>
        <a:effectLst/>
      </dsp:spPr>
      <dsp:style>
        <a:lnRef idx="0">
          <a:scrgbClr r="0" g="0" b="0"/>
        </a:lnRef>
        <a:fillRef idx="0">
          <a:scrgbClr r="0" g="0" b="0"/>
        </a:fillRef>
        <a:effectRef idx="0">
          <a:scrgbClr r="0" g="0" b="0"/>
        </a:effectRef>
        <a:fontRef idx="minor"/>
      </dsp:style>
    </dsp:sp>
    <dsp:sp modelId="{7CC20569-4163-4E6D-8949-0A6760663AE7}">
      <dsp:nvSpPr>
        <dsp:cNvPr id="0" name=""/>
        <dsp:cNvSpPr/>
      </dsp:nvSpPr>
      <dsp:spPr>
        <a:xfrm rot="5400000">
          <a:off x="1117499" y="3561246"/>
          <a:ext cx="1916808" cy="1667623"/>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501962" y="3735357"/>
        <a:ext cx="1147881" cy="1319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0F687-AB9F-46D8-A9C7-D080383CAAAB}">
      <dsp:nvSpPr>
        <dsp:cNvPr id="0" name=""/>
        <dsp:cNvSpPr/>
      </dsp:nvSpPr>
      <dsp:spPr>
        <a:xfrm>
          <a:off x="682185" y="0"/>
          <a:ext cx="5536141" cy="5536141"/>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602881-251E-40EA-917F-BF9E7C448996}">
      <dsp:nvSpPr>
        <dsp:cNvPr id="0" name=""/>
        <dsp:cNvSpPr/>
      </dsp:nvSpPr>
      <dsp:spPr>
        <a:xfrm>
          <a:off x="1208118" y="525933"/>
          <a:ext cx="2159094" cy="215909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Challenging behaviour can be defined as any behaviour that interferes with a pupil's learning or the learning of others.</a:t>
          </a:r>
          <a:endParaRPr lang="en-US" sz="1500" kern="1200"/>
        </a:p>
      </dsp:txBody>
      <dsp:txXfrm>
        <a:off x="1313516" y="631331"/>
        <a:ext cx="1948298" cy="1948298"/>
      </dsp:txXfrm>
    </dsp:sp>
    <dsp:sp modelId="{4B232A1C-9167-4847-96AF-524EB2A603B3}">
      <dsp:nvSpPr>
        <dsp:cNvPr id="0" name=""/>
        <dsp:cNvSpPr/>
      </dsp:nvSpPr>
      <dsp:spPr>
        <a:xfrm>
          <a:off x="3533298" y="525933"/>
          <a:ext cx="2159094" cy="215909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It can include things like aggression, defiance, withdrawal, and self-injury. </a:t>
          </a:r>
          <a:endParaRPr lang="en-US" sz="1500" kern="1200"/>
        </a:p>
      </dsp:txBody>
      <dsp:txXfrm>
        <a:off x="3638696" y="631331"/>
        <a:ext cx="1948298" cy="1948298"/>
      </dsp:txXfrm>
    </dsp:sp>
    <dsp:sp modelId="{42EAB492-353D-4FF0-BA35-4A560CF2A05F}">
      <dsp:nvSpPr>
        <dsp:cNvPr id="0" name=""/>
        <dsp:cNvSpPr/>
      </dsp:nvSpPr>
      <dsp:spPr>
        <a:xfrm>
          <a:off x="1208118" y="2851112"/>
          <a:ext cx="2159094" cy="215909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It is important to recognise that challenging behaviour can be a manifestation of underlying social, emotional, and mental health challenges. </a:t>
          </a:r>
          <a:endParaRPr lang="en-US" sz="1500" kern="1200"/>
        </a:p>
      </dsp:txBody>
      <dsp:txXfrm>
        <a:off x="1313516" y="2956510"/>
        <a:ext cx="1948298" cy="1948298"/>
      </dsp:txXfrm>
    </dsp:sp>
    <dsp:sp modelId="{BC938DF1-5ACC-4961-B98C-4CE397C90B6D}">
      <dsp:nvSpPr>
        <dsp:cNvPr id="0" name=""/>
        <dsp:cNvSpPr/>
      </dsp:nvSpPr>
      <dsp:spPr>
        <a:xfrm>
          <a:off x="3533298" y="2851112"/>
          <a:ext cx="2159094" cy="215909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As educators, it's our responsibility to understand the function of presenting behaviours, so we can identify the needs of the pupils who are exhibiting them.</a:t>
          </a:r>
          <a:endParaRPr lang="en-US" sz="1500" kern="1200"/>
        </a:p>
      </dsp:txBody>
      <dsp:txXfrm>
        <a:off x="3638696" y="2956510"/>
        <a:ext cx="1948298" cy="1948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11CF-C51E-4891-8F7D-49606DF4E8C8}">
      <dsp:nvSpPr>
        <dsp:cNvPr id="0" name=""/>
        <dsp:cNvSpPr/>
      </dsp:nvSpPr>
      <dsp:spPr>
        <a:xfrm>
          <a:off x="2776029" y="2115327"/>
          <a:ext cx="1964060" cy="340870"/>
        </a:xfrm>
        <a:custGeom>
          <a:avLst/>
          <a:gdLst/>
          <a:ahLst/>
          <a:cxnLst/>
          <a:rect l="0" t="0" r="0" b="0"/>
          <a:pathLst>
            <a:path>
              <a:moveTo>
                <a:pt x="0" y="0"/>
              </a:moveTo>
              <a:lnTo>
                <a:pt x="0" y="170435"/>
              </a:lnTo>
              <a:lnTo>
                <a:pt x="1964060" y="170435"/>
              </a:lnTo>
              <a:lnTo>
                <a:pt x="196406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DDAF01-3EEA-4DDC-AE47-BF584FABC694}">
      <dsp:nvSpPr>
        <dsp:cNvPr id="0" name=""/>
        <dsp:cNvSpPr/>
      </dsp:nvSpPr>
      <dsp:spPr>
        <a:xfrm>
          <a:off x="2730309" y="2115327"/>
          <a:ext cx="91440" cy="340870"/>
        </a:xfrm>
        <a:custGeom>
          <a:avLst/>
          <a:gdLst/>
          <a:ahLst/>
          <a:cxnLst/>
          <a:rect l="0" t="0" r="0" b="0"/>
          <a:pathLst>
            <a:path>
              <a:moveTo>
                <a:pt x="45720" y="0"/>
              </a:moveTo>
              <a:lnTo>
                <a:pt x="4572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09A400-7488-4FA5-A423-242A6759CBC3}">
      <dsp:nvSpPr>
        <dsp:cNvPr id="0" name=""/>
        <dsp:cNvSpPr/>
      </dsp:nvSpPr>
      <dsp:spPr>
        <a:xfrm>
          <a:off x="811968" y="2115327"/>
          <a:ext cx="1964060" cy="340870"/>
        </a:xfrm>
        <a:custGeom>
          <a:avLst/>
          <a:gdLst/>
          <a:ahLst/>
          <a:cxnLst/>
          <a:rect l="0" t="0" r="0" b="0"/>
          <a:pathLst>
            <a:path>
              <a:moveTo>
                <a:pt x="1964060" y="0"/>
              </a:moveTo>
              <a:lnTo>
                <a:pt x="1964060" y="170435"/>
              </a:lnTo>
              <a:lnTo>
                <a:pt x="0" y="170435"/>
              </a:lnTo>
              <a:lnTo>
                <a:pt x="0" y="3408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203B6A-0500-4927-9EBC-054BD1C366B8}">
      <dsp:nvSpPr>
        <dsp:cNvPr id="0" name=""/>
        <dsp:cNvSpPr/>
      </dsp:nvSpPr>
      <dsp:spPr>
        <a:xfrm>
          <a:off x="1964433" y="1303732"/>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Central Executive</a:t>
          </a:r>
        </a:p>
      </dsp:txBody>
      <dsp:txXfrm>
        <a:off x="1964433" y="1303732"/>
        <a:ext cx="1623190" cy="811595"/>
      </dsp:txXfrm>
    </dsp:sp>
    <dsp:sp modelId="{CCBEB2A3-75F2-4861-8054-AD139042941D}">
      <dsp:nvSpPr>
        <dsp:cNvPr id="0" name=""/>
        <dsp:cNvSpPr/>
      </dsp:nvSpPr>
      <dsp:spPr>
        <a:xfrm>
          <a:off x="372"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Maximise positive affect</a:t>
          </a:r>
        </a:p>
      </dsp:txBody>
      <dsp:txXfrm>
        <a:off x="372" y="2456197"/>
        <a:ext cx="1623190" cy="811595"/>
      </dsp:txXfrm>
    </dsp:sp>
    <dsp:sp modelId="{B1FAD76F-A191-496C-A05D-C80E602B9E47}">
      <dsp:nvSpPr>
        <dsp:cNvPr id="0" name=""/>
        <dsp:cNvSpPr/>
      </dsp:nvSpPr>
      <dsp:spPr>
        <a:xfrm>
          <a:off x="1964433"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Minimise negative affect</a:t>
          </a:r>
        </a:p>
      </dsp:txBody>
      <dsp:txXfrm>
        <a:off x="1964433" y="2456197"/>
        <a:ext cx="1623190" cy="811595"/>
      </dsp:txXfrm>
    </dsp:sp>
    <dsp:sp modelId="{48C9E629-5629-4C5D-84DE-A5ADD8EC013B}">
      <dsp:nvSpPr>
        <dsp:cNvPr id="0" name=""/>
        <dsp:cNvSpPr/>
      </dsp:nvSpPr>
      <dsp:spPr>
        <a:xfrm>
          <a:off x="3928494" y="2456197"/>
          <a:ext cx="1623190" cy="8115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Minimise the inhibition of affect</a:t>
          </a:r>
        </a:p>
      </dsp:txBody>
      <dsp:txXfrm>
        <a:off x="3928494" y="2456197"/>
        <a:ext cx="1623190" cy="8115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B1631-27AC-4B96-8585-C9C3C6AEB18F}">
      <dsp:nvSpPr>
        <dsp:cNvPr id="0" name=""/>
        <dsp:cNvSpPr/>
      </dsp:nvSpPr>
      <dsp:spPr>
        <a:xfrm>
          <a:off x="6003" y="49806"/>
          <a:ext cx="3513117" cy="1188000"/>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Positive affects</a:t>
          </a:r>
        </a:p>
      </dsp:txBody>
      <dsp:txXfrm>
        <a:off x="600003" y="49806"/>
        <a:ext cx="2325117" cy="1188000"/>
      </dsp:txXfrm>
    </dsp:sp>
    <dsp:sp modelId="{491A762E-B85C-43C5-BBE0-E0315729763D}">
      <dsp:nvSpPr>
        <dsp:cNvPr id="0" name=""/>
        <dsp:cNvSpPr/>
      </dsp:nvSpPr>
      <dsp:spPr>
        <a:xfrm>
          <a:off x="6003"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Interests- Excitement</a:t>
          </a:r>
        </a:p>
        <a:p>
          <a:pPr marL="228600" lvl="1" indent="-228600" algn="l" defTabSz="977900">
            <a:lnSpc>
              <a:spcPct val="90000"/>
            </a:lnSpc>
            <a:spcBef>
              <a:spcPct val="0"/>
            </a:spcBef>
            <a:spcAft>
              <a:spcPct val="15000"/>
            </a:spcAft>
            <a:buChar char="•"/>
          </a:pPr>
          <a:r>
            <a:rPr lang="en-GB" sz="2200" kern="1200" dirty="0"/>
            <a:t>Enjoyment-Joy</a:t>
          </a:r>
        </a:p>
      </dsp:txBody>
      <dsp:txXfrm>
        <a:off x="6003" y="1386306"/>
        <a:ext cx="2810494" cy="2130046"/>
      </dsp:txXfrm>
    </dsp:sp>
    <dsp:sp modelId="{8A121297-2DEF-4326-9AF4-6364A4AEF347}">
      <dsp:nvSpPr>
        <dsp:cNvPr id="0" name=""/>
        <dsp:cNvSpPr/>
      </dsp:nvSpPr>
      <dsp:spPr>
        <a:xfrm>
          <a:off x="3303121" y="49806"/>
          <a:ext cx="3513117" cy="1188000"/>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Neutral affects</a:t>
          </a:r>
        </a:p>
      </dsp:txBody>
      <dsp:txXfrm>
        <a:off x="3897121" y="49806"/>
        <a:ext cx="2325117" cy="1188000"/>
      </dsp:txXfrm>
    </dsp:sp>
    <dsp:sp modelId="{0D822CAE-B3C6-4D83-B622-FA5334779F37}">
      <dsp:nvSpPr>
        <dsp:cNvPr id="0" name=""/>
        <dsp:cNvSpPr/>
      </dsp:nvSpPr>
      <dsp:spPr>
        <a:xfrm>
          <a:off x="3303121"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Surprise- Startle</a:t>
          </a:r>
        </a:p>
      </dsp:txBody>
      <dsp:txXfrm>
        <a:off x="3303121" y="1386306"/>
        <a:ext cx="2810494" cy="2130046"/>
      </dsp:txXfrm>
    </dsp:sp>
    <dsp:sp modelId="{B36D59AC-4EC4-450A-8046-68230948D5B0}">
      <dsp:nvSpPr>
        <dsp:cNvPr id="0" name=""/>
        <dsp:cNvSpPr/>
      </dsp:nvSpPr>
      <dsp:spPr>
        <a:xfrm>
          <a:off x="6600238" y="49806"/>
          <a:ext cx="3513117" cy="11880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GB" sz="2200" kern="1200" dirty="0"/>
            <a:t>Negative affects</a:t>
          </a:r>
        </a:p>
      </dsp:txBody>
      <dsp:txXfrm>
        <a:off x="7194238" y="49806"/>
        <a:ext cx="2325117" cy="1188000"/>
      </dsp:txXfrm>
    </dsp:sp>
    <dsp:sp modelId="{0FC97201-3DBE-4153-A309-10804B293AF5}">
      <dsp:nvSpPr>
        <dsp:cNvPr id="0" name=""/>
        <dsp:cNvSpPr/>
      </dsp:nvSpPr>
      <dsp:spPr>
        <a:xfrm>
          <a:off x="6600238" y="1386306"/>
          <a:ext cx="2810494" cy="2130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a:lnSpc>
              <a:spcPct val="90000"/>
            </a:lnSpc>
            <a:spcBef>
              <a:spcPct val="0"/>
            </a:spcBef>
            <a:spcAft>
              <a:spcPct val="15000"/>
            </a:spcAft>
            <a:buChar char="•"/>
          </a:pPr>
          <a:r>
            <a:rPr lang="en-GB" sz="2200" kern="1200" dirty="0"/>
            <a:t>Distress-Anguish</a:t>
          </a:r>
        </a:p>
        <a:p>
          <a:pPr marL="228600" lvl="1" indent="-228600" algn="l" defTabSz="977900">
            <a:lnSpc>
              <a:spcPct val="90000"/>
            </a:lnSpc>
            <a:spcBef>
              <a:spcPct val="0"/>
            </a:spcBef>
            <a:spcAft>
              <a:spcPct val="15000"/>
            </a:spcAft>
            <a:buChar char="•"/>
          </a:pPr>
          <a:r>
            <a:rPr lang="en-GB" sz="2200" kern="1200" dirty="0"/>
            <a:t>Fear-Terror</a:t>
          </a:r>
        </a:p>
        <a:p>
          <a:pPr marL="228600" lvl="1" indent="-228600" algn="l" defTabSz="977900">
            <a:lnSpc>
              <a:spcPct val="90000"/>
            </a:lnSpc>
            <a:spcBef>
              <a:spcPct val="0"/>
            </a:spcBef>
            <a:spcAft>
              <a:spcPct val="15000"/>
            </a:spcAft>
            <a:buChar char="•"/>
          </a:pPr>
          <a:r>
            <a:rPr lang="en-GB" sz="2200" kern="1200" dirty="0"/>
            <a:t>Anger-Rage</a:t>
          </a:r>
        </a:p>
        <a:p>
          <a:pPr marL="228600" lvl="1" indent="-228600" algn="l" defTabSz="977900">
            <a:lnSpc>
              <a:spcPct val="90000"/>
            </a:lnSpc>
            <a:spcBef>
              <a:spcPct val="0"/>
            </a:spcBef>
            <a:spcAft>
              <a:spcPct val="15000"/>
            </a:spcAft>
            <a:buChar char="•"/>
          </a:pPr>
          <a:r>
            <a:rPr lang="en-GB" sz="2200" kern="1200" dirty="0"/>
            <a:t>Shame-Humiliation</a:t>
          </a:r>
        </a:p>
        <a:p>
          <a:pPr marL="228600" lvl="1" indent="-228600" algn="l" defTabSz="977900">
            <a:lnSpc>
              <a:spcPct val="90000"/>
            </a:lnSpc>
            <a:spcBef>
              <a:spcPct val="0"/>
            </a:spcBef>
            <a:spcAft>
              <a:spcPct val="15000"/>
            </a:spcAft>
            <a:buChar char="•"/>
          </a:pPr>
          <a:r>
            <a:rPr lang="en-GB" sz="2200" kern="1200" dirty="0"/>
            <a:t>Disgust</a:t>
          </a:r>
        </a:p>
        <a:p>
          <a:pPr marL="228600" lvl="1" indent="-228600" algn="l" defTabSz="977900">
            <a:lnSpc>
              <a:spcPct val="90000"/>
            </a:lnSpc>
            <a:spcBef>
              <a:spcPct val="0"/>
            </a:spcBef>
            <a:spcAft>
              <a:spcPct val="15000"/>
            </a:spcAft>
            <a:buChar char="•"/>
          </a:pPr>
          <a:r>
            <a:rPr lang="en-GB" sz="2200" kern="1200" dirty="0" err="1"/>
            <a:t>Dismell</a:t>
          </a:r>
          <a:endParaRPr lang="en-GB" sz="2200" kern="1200" dirty="0"/>
        </a:p>
      </dsp:txBody>
      <dsp:txXfrm>
        <a:off x="6600238" y="1386306"/>
        <a:ext cx="2810494" cy="21300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20B036-54C8-4DC5-A618-7BD874A3146D}">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18F23-548D-457A-B9C6-728E796992DD}">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There are many strategies for supporting pupils with social, emotional, and mental health challenges.</a:t>
          </a:r>
          <a:endParaRPr lang="en-US" sz="2900" kern="1200"/>
        </a:p>
      </dsp:txBody>
      <dsp:txXfrm>
        <a:off x="0" y="2703"/>
        <a:ext cx="6900512" cy="1843578"/>
      </dsp:txXfrm>
    </dsp:sp>
    <dsp:sp modelId="{4269E34B-2B95-4273-976E-FAAA242273CE}">
      <dsp:nvSpPr>
        <dsp:cNvPr id="0" name=""/>
        <dsp:cNvSpPr/>
      </dsp:nvSpPr>
      <dsp:spPr>
        <a:xfrm>
          <a:off x="0" y="1846281"/>
          <a:ext cx="6900512" cy="0"/>
        </a:xfrm>
        <a:prstGeom prst="line">
          <a:avLst/>
        </a:prstGeom>
        <a:solidFill>
          <a:schemeClr val="accent2">
            <a:hueOff val="-638687"/>
            <a:satOff val="1755"/>
            <a:lumOff val="1176"/>
            <a:alphaOff val="0"/>
          </a:schemeClr>
        </a:solidFill>
        <a:ln w="12700" cap="flat" cmpd="sng" algn="ctr">
          <a:solidFill>
            <a:schemeClr val="accent2">
              <a:hueOff val="-638687"/>
              <a:satOff val="1755"/>
              <a:lumOff val="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05749F-AD1B-472C-972E-6D3423333D47}">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Individually, strategies such as counselling, mentoring and pastoral care can be effective in helping pupils to identify and manage their presenting behaviours. </a:t>
          </a:r>
          <a:endParaRPr lang="en-US" sz="2900" kern="1200"/>
        </a:p>
      </dsp:txBody>
      <dsp:txXfrm>
        <a:off x="0" y="1846281"/>
        <a:ext cx="6900512" cy="1843578"/>
      </dsp:txXfrm>
    </dsp:sp>
    <dsp:sp modelId="{6A062D7C-B6DA-4A78-A4E4-3395A971CABA}">
      <dsp:nvSpPr>
        <dsp:cNvPr id="0" name=""/>
        <dsp:cNvSpPr/>
      </dsp:nvSpPr>
      <dsp:spPr>
        <a:xfrm>
          <a:off x="0" y="3689859"/>
          <a:ext cx="6900512" cy="0"/>
        </a:xfrm>
        <a:prstGeom prst="line">
          <a:avLst/>
        </a:prstGeom>
        <a:solidFill>
          <a:schemeClr val="accent2">
            <a:hueOff val="-1277375"/>
            <a:satOff val="3509"/>
            <a:lumOff val="2352"/>
            <a:alphaOff val="0"/>
          </a:schemeClr>
        </a:solidFill>
        <a:ln w="12700" cap="flat" cmpd="sng" algn="ctr">
          <a:solidFill>
            <a:schemeClr val="accent2">
              <a:hueOff val="-1277375"/>
              <a:satOff val="3509"/>
              <a:lumOff val="23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2E2A01-788F-4A8A-B5D8-E160016E3058}">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As a whole school, approaches such as positive behaviour support and restorative justice can be effective in creating a safe and supportive environment for pupils. </a:t>
          </a:r>
          <a:endParaRPr lang="en-US" sz="2900" kern="1200"/>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3/22/2023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5</a:t>
            </a:fld>
            <a:endParaRPr lang="en-US" dirty="0"/>
          </a:p>
        </p:txBody>
      </p:sp>
    </p:spTree>
    <p:extLst>
      <p:ext uri="{BB962C8B-B14F-4D97-AF65-F5344CB8AC3E}">
        <p14:creationId xmlns:p14="http://schemas.microsoft.com/office/powerpoint/2010/main" val="1614150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Examples of what might trigger these affects include: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senses picking up something to big, too loud, or too fast, and/or feeling threatened (fear-terror).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Response triggered when too much has been happening for too long, or when overwhelmed (distress-anguish).</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that too much finally stops happening or a reward is received (enjoyment-joy).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senses encounter a novel stimulus that is just right or discovering something new (interest-excitement).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Experiencing an unexpected event (surprise-startle).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Being treated unfairly (anger-rage).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Encountering something unpleasant (disgust).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Feeling exposed (shame-humiliation).</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r>
              <a:rPr lang="en-GB" dirty="0"/>
              <a:t>Select one or two examples- don’t go through them all</a:t>
            </a:r>
          </a:p>
          <a:p>
            <a:endParaRPr lang="en-GB" dirty="0"/>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 pupil's biography can intensify their reactions to situations. This is particularly true when pupils are confronted with challenges that have persisted for a long time.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may use presenting behaviours as a way to maximise positive affects and avoid negative affects triggered by persistent challenges. For example, a pupil who has experienced neglect may seek attention through disruptive behaviour, as a way of compensating for the lack of attention they received at home.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By understanding the role of biography, we can begin to recognise the underlying needs of pupils and respond to them in a more targeted way.</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Most of the experiences of interest and joy that get impeded have to do with interpersonal engagement with others. So, think of shame as an interpersonal/interactional affect.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Once positive affect is impeded, the affect shame focuses attention on the impediment that triggered the negative affect.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Now, the thing is what we see in the moment of shame is something in us that isn’t perfect – scripted emotions/biography.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Pupil’s draw on scripts built up over time to help minimise the destructive impact of negative affects…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6</a:t>
            </a:fld>
            <a:endParaRPr lang="en-US" dirty="0"/>
          </a:p>
        </p:txBody>
      </p:sp>
    </p:spTree>
    <p:extLst>
      <p:ext uri="{BB962C8B-B14F-4D97-AF65-F5344CB8AC3E}">
        <p14:creationId xmlns:p14="http://schemas.microsoft.com/office/powerpoint/2010/main" val="1968154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The four poles of the compass of shame are: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Withdrawal (the pupil retreats into themselves, switch off from learning and not attend lessons).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Avoidance (the pupil avoids the situation altogether, be the class clown, focus on other aspect of their lives, take risks, use drugs etc.).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Attack others (the pupil blames others, put others down, belittle value of work, diminish and bully others etc.).</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Attack self (the pupil blames themselves, put themselves down, they assume they are dumb etc.).</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When pupils feel shame, they may draw on these scripts as a way of protecting themselves from further harm.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As educators, it's important to recognise the power imbalances that exist between staff and pupils and work to create a safe and trusting environment where pupils feel comfortable expressing their underlying struggles.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7</a:t>
            </a:fld>
            <a:endParaRPr lang="en-US" dirty="0"/>
          </a:p>
        </p:txBody>
      </p:sp>
    </p:spTree>
    <p:extLst>
      <p:ext uri="{BB962C8B-B14F-4D97-AF65-F5344CB8AC3E}">
        <p14:creationId xmlns:p14="http://schemas.microsoft.com/office/powerpoint/2010/main" val="2817896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In addition to these strategies, educators can use the following practical tips to manage challenging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Set clear expectations and boundaries for behaviour.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positive reinforcement to encourage positive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Be consistent in your responses to behaviours.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visual aids and other non-verbal communication tools to support pupils with communication difficulties.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Use de-escalation techniques to manage situations where pupils are becoming agitated or upset.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Work collaboratively with other professionals, such as counsellors and therapists, to provide comprehensive support to pupils.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Provide opportunities for pupils to express their feelings and concerns in a safe and supportive environment.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Create a risk-tolerant learning zone.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b="1" dirty="0">
                <a:effectLst/>
                <a:latin typeface="Calibri" panose="020F0502020204030204" pitchFamily="34" charset="0"/>
                <a:ea typeface="Calibri" panose="020F0502020204030204" pitchFamily="34" charset="0"/>
                <a:cs typeface="Calibri" panose="020F0502020204030204" pitchFamily="34" charset="0"/>
              </a:rPr>
              <a:t>Establish/communicate high expectations (not just high standards).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communicating high expectations: As you learn this, mistakes are expected. Your mistakes help me to support you. Let’s make mistakes together!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b="1" dirty="0">
                <a:effectLst/>
                <a:latin typeface="Calibri" panose="020F0502020204030204" pitchFamily="34" charset="0"/>
                <a:ea typeface="Calibri" panose="020F0502020204030204" pitchFamily="34" charset="0"/>
                <a:cs typeface="Calibri" panose="020F0502020204030204" pitchFamily="34" charset="0"/>
              </a:rPr>
              <a:t>Give feedback that focuses on process – things that they can control.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struggle despite strong effort: I admire your persistence and I appreciate your hard work. It will pay off!</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struggle and needs help with strategies: Let’s do one together…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are making progress: I see you using your strategies/tools/notes etc. keep it up!</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when they succeed with strong effort: I am very proud of you for not giving up and look what you have to show for it!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Focus on how tasks/activities are framed and how feedback is provided</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1800" dirty="0">
                <a:effectLst/>
                <a:latin typeface="Calibri" panose="020F0502020204030204" pitchFamily="34" charset="0"/>
                <a:ea typeface="Calibri" panose="020F0502020204030204" pitchFamily="34" charset="0"/>
                <a:cs typeface="Calibri" panose="020F0502020204030204" pitchFamily="34" charset="0"/>
              </a:rPr>
              <a:t>Example of communicating learning goals: we are in the learning zone today; mistakes are our friends!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0D0EDF81-139F-488C-872B-4720FBA6BF98}" type="slidenum">
              <a:rPr lang="en-US" smtClean="0"/>
              <a:t>8</a:t>
            </a:fld>
            <a:endParaRPr lang="en-US" dirty="0"/>
          </a:p>
        </p:txBody>
      </p:sp>
    </p:spTree>
    <p:extLst>
      <p:ext uri="{BB962C8B-B14F-4D97-AF65-F5344CB8AC3E}">
        <p14:creationId xmlns:p14="http://schemas.microsoft.com/office/powerpoint/2010/main" val="117047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98D63-3270-4F1D-AFA8-2C68CFE0FB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C52750-388C-461E-927F-E23AF8536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03FA87D-93BA-4147-BC32-899716194744}"/>
              </a:ext>
            </a:extLst>
          </p:cNvPr>
          <p:cNvSpPr>
            <a:spLocks noGrp="1"/>
          </p:cNvSpPr>
          <p:nvPr>
            <p:ph type="dt" sz="half" idx="10"/>
          </p:nvPr>
        </p:nvSpPr>
        <p:spPr/>
        <p:txBody>
          <a:bodyPr/>
          <a:lstStyle/>
          <a:p>
            <a:fld id="{6DDB6945-1828-4AA9-A2A9-CC516F9BDDFE}" type="datetimeFigureOut">
              <a:rPr lang="en-GB" smtClean="0"/>
              <a:t>22/03/2023</a:t>
            </a:fld>
            <a:endParaRPr lang="en-GB"/>
          </a:p>
        </p:txBody>
      </p:sp>
      <p:sp>
        <p:nvSpPr>
          <p:cNvPr id="5" name="Footer Placeholder 4">
            <a:extLst>
              <a:ext uri="{FF2B5EF4-FFF2-40B4-BE49-F238E27FC236}">
                <a16:creationId xmlns:a16="http://schemas.microsoft.com/office/drawing/2014/main" id="{ECCCBC9B-BB53-48BB-9815-6251F5096E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1F1DBE-ECD1-4EA0-8E94-EA5F8F8874CA}"/>
              </a:ext>
            </a:extLst>
          </p:cNvPr>
          <p:cNvSpPr>
            <a:spLocks noGrp="1"/>
          </p:cNvSpPr>
          <p:nvPr>
            <p:ph type="sldNum" sz="quarter" idx="12"/>
          </p:nvPr>
        </p:nvSpPr>
        <p:spPr/>
        <p:txBody>
          <a:bodyPr/>
          <a:lstStyle/>
          <a:p>
            <a:fld id="{CE0086E9-9C6C-4889-B16E-63757F6C1A4E}" type="slidenum">
              <a:rPr lang="en-GB" smtClean="0"/>
              <a:t>‹#›</a:t>
            </a:fld>
            <a:endParaRPr lang="en-GB"/>
          </a:p>
        </p:txBody>
      </p:sp>
      <p:sp>
        <p:nvSpPr>
          <p:cNvPr id="7" name="Freeform: Shape 6" descr="Tag=AccentColor&#10;Flavor=Light&#10;Target=Fill">
            <a:extLst>
              <a:ext uri="{FF2B5EF4-FFF2-40B4-BE49-F238E27FC236}">
                <a16:creationId xmlns:a16="http://schemas.microsoft.com/office/drawing/2014/main" id="{01BED539-1F87-44B4-A02E-907D881657D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98875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BB09-E1A2-4FC1-913B-FFA86AC29E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F4F295-A874-4C04-8025-81421A626D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191E06-C539-4AA8-AAC4-A64CDA9E5D74}"/>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E6DF406E-79C4-4E93-B4B6-6A16C5CE7FD3}"/>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0FDDC5CA-582E-4133-B09A-2691B66AE07E}"/>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223681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A0B3D-6703-427E-9D02-E209A53B26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A72D2A8-18C7-48FE-BC8B-7FAAA44A6D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EA9D03-3D9E-458F-AE89-89FFFD1EDB4B}"/>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911627DA-2BC5-48EE-A24C-CCF75567409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65FE9ABA-E778-4FE4-BACA-24CDEF14BCA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486614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0CF8-4141-43EF-BCF1-1F70ED5DEF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E7A618-6036-4649-9162-0279D25298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82668A4-84EF-4050-B7C3-21E0EC51D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86DF00A-DECE-453C-833E-0FE40F62EE15}"/>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D446F3AA-D277-4862-821D-D4A2D0EE786F}"/>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4DF538-DE58-46B5-B56C-FA8655031B1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90653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A5DB6-6BC7-4D53-8691-6A374B348BA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C3BFFF-3B76-4169-89E2-641481078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BE0B8F-6797-4EF4-8F06-212E6935BF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00010D7-48D1-421E-A6A9-656F78F6CC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951CDD-37D3-4C3A-9D39-6959D26046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CC9ABF1-19AF-4477-B130-33D7C321FE46}"/>
              </a:ext>
            </a:extLst>
          </p:cNvPr>
          <p:cNvSpPr>
            <a:spLocks noGrp="1"/>
          </p:cNvSpPr>
          <p:nvPr>
            <p:ph type="dt" sz="half" idx="10"/>
          </p:nvPr>
        </p:nvSpPr>
        <p:spPr/>
        <p:txBody>
          <a:bodyPr/>
          <a:lstStyle/>
          <a:p>
            <a:r>
              <a:rPr lang="en-US"/>
              <a:t>9/3/20XX</a:t>
            </a:r>
            <a:endParaRPr lang="en-US" dirty="0"/>
          </a:p>
        </p:txBody>
      </p:sp>
      <p:sp>
        <p:nvSpPr>
          <p:cNvPr id="8" name="Footer Placeholder 7">
            <a:extLst>
              <a:ext uri="{FF2B5EF4-FFF2-40B4-BE49-F238E27FC236}">
                <a16:creationId xmlns:a16="http://schemas.microsoft.com/office/drawing/2014/main" id="{7A42B738-28A8-4C94-AC50-C7783B68E727}"/>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DFBEC726-2D51-4178-8E57-B574F3F4BD9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8460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9C492-3DA2-4570-BB52-F8A63617513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4C0750B-09AD-4EDA-90D0-02BC89011F73}"/>
              </a:ext>
            </a:extLst>
          </p:cNvPr>
          <p:cNvSpPr>
            <a:spLocks noGrp="1"/>
          </p:cNvSpPr>
          <p:nvPr>
            <p:ph type="dt" sz="half" idx="10"/>
          </p:nvPr>
        </p:nvSpPr>
        <p:spPr/>
        <p:txBody>
          <a:bodyPr/>
          <a:lstStyle/>
          <a:p>
            <a:r>
              <a:rPr lang="en-US"/>
              <a:t>9/3/20XX</a:t>
            </a:r>
            <a:endParaRPr lang="en-US" dirty="0"/>
          </a:p>
        </p:txBody>
      </p:sp>
      <p:sp>
        <p:nvSpPr>
          <p:cNvPr id="4" name="Footer Placeholder 3">
            <a:extLst>
              <a:ext uri="{FF2B5EF4-FFF2-40B4-BE49-F238E27FC236}">
                <a16:creationId xmlns:a16="http://schemas.microsoft.com/office/drawing/2014/main" id="{E2DD7042-19AC-44BA-B8E0-008861045ECD}"/>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20EB558C-D92C-43D5-8C85-C2A66BE400DD}"/>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153484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3BA7-D273-414F-B231-CC84C8BBB05F}"/>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257EE0C0-BB63-4716-95AF-AFCE1BD84EFD}"/>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34BDAE1B-A4E8-4FA5-8679-8F178FCF381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549069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3BA8-6414-4B3D-863C-79424526A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9CED746-5272-44D2-A5B9-2EF3FE979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F72E65-BA0A-46E2-BE45-9FC69DCF9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5E75AF-1217-4511-B216-E28AA22F2667}"/>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278A719B-79B6-488D-82BF-F857E27FADC1}"/>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015202B-8249-4475-8B69-BCFC841BABD1}"/>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8560728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140A5-7DD1-4F14-94C0-B459509DD6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BFE295C-3905-40EB-96B8-BE31C0DE58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561A775-AC3B-403A-8C3F-6856849D2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73944-DDAC-4F59-8ACE-3D7E2BF1EE44}"/>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2BCDEB22-35DA-43D5-87B7-D4D884890224}"/>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7709185-0D39-41D9-A19A-1E7BD822B4D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468026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9A86-CB5B-443A-ACC2-D81542523A3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4EF8F9-A4AF-4D9C-B256-1777027FA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1AE0B9E-A3F8-40E3-A877-85FEF2D7736F}"/>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8E404B9F-E206-4C32-914F-C5C3DBDD82ED}"/>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7B533915-0BD5-499A-89AB-7CC563B2ED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312036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861078-949B-4BE2-A3BA-19D5073C03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30B79D-5508-495D-B479-D44AF8AC37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ADD996-172F-4DBD-889B-2416900F46C9}"/>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FE307821-7286-496B-B881-E9C1C2394697}"/>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816C2F55-FA1A-4B22-9AD2-95BB2AABA6A4}"/>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482173554"/>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8CA0A-B87E-48E5-A6DB-5D6A64437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CD1C94-28A2-4A87-94C7-BE3E93B184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6565A5-8593-4C3C-848E-7D63EBE5C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9/3/20XX</a:t>
            </a:r>
            <a:endParaRPr lang="en-US" dirty="0"/>
          </a:p>
        </p:txBody>
      </p:sp>
      <p:sp>
        <p:nvSpPr>
          <p:cNvPr id="5" name="Footer Placeholder 4">
            <a:extLst>
              <a:ext uri="{FF2B5EF4-FFF2-40B4-BE49-F238E27FC236}">
                <a16:creationId xmlns:a16="http://schemas.microsoft.com/office/drawing/2014/main" id="{36CC86FF-F940-4E04-A091-A0DF53556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005C50E-643C-4EF6-B915-9EA0A991C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195531970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1524000" y="1293338"/>
            <a:ext cx="9144000" cy="3274592"/>
          </a:xfrm>
        </p:spPr>
        <p:txBody>
          <a:bodyPr anchor="ctr">
            <a:normAutofit/>
          </a:bodyPr>
          <a:lstStyle/>
          <a:p>
            <a:r>
              <a:rPr lang="en-US" sz="7200" dirty="0"/>
              <a:t>SENCo Forum Training</a:t>
            </a:r>
          </a:p>
        </p:txBody>
      </p:sp>
      <p:sp>
        <p:nvSpPr>
          <p:cNvPr id="3" name="Subtitle 2">
            <a:extLst>
              <a:ext uri="{FF2B5EF4-FFF2-40B4-BE49-F238E27FC236}">
                <a16:creationId xmlns:a16="http://schemas.microsoft.com/office/drawing/2014/main" id="{EF5D29EF-CFED-41EF-9138-BE844655F339}"/>
              </a:ext>
            </a:extLst>
          </p:cNvPr>
          <p:cNvSpPr>
            <a:spLocks noGrp="1"/>
          </p:cNvSpPr>
          <p:nvPr>
            <p:ph type="subTitle" idx="1"/>
          </p:nvPr>
        </p:nvSpPr>
        <p:spPr>
          <a:xfrm>
            <a:off x="1524000" y="5514052"/>
            <a:ext cx="9144000" cy="651910"/>
          </a:xfrm>
        </p:spPr>
        <p:txBody>
          <a:bodyPr anchor="ctr">
            <a:normAutofit/>
          </a:bodyPr>
          <a:lstStyle/>
          <a:p>
            <a:r>
              <a:rPr lang="en-US" dirty="0"/>
              <a:t>Dr Scott Ighavongbe-Patrick</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A143CB3-2128-49A0-BEE7-E61149081E9A}"/>
              </a:ext>
            </a:extLst>
          </p:cNvPr>
          <p:cNvPicPr>
            <a:picLocks noChangeAspect="1"/>
          </p:cNvPicPr>
          <p:nvPr/>
        </p:nvPicPr>
        <p:blipFill>
          <a:blip r:embed="rId2"/>
          <a:stretch>
            <a:fillRect/>
          </a:stretch>
        </p:blipFill>
        <p:spPr>
          <a:xfrm>
            <a:off x="10432699" y="551962"/>
            <a:ext cx="1162837" cy="990868"/>
          </a:xfrm>
          <a:prstGeom prst="rect">
            <a:avLst/>
          </a:prstGeom>
        </p:spPr>
      </p:pic>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635000" y="640823"/>
            <a:ext cx="3418659" cy="5583148"/>
          </a:xfrm>
        </p:spPr>
        <p:txBody>
          <a:bodyPr anchor="ctr">
            <a:normAutofit/>
          </a:bodyPr>
          <a:lstStyle/>
          <a:p>
            <a:r>
              <a:rPr lang="en-GB" sz="5400"/>
              <a:t>What will we cover?</a:t>
            </a:r>
          </a:p>
        </p:txBody>
      </p:sp>
      <p:sp>
        <p:nvSpPr>
          <p:cNvPr id="2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2</a:t>
            </a:fld>
            <a:endParaRPr lang="en-US"/>
          </a:p>
        </p:txBody>
      </p:sp>
      <p:graphicFrame>
        <p:nvGraphicFramePr>
          <p:cNvPr id="19" name="Content Placeholder 2">
            <a:extLst>
              <a:ext uri="{FF2B5EF4-FFF2-40B4-BE49-F238E27FC236}">
                <a16:creationId xmlns:a16="http://schemas.microsoft.com/office/drawing/2014/main" id="{E79E251C-85E8-8E40-7299-F77FA1EB5EFC}"/>
              </a:ext>
            </a:extLst>
          </p:cNvPr>
          <p:cNvGraphicFramePr>
            <a:graphicFrameLocks noGrp="1"/>
          </p:cNvGraphicFramePr>
          <p:nvPr>
            <p:ph idx="1"/>
            <p:extLst>
              <p:ext uri="{D42A27DB-BD31-4B8C-83A1-F6EECF244321}">
                <p14:modId xmlns:p14="http://schemas.microsoft.com/office/powerpoint/2010/main" val="311409029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8042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635000" y="640823"/>
            <a:ext cx="3418659" cy="5583148"/>
          </a:xfrm>
        </p:spPr>
        <p:txBody>
          <a:bodyPr anchor="ctr">
            <a:normAutofit/>
          </a:bodyPr>
          <a:lstStyle/>
          <a:p>
            <a:r>
              <a:rPr lang="en-GB" sz="4200"/>
              <a:t>Understanding challenging behaviour</a:t>
            </a:r>
          </a:p>
        </p:txBody>
      </p:sp>
      <p:sp>
        <p:nvSpPr>
          <p:cNvPr id="4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3</a:t>
            </a:fld>
            <a:endParaRPr lang="en-US"/>
          </a:p>
        </p:txBody>
      </p:sp>
      <p:graphicFrame>
        <p:nvGraphicFramePr>
          <p:cNvPr id="43" name="Content Placeholder 2">
            <a:extLst>
              <a:ext uri="{FF2B5EF4-FFF2-40B4-BE49-F238E27FC236}">
                <a16:creationId xmlns:a16="http://schemas.microsoft.com/office/drawing/2014/main" id="{FA2FD738-1CAF-5566-2BF9-638F1DAEF8A5}"/>
              </a:ext>
            </a:extLst>
          </p:cNvPr>
          <p:cNvGraphicFramePr>
            <a:graphicFrameLocks noGrp="1"/>
          </p:cNvGraphicFramePr>
          <p:nvPr>
            <p:ph idx="1"/>
            <p:extLst>
              <p:ext uri="{D42A27DB-BD31-4B8C-83A1-F6EECF244321}">
                <p14:modId xmlns:p14="http://schemas.microsoft.com/office/powerpoint/2010/main" val="404177741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285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808638" y="386930"/>
            <a:ext cx="9236700" cy="1188950"/>
          </a:xfrm>
        </p:spPr>
        <p:txBody>
          <a:bodyPr anchor="b">
            <a:normAutofit fontScale="90000"/>
          </a:bodyPr>
          <a:lstStyle/>
          <a:p>
            <a:r>
              <a:rPr lang="en-GB" sz="5400" dirty="0"/>
              <a:t>The function of presenting behaviours and assessment tools</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324C52-C8B8-4927-BD06-B4FE76D0C011}"/>
              </a:ext>
            </a:extLst>
          </p:cNvPr>
          <p:cNvSpPr>
            <a:spLocks noGrp="1"/>
          </p:cNvSpPr>
          <p:nvPr>
            <p:ph idx="1"/>
          </p:nvPr>
        </p:nvSpPr>
        <p:spPr>
          <a:xfrm>
            <a:off x="793660" y="2599509"/>
            <a:ext cx="10143668" cy="3435531"/>
          </a:xfrm>
        </p:spPr>
        <p:txBody>
          <a:bodyPr anchor="ctr">
            <a:normAutofit fontScale="92500"/>
          </a:bodyPr>
          <a:lstStyle/>
          <a:p>
            <a:pPr marL="342900" lvl="0" indent="-342900">
              <a:lnSpc>
                <a:spcPct val="115000"/>
              </a:lnSpc>
              <a:buFont typeface="Calibri" panose="020F0502020204030204" pitchFamily="34" charset="0"/>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Presenting behaviours may not always conform to school norms, but they may serve to minimise negative affects triggered by persistent challenges. </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Calibri" panose="020F0502020204030204" pitchFamily="34" charset="0"/>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Educators can use several tools and resources to assess the function of presenting behaviours. These resources can help to identify the underlying needs of pupils and inform the development of targeted support strategies, examples include:</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Functional behaviour assessments.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GB" sz="2400" dirty="0">
                <a:effectLst/>
                <a:latin typeface="Calibri" panose="020F0502020204030204" pitchFamily="34" charset="0"/>
                <a:ea typeface="Calibri" panose="020F0502020204030204" pitchFamily="34" charset="0"/>
                <a:cs typeface="Calibri" panose="020F0502020204030204" pitchFamily="34" charset="0"/>
              </a:rPr>
              <a:t>Observations, interviews, and checklists.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3200" dirty="0"/>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49224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492240"/>
            <a:ext cx="2743200" cy="365125"/>
          </a:xfrm>
        </p:spPr>
        <p:txBody>
          <a:bodyPr>
            <a:normAutofit/>
          </a:bodyPr>
          <a:lstStyle/>
          <a:p>
            <a:pPr>
              <a:spcAft>
                <a:spcPts val="600"/>
              </a:spcAft>
            </a:pPr>
            <a:fld id="{B9713C8C-8E70-45D5-AE59-23E60168254E}" type="slidenum">
              <a:rPr lang="en-US" smtClean="0"/>
              <a:pPr>
                <a:spcAft>
                  <a:spcPts val="600"/>
                </a:spcAft>
              </a:pPr>
              <a:t>4</a:t>
            </a:fld>
            <a:endParaRPr lang="en-US"/>
          </a:p>
        </p:txBody>
      </p:sp>
    </p:spTree>
    <p:extLst>
      <p:ext uri="{BB962C8B-B14F-4D97-AF65-F5344CB8AC3E}">
        <p14:creationId xmlns:p14="http://schemas.microsoft.com/office/powerpoint/2010/main" val="4159004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B87B34-DC64-49AC-BED0-B2BF27B09CE1}"/>
              </a:ext>
            </a:extLst>
          </p:cNvPr>
          <p:cNvSpPr>
            <a:spLocks noGrp="1"/>
          </p:cNvSpPr>
          <p:nvPr>
            <p:ph type="title"/>
          </p:nvPr>
        </p:nvSpPr>
        <p:spPr>
          <a:xfrm>
            <a:off x="808638" y="386930"/>
            <a:ext cx="9236700" cy="1188950"/>
          </a:xfrm>
        </p:spPr>
        <p:txBody>
          <a:bodyPr anchor="b">
            <a:normAutofit/>
          </a:bodyPr>
          <a:lstStyle/>
          <a:p>
            <a:r>
              <a:rPr lang="en-GB" sz="5400" dirty="0"/>
              <a:t>Affect Script Theory</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324C52-C8B8-4927-BD06-B4FE76D0C011}"/>
              </a:ext>
            </a:extLst>
          </p:cNvPr>
          <p:cNvSpPr>
            <a:spLocks noGrp="1"/>
          </p:cNvSpPr>
          <p:nvPr>
            <p:ph idx="1"/>
          </p:nvPr>
        </p:nvSpPr>
        <p:spPr>
          <a:xfrm>
            <a:off x="737407" y="2341957"/>
            <a:ext cx="10143668" cy="3435531"/>
          </a:xfrm>
        </p:spPr>
        <p:txBody>
          <a:bodyPr anchor="ctr">
            <a:normAutofit/>
          </a:bodyPr>
          <a:lstStyle/>
          <a:p>
            <a:r>
              <a:rPr lang="en-GB" sz="2400" dirty="0"/>
              <a:t>Silvan Tomkins- 9 innate affects hard-wired into our autonomic nervous system from birth.</a:t>
            </a:r>
          </a:p>
          <a:p>
            <a:r>
              <a:rPr lang="en-GB" sz="2400" dirty="0"/>
              <a:t>We have no control over these and they are triggered by stimulus in our environment and/or thoughts. </a:t>
            </a:r>
          </a:p>
          <a:p>
            <a:endParaRPr lang="en-GB" sz="2400" dirty="0"/>
          </a:p>
          <a:p>
            <a:endParaRPr lang="en-GB" sz="2400" dirty="0"/>
          </a:p>
        </p:txBody>
      </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38200" y="649224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49224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492240"/>
            <a:ext cx="2743200" cy="365125"/>
          </a:xfrm>
        </p:spPr>
        <p:txBody>
          <a:bodyPr>
            <a:normAutofit/>
          </a:bodyPr>
          <a:lstStyle/>
          <a:p>
            <a:pPr>
              <a:spcAft>
                <a:spcPts val="600"/>
              </a:spcAft>
            </a:pPr>
            <a:fld id="{B9713C8C-8E70-45D5-AE59-23E60168254E}" type="slidenum">
              <a:rPr lang="en-US" smtClean="0"/>
              <a:pPr>
                <a:spcAft>
                  <a:spcPts val="600"/>
                </a:spcAft>
              </a:pPr>
              <a:t>5</a:t>
            </a:fld>
            <a:endParaRPr lang="en-US"/>
          </a:p>
        </p:txBody>
      </p:sp>
      <p:graphicFrame>
        <p:nvGraphicFramePr>
          <p:cNvPr id="10" name="Diagram 9">
            <a:extLst>
              <a:ext uri="{FF2B5EF4-FFF2-40B4-BE49-F238E27FC236}">
                <a16:creationId xmlns:a16="http://schemas.microsoft.com/office/drawing/2014/main" id="{5A2C0D03-9EE3-46A8-860F-BD82FAD8E7BF}"/>
              </a:ext>
            </a:extLst>
          </p:cNvPr>
          <p:cNvGraphicFramePr/>
          <p:nvPr>
            <p:extLst>
              <p:ext uri="{D42A27DB-BD31-4B8C-83A1-F6EECF244321}">
                <p14:modId xmlns:p14="http://schemas.microsoft.com/office/powerpoint/2010/main" val="3761356090"/>
              </p:ext>
            </p:extLst>
          </p:nvPr>
        </p:nvGraphicFramePr>
        <p:xfrm>
          <a:off x="5364633" y="2708805"/>
          <a:ext cx="5552058" cy="4571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78860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5" name="Rectangle 21">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25">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27" name="Freeform: Shape 26">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33" name="Freeform: Shape 32">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6" name="Freeform: Shape 35">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Date Placeholder 3">
            <a:extLst>
              <a:ext uri="{FF2B5EF4-FFF2-40B4-BE49-F238E27FC236}">
                <a16:creationId xmlns:a16="http://schemas.microsoft.com/office/drawing/2014/main" id="{CC44841E-814F-4812-8D52-DAF466EDC278}"/>
              </a:ext>
            </a:extLst>
          </p:cNvPr>
          <p:cNvSpPr>
            <a:spLocks noGrp="1"/>
          </p:cNvSpPr>
          <p:nvPr>
            <p:ph type="dt" sz="half" idx="10"/>
          </p:nvPr>
        </p:nvSpPr>
        <p:spPr>
          <a:xfrm>
            <a:off x="804672"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0E6353FB-F589-4422-B2AE-645C30B1E331}"/>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1F15E080-2D03-482A-ACEB-EB33D375AF2E}"/>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6</a:t>
            </a:fld>
            <a:endParaRPr lang="en-US"/>
          </a:p>
        </p:txBody>
      </p:sp>
      <p:graphicFrame>
        <p:nvGraphicFramePr>
          <p:cNvPr id="7" name="Content Placeholder 6">
            <a:extLst>
              <a:ext uri="{FF2B5EF4-FFF2-40B4-BE49-F238E27FC236}">
                <a16:creationId xmlns:a16="http://schemas.microsoft.com/office/drawing/2014/main" id="{7235D34A-700F-4926-B834-C43E69095D9D}"/>
              </a:ext>
            </a:extLst>
          </p:cNvPr>
          <p:cNvGraphicFramePr>
            <a:graphicFrameLocks noGrp="1"/>
          </p:cNvGraphicFramePr>
          <p:nvPr>
            <p:ph idx="1"/>
            <p:extLst>
              <p:ext uri="{D42A27DB-BD31-4B8C-83A1-F6EECF244321}">
                <p14:modId xmlns:p14="http://schemas.microsoft.com/office/powerpoint/2010/main" val="4228704115"/>
              </p:ext>
            </p:extLst>
          </p:nvPr>
        </p:nvGraphicFramePr>
        <p:xfrm>
          <a:off x="1036320" y="2560320"/>
          <a:ext cx="10119360"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646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55251-F5A2-4829-974B-B849361ADC07}"/>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4600" kern="1200">
                <a:solidFill>
                  <a:schemeClr val="tx1"/>
                </a:solidFill>
                <a:latin typeface="+mj-lt"/>
                <a:ea typeface="+mj-ea"/>
                <a:cs typeface="+mj-cs"/>
              </a:rPr>
              <a:t>The compass of shame poles and scripts</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agram&#10;&#10;Description automatically generated">
            <a:extLst>
              <a:ext uri="{FF2B5EF4-FFF2-40B4-BE49-F238E27FC236}">
                <a16:creationId xmlns:a16="http://schemas.microsoft.com/office/drawing/2014/main" id="{7CC353BA-851E-4189-BC86-CB8457B07D9F}"/>
              </a:ext>
            </a:extLst>
          </p:cNvPr>
          <p:cNvPicPr>
            <a:picLocks noChangeAspect="1"/>
          </p:cNvPicPr>
          <p:nvPr/>
        </p:nvPicPr>
        <p:blipFill>
          <a:blip r:embed="rId3"/>
          <a:stretch>
            <a:fillRect/>
          </a:stretch>
        </p:blipFill>
        <p:spPr>
          <a:xfrm>
            <a:off x="5922492" y="1510463"/>
            <a:ext cx="5536001" cy="3778320"/>
          </a:xfrm>
          <a:prstGeom prst="rect">
            <a:avLst/>
          </a:prstGeom>
        </p:spPr>
      </p:pic>
      <p:sp>
        <p:nvSpPr>
          <p:cNvPr id="5" name="Footer Placeholder 4">
            <a:extLst>
              <a:ext uri="{FF2B5EF4-FFF2-40B4-BE49-F238E27FC236}">
                <a16:creationId xmlns:a16="http://schemas.microsoft.com/office/drawing/2014/main" id="{94074FBF-BAA2-4F44-BCB6-204CEE6EEFA1}"/>
              </a:ext>
            </a:extLst>
          </p:cNvPr>
          <p:cNvSpPr>
            <a:spLocks noGrp="1"/>
          </p:cNvSpPr>
          <p:nvPr>
            <p:ph type="ftr" sz="quarter" idx="11"/>
          </p:nvPr>
        </p:nvSpPr>
        <p:spPr>
          <a:xfrm>
            <a:off x="1113809" y="6492240"/>
            <a:ext cx="3765762" cy="365125"/>
          </a:xfrm>
        </p:spPr>
        <p:txBody>
          <a:bodyPr vert="horz" lIns="91440" tIns="45720" rIns="91440" bIns="45720" rtlCol="0" anchor="ctr">
            <a:normAutofit/>
          </a:bodyPr>
          <a:lstStyle/>
          <a:p>
            <a:pPr algn="l">
              <a:spcAft>
                <a:spcPts val="600"/>
              </a:spcAft>
            </a:pPr>
            <a:r>
              <a:rPr lang="en-US" kern="1200">
                <a:solidFill>
                  <a:schemeClr val="tx1">
                    <a:tint val="75000"/>
                  </a:schemeClr>
                </a:solidFill>
                <a:latin typeface="+mn-lt"/>
                <a:ea typeface="+mn-ea"/>
                <a:cs typeface="+mn-cs"/>
              </a:rPr>
              <a:t>Presentation Title</a:t>
            </a:r>
          </a:p>
        </p:txBody>
      </p:sp>
      <p:sp>
        <p:nvSpPr>
          <p:cNvPr id="4" name="Date Placeholder 3">
            <a:extLst>
              <a:ext uri="{FF2B5EF4-FFF2-40B4-BE49-F238E27FC236}">
                <a16:creationId xmlns:a16="http://schemas.microsoft.com/office/drawing/2014/main" id="{611B4DFC-4C74-4A3E-AD95-C8C6A51F510F}"/>
              </a:ext>
            </a:extLst>
          </p:cNvPr>
          <p:cNvSpPr>
            <a:spLocks noGrp="1"/>
          </p:cNvSpPr>
          <p:nvPr>
            <p:ph type="dt" sz="half" idx="10"/>
          </p:nvPr>
        </p:nvSpPr>
        <p:spPr>
          <a:xfrm>
            <a:off x="5922492" y="6492240"/>
            <a:ext cx="2743200" cy="365125"/>
          </a:xfrm>
        </p:spPr>
        <p:txBody>
          <a:bodyPr vert="horz" lIns="91440" tIns="45720" rIns="91440" bIns="45720" rtlCol="0" anchor="ctr">
            <a:normAutofit/>
          </a:bodyPr>
          <a:lstStyle/>
          <a:p>
            <a:pPr>
              <a:spcAft>
                <a:spcPts val="600"/>
              </a:spcAft>
            </a:pPr>
            <a:r>
              <a:rPr lang="en-US"/>
              <a:t>9/3/20XX</a:t>
            </a:r>
          </a:p>
        </p:txBody>
      </p:sp>
      <p:sp>
        <p:nvSpPr>
          <p:cNvPr id="6" name="Slide Number Placeholder 5">
            <a:extLst>
              <a:ext uri="{FF2B5EF4-FFF2-40B4-BE49-F238E27FC236}">
                <a16:creationId xmlns:a16="http://schemas.microsoft.com/office/drawing/2014/main" id="{94F13E6D-3C21-4E65-87AA-762C4CD60FD2}"/>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a:spcAft>
                <a:spcPts val="600"/>
              </a:spcAft>
            </a:pPr>
            <a:fld id="{B9713C8C-8E70-45D5-AE59-23E60168254E}" type="slidenum">
              <a:rPr lang="en-US" smtClean="0"/>
              <a:pPr>
                <a:spcAft>
                  <a:spcPts val="600"/>
                </a:spcAft>
              </a:pPr>
              <a:t>7</a:t>
            </a:fld>
            <a:endParaRPr lang="en-US"/>
          </a:p>
        </p:txBody>
      </p:sp>
    </p:spTree>
    <p:extLst>
      <p:ext uri="{BB962C8B-B14F-4D97-AF65-F5344CB8AC3E}">
        <p14:creationId xmlns:p14="http://schemas.microsoft.com/office/powerpoint/2010/main" val="1180261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7DCB6-6C91-4D11-BCCD-7CDCB56E7F52}"/>
              </a:ext>
            </a:extLst>
          </p:cNvPr>
          <p:cNvSpPr>
            <a:spLocks noGrp="1"/>
          </p:cNvSpPr>
          <p:nvPr>
            <p:ph type="title"/>
          </p:nvPr>
        </p:nvSpPr>
        <p:spPr>
          <a:xfrm>
            <a:off x="635000" y="640823"/>
            <a:ext cx="3418659" cy="5583148"/>
          </a:xfrm>
        </p:spPr>
        <p:txBody>
          <a:bodyPr anchor="ctr">
            <a:normAutofit/>
          </a:bodyPr>
          <a:lstStyle/>
          <a:p>
            <a:r>
              <a:rPr lang="en-GB" sz="5400"/>
              <a:t>Supporting pupils and practical advice</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F8E47195-54FC-4901-BC91-6768CFA5CD27}"/>
              </a:ext>
            </a:extLst>
          </p:cNvPr>
          <p:cNvSpPr>
            <a:spLocks noGrp="1"/>
          </p:cNvSpPr>
          <p:nvPr>
            <p:ph type="dt" sz="half" idx="10"/>
          </p:nvPr>
        </p:nvSpPr>
        <p:spPr>
          <a:xfrm>
            <a:off x="838200" y="6356350"/>
            <a:ext cx="2743200" cy="365125"/>
          </a:xfrm>
        </p:spPr>
        <p:txBody>
          <a:bodyPr>
            <a:normAutofit/>
          </a:bodyPr>
          <a:lstStyle/>
          <a:p>
            <a:pPr>
              <a:spcAft>
                <a:spcPts val="600"/>
              </a:spcAft>
            </a:pPr>
            <a:r>
              <a:rPr lang="en-US"/>
              <a:t>9/3/20XX</a:t>
            </a:r>
          </a:p>
        </p:txBody>
      </p:sp>
      <p:sp>
        <p:nvSpPr>
          <p:cNvPr id="5" name="Footer Placeholder 4">
            <a:extLst>
              <a:ext uri="{FF2B5EF4-FFF2-40B4-BE49-F238E27FC236}">
                <a16:creationId xmlns:a16="http://schemas.microsoft.com/office/drawing/2014/main" id="{D1A70520-05D3-4082-9594-5B93CC39B7D2}"/>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Presentation Title</a:t>
            </a:r>
          </a:p>
        </p:txBody>
      </p:sp>
      <p:sp>
        <p:nvSpPr>
          <p:cNvPr id="6" name="Slide Number Placeholder 5">
            <a:extLst>
              <a:ext uri="{FF2B5EF4-FFF2-40B4-BE49-F238E27FC236}">
                <a16:creationId xmlns:a16="http://schemas.microsoft.com/office/drawing/2014/main" id="{4A648E3F-22A3-421C-8F74-56CEB0A1AF50}"/>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smtClean="0"/>
              <a:pPr>
                <a:spcAft>
                  <a:spcPts val="600"/>
                </a:spcAft>
              </a:pPr>
              <a:t>8</a:t>
            </a:fld>
            <a:endParaRPr lang="en-US"/>
          </a:p>
        </p:txBody>
      </p:sp>
      <p:graphicFrame>
        <p:nvGraphicFramePr>
          <p:cNvPr id="8" name="Content Placeholder 2">
            <a:extLst>
              <a:ext uri="{FF2B5EF4-FFF2-40B4-BE49-F238E27FC236}">
                <a16:creationId xmlns:a16="http://schemas.microsoft.com/office/drawing/2014/main" id="{DAC6684D-72C8-8DEF-AE4E-7666A14D8A8E}"/>
              </a:ext>
            </a:extLst>
          </p:cNvPr>
          <p:cNvGraphicFramePr>
            <a:graphicFrameLocks noGrp="1"/>
          </p:cNvGraphicFramePr>
          <p:nvPr>
            <p:ph idx="1"/>
            <p:extLst>
              <p:ext uri="{D42A27DB-BD31-4B8C-83A1-F6EECF244321}">
                <p14:modId xmlns:p14="http://schemas.microsoft.com/office/powerpoint/2010/main" val="64625910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190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CC0A1-AD45-484B-A064-C18C8F91713D}"/>
              </a:ext>
            </a:extLst>
          </p:cNvPr>
          <p:cNvSpPr>
            <a:spLocks noGrp="1"/>
          </p:cNvSpPr>
          <p:nvPr>
            <p:ph type="title"/>
          </p:nvPr>
        </p:nvSpPr>
        <p:spPr>
          <a:xfrm>
            <a:off x="1245072" y="1289765"/>
            <a:ext cx="3651101" cy="4270963"/>
          </a:xfrm>
        </p:spPr>
        <p:txBody>
          <a:bodyPr anchor="ctr">
            <a:normAutofit/>
          </a:bodyPr>
          <a:lstStyle/>
          <a:p>
            <a:pPr algn="ctr"/>
            <a:r>
              <a:rPr lang="en-GB" sz="5600">
                <a:solidFill>
                  <a:srgbClr val="FFFFFF"/>
                </a:solidFill>
              </a:rPr>
              <a:t>Things to take away</a:t>
            </a:r>
          </a:p>
        </p:txBody>
      </p:sp>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4" name="Date Placeholder 3">
            <a:extLst>
              <a:ext uri="{FF2B5EF4-FFF2-40B4-BE49-F238E27FC236}">
                <a16:creationId xmlns:a16="http://schemas.microsoft.com/office/drawing/2014/main" id="{3020DD58-7F86-4EC9-ADD2-40D6C425F51F}"/>
              </a:ext>
            </a:extLst>
          </p:cNvPr>
          <p:cNvSpPr>
            <a:spLocks noGrp="1"/>
          </p:cNvSpPr>
          <p:nvPr>
            <p:ph type="dt" sz="half" idx="10"/>
          </p:nvPr>
        </p:nvSpPr>
        <p:spPr>
          <a:xfrm>
            <a:off x="838200" y="6356350"/>
            <a:ext cx="2743200" cy="365125"/>
          </a:xfrm>
        </p:spPr>
        <p:txBody>
          <a:bodyPr>
            <a:normAutofit/>
          </a:bodyPr>
          <a:lstStyle/>
          <a:p>
            <a:pPr>
              <a:spcAft>
                <a:spcPts val="600"/>
              </a:spcAft>
            </a:pPr>
            <a:r>
              <a:rPr lang="en-US">
                <a:solidFill>
                  <a:schemeClr val="tx1">
                    <a:alpha val="60000"/>
                  </a:schemeClr>
                </a:solidFill>
              </a:rPr>
              <a:t>9/3/20XX</a:t>
            </a:r>
          </a:p>
        </p:txBody>
      </p:sp>
      <p:sp>
        <p:nvSpPr>
          <p:cNvPr id="3" name="Content Placeholder 2">
            <a:extLst>
              <a:ext uri="{FF2B5EF4-FFF2-40B4-BE49-F238E27FC236}">
                <a16:creationId xmlns:a16="http://schemas.microsoft.com/office/drawing/2014/main" id="{FD88C9D3-BA3D-440B-9984-D22419A7C959}"/>
              </a:ext>
            </a:extLst>
          </p:cNvPr>
          <p:cNvSpPr>
            <a:spLocks noGrp="1"/>
          </p:cNvSpPr>
          <p:nvPr>
            <p:ph idx="1"/>
          </p:nvPr>
        </p:nvSpPr>
        <p:spPr>
          <a:xfrm>
            <a:off x="6297233" y="518400"/>
            <a:ext cx="4771607" cy="5837949"/>
          </a:xfrm>
        </p:spPr>
        <p:txBody>
          <a:bodyPr anchor="ctr">
            <a:normAutofit/>
          </a:bodyPr>
          <a:lstStyle/>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Managing challenging behaviour requires us to consider the function of presenting behaviours and the needs of pupils who are exhibiting them.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By understanding the theory of affect script, the role of biography, and the compass of shame, we can begin to recognise the underlying needs of pupils and respond to them in a more targeted way.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Using assessment tools and resources, educators can identify the underlying needs of pupils and develop targeted support strategies.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
            </a:pPr>
            <a:r>
              <a:rPr lang="en-GB" sz="2000">
                <a:solidFill>
                  <a:schemeClr val="tx1">
                    <a:alpha val="80000"/>
                  </a:schemeClr>
                </a:solidFill>
                <a:effectLst/>
                <a:latin typeface="Calibri" panose="020F0502020204030204" pitchFamily="34" charset="0"/>
                <a:ea typeface="Calibri" panose="020F0502020204030204" pitchFamily="34" charset="0"/>
                <a:cs typeface="Calibri" panose="020F0502020204030204" pitchFamily="34" charset="0"/>
              </a:rPr>
              <a:t>Through using practical tips, educators can manage challenging behaviours and support pupils to achieve positive outcomes. </a:t>
            </a:r>
            <a:endParaRPr lang="en-GB" sz="2000">
              <a:solidFill>
                <a:schemeClr val="tx1">
                  <a:alpha val="80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GB" sz="2000">
              <a:solidFill>
                <a:schemeClr val="tx1">
                  <a:alpha val="80000"/>
                </a:schemeClr>
              </a:solidFill>
            </a:endParaRPr>
          </a:p>
        </p:txBody>
      </p:sp>
      <p:sp>
        <p:nvSpPr>
          <p:cNvPr id="1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B4B81383-9089-4FD5-A838-BF7B3ED999FC}"/>
              </a:ext>
            </a:extLst>
          </p:cNvPr>
          <p:cNvSpPr>
            <a:spLocks noGrp="1"/>
          </p:cNvSpPr>
          <p:nvPr>
            <p:ph type="sldNum" sz="quarter" idx="12"/>
          </p:nvPr>
        </p:nvSpPr>
        <p:spPr>
          <a:xfrm>
            <a:off x="8610600" y="6356350"/>
            <a:ext cx="2743200" cy="365125"/>
          </a:xfrm>
        </p:spPr>
        <p:txBody>
          <a:bodyPr>
            <a:normAutofit/>
          </a:bodyPr>
          <a:lstStyle/>
          <a:p>
            <a:pPr>
              <a:spcAft>
                <a:spcPts val="600"/>
              </a:spcAft>
            </a:pPr>
            <a:fld id="{B9713C8C-8E70-45D5-AE59-23E60168254E}" type="slidenum">
              <a:rPr lang="en-US">
                <a:solidFill>
                  <a:schemeClr val="tx1">
                    <a:alpha val="60000"/>
                  </a:schemeClr>
                </a:solidFill>
              </a:rPr>
              <a:pPr>
                <a:spcAft>
                  <a:spcPts val="600"/>
                </a:spcAft>
              </a:pPr>
              <a:t>9</a:t>
            </a:fld>
            <a:endParaRPr lang="en-US">
              <a:solidFill>
                <a:schemeClr val="tx1">
                  <a:alpha val="60000"/>
                </a:schemeClr>
              </a:solidFill>
            </a:endParaRPr>
          </a:p>
        </p:txBody>
      </p:sp>
      <p:cxnSp>
        <p:nvCxnSpPr>
          <p:cNvPr id="21" name="Straight Connector 2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558197"/>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2.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Brush presentation</Template>
  <TotalTime>185</TotalTime>
  <Words>1264</Words>
  <Application>Microsoft Office PowerPoint</Application>
  <PresentationFormat>Widescreen</PresentationFormat>
  <Paragraphs>117</Paragraphs>
  <Slides>9</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Calibri</vt:lpstr>
      <vt:lpstr>Calibri Light</vt:lpstr>
      <vt:lpstr>Century Gothic</vt:lpstr>
      <vt:lpstr>Elephant</vt:lpstr>
      <vt:lpstr>Wingdings</vt:lpstr>
      <vt:lpstr>Brush</vt:lpstr>
      <vt:lpstr>Office Theme</vt:lpstr>
      <vt:lpstr>SENCo Forum Training</vt:lpstr>
      <vt:lpstr>What will we cover?</vt:lpstr>
      <vt:lpstr>Understanding challenging behaviour</vt:lpstr>
      <vt:lpstr>The function of presenting behaviours and assessment tools</vt:lpstr>
      <vt:lpstr>Affect Script Theory</vt:lpstr>
      <vt:lpstr>PowerPoint Presentation</vt:lpstr>
      <vt:lpstr>The compass of shame poles and scripts</vt:lpstr>
      <vt:lpstr>Supporting pupils and practical advice</vt:lpstr>
      <vt:lpstr>Things to 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SENCo Forum Training</dc:title>
  <dc:creator>Taj Braich</dc:creator>
  <cp:lastModifiedBy>Scott Ighavongbe-Patrick</cp:lastModifiedBy>
  <cp:revision>2</cp:revision>
  <dcterms:created xsi:type="dcterms:W3CDTF">2023-03-21T12:53:27Z</dcterms:created>
  <dcterms:modified xsi:type="dcterms:W3CDTF">2023-03-22T17:11:35Z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