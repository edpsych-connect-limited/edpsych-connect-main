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3" r:id="rId2"/>
    <p:sldMasterId id="2147483661" r:id="rId3"/>
    <p:sldMasterId id="2147483698" r:id="rId4"/>
  </p:sldMasterIdLst>
  <p:notesMasterIdLst>
    <p:notesMasterId r:id="rId25"/>
  </p:notesMasterIdLst>
  <p:handoutMasterIdLst>
    <p:handoutMasterId r:id="rId26"/>
  </p:handoutMasterIdLst>
  <p:sldIdLst>
    <p:sldId id="320" r:id="rId5"/>
    <p:sldId id="340" r:id="rId6"/>
    <p:sldId id="341" r:id="rId7"/>
    <p:sldId id="343" r:id="rId8"/>
    <p:sldId id="344" r:id="rId9"/>
    <p:sldId id="345" r:id="rId10"/>
    <p:sldId id="347" r:id="rId11"/>
    <p:sldId id="348" r:id="rId12"/>
    <p:sldId id="350" r:id="rId13"/>
    <p:sldId id="329" r:id="rId14"/>
    <p:sldId id="330" r:id="rId15"/>
    <p:sldId id="331" r:id="rId16"/>
    <p:sldId id="332" r:id="rId17"/>
    <p:sldId id="333" r:id="rId18"/>
    <p:sldId id="334" r:id="rId19"/>
    <p:sldId id="335" r:id="rId20"/>
    <p:sldId id="336" r:id="rId21"/>
    <p:sldId id="337" r:id="rId22"/>
    <p:sldId id="338" r:id="rId23"/>
    <p:sldId id="339" r:id="rId24"/>
  </p:sldIdLst>
  <p:sldSz cx="9144000" cy="6858000" type="screen4x3"/>
  <p:notesSz cx="9872663" cy="6742113"/>
  <p:defaultTextStyle>
    <a:defPPr>
      <a:defRPr lang="en-GB"/>
    </a:defPPr>
    <a:lvl1pPr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1pPr>
    <a:lvl2pPr marL="4572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2pPr>
    <a:lvl3pPr marL="9144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3pPr>
    <a:lvl4pPr marL="13716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4pPr>
    <a:lvl5pPr marL="1828800" algn="ctr" rtl="0" fontAlgn="base">
      <a:spcBef>
        <a:spcPct val="0"/>
      </a:spcBef>
      <a:spcAft>
        <a:spcPct val="0"/>
      </a:spcAft>
      <a:defRPr sz="2400" kern="1200">
        <a:solidFill>
          <a:schemeClr val="tx1"/>
        </a:solidFill>
        <a:latin typeface="Times New Roman" pitchFamily="18" charset="0"/>
        <a:ea typeface="MS PGothic" pitchFamily="34" charset="-128"/>
        <a:cs typeface="+mn-cs"/>
      </a:defRPr>
    </a:lvl5pPr>
    <a:lvl6pPr marL="2286000" algn="l" defTabSz="914400" rtl="0" eaLnBrk="1" latinLnBrk="0" hangingPunct="1">
      <a:defRPr sz="2400" kern="1200">
        <a:solidFill>
          <a:schemeClr val="tx1"/>
        </a:solidFill>
        <a:latin typeface="Times New Roman" pitchFamily="18" charset="0"/>
        <a:ea typeface="MS PGothic" pitchFamily="34" charset="-128"/>
        <a:cs typeface="+mn-cs"/>
      </a:defRPr>
    </a:lvl6pPr>
    <a:lvl7pPr marL="2743200" algn="l" defTabSz="914400" rtl="0" eaLnBrk="1" latinLnBrk="0" hangingPunct="1">
      <a:defRPr sz="2400" kern="1200">
        <a:solidFill>
          <a:schemeClr val="tx1"/>
        </a:solidFill>
        <a:latin typeface="Times New Roman" pitchFamily="18" charset="0"/>
        <a:ea typeface="MS PGothic" pitchFamily="34" charset="-128"/>
        <a:cs typeface="+mn-cs"/>
      </a:defRPr>
    </a:lvl7pPr>
    <a:lvl8pPr marL="3200400" algn="l" defTabSz="914400" rtl="0" eaLnBrk="1" latinLnBrk="0" hangingPunct="1">
      <a:defRPr sz="2400" kern="1200">
        <a:solidFill>
          <a:schemeClr val="tx1"/>
        </a:solidFill>
        <a:latin typeface="Times New Roman" pitchFamily="18" charset="0"/>
        <a:ea typeface="MS PGothic" pitchFamily="34" charset="-128"/>
        <a:cs typeface="+mn-cs"/>
      </a:defRPr>
    </a:lvl8pPr>
    <a:lvl9pPr marL="3657600" algn="l" defTabSz="914400" rtl="0" eaLnBrk="1" latinLnBrk="0" hangingPunct="1">
      <a:defRPr sz="2400" kern="1200">
        <a:solidFill>
          <a:schemeClr val="tx1"/>
        </a:solidFill>
        <a:latin typeface="Times New Roman" pitchFamily="18" charset="0"/>
        <a:ea typeface="MS PGothic"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23">
          <p15:clr>
            <a:srgbClr val="A4A3A4"/>
          </p15:clr>
        </p15:guide>
        <p15:guide id="2" pos="310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0F87"/>
    <a:srgbClr val="73267A"/>
    <a:srgbClr val="800080"/>
    <a:srgbClr val="00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436" autoAdjust="0"/>
    <p:restoredTop sz="84369" autoAdjust="0"/>
  </p:normalViewPr>
  <p:slideViewPr>
    <p:cSldViewPr>
      <p:cViewPr varScale="1">
        <p:scale>
          <a:sx n="96" d="100"/>
          <a:sy n="96" d="100"/>
        </p:scale>
        <p:origin x="2046"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75" d="100"/>
          <a:sy n="75" d="100"/>
        </p:scale>
        <p:origin x="-2592" y="378"/>
      </p:cViewPr>
      <p:guideLst>
        <p:guide orient="horz" pos="2123"/>
        <p:guide pos="3109"/>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1026"/>
          <p:cNvSpPr>
            <a:spLocks noGrp="1" noChangeArrowheads="1"/>
          </p:cNvSpPr>
          <p:nvPr>
            <p:ph type="hdr" sz="quarter"/>
          </p:nvPr>
        </p:nvSpPr>
        <p:spPr bwMode="auto">
          <a:xfrm>
            <a:off x="0" y="0"/>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8195" name="Rectangle 1027"/>
          <p:cNvSpPr>
            <a:spLocks noGrp="1" noChangeArrowheads="1"/>
          </p:cNvSpPr>
          <p:nvPr>
            <p:ph type="dt" sz="quarter" idx="1"/>
          </p:nvPr>
        </p:nvSpPr>
        <p:spPr bwMode="auto">
          <a:xfrm>
            <a:off x="5595362" y="0"/>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GB"/>
          </a:p>
        </p:txBody>
      </p:sp>
      <p:sp>
        <p:nvSpPr>
          <p:cNvPr id="8196" name="Rectangle 1028"/>
          <p:cNvSpPr>
            <a:spLocks noGrp="1" noChangeArrowheads="1"/>
          </p:cNvSpPr>
          <p:nvPr>
            <p:ph type="ftr" sz="quarter" idx="2"/>
          </p:nvPr>
        </p:nvSpPr>
        <p:spPr bwMode="auto">
          <a:xfrm>
            <a:off x="0" y="6404953"/>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8197" name="Rectangle 1029"/>
          <p:cNvSpPr>
            <a:spLocks noGrp="1" noChangeArrowheads="1"/>
          </p:cNvSpPr>
          <p:nvPr>
            <p:ph type="sldNum" sz="quarter" idx="3"/>
          </p:nvPr>
        </p:nvSpPr>
        <p:spPr bwMode="auto">
          <a:xfrm>
            <a:off x="5595362" y="6404953"/>
            <a:ext cx="4277301" cy="337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A1B90306-3157-4DAC-A9C9-596ACEE7C49F}" type="slidenum">
              <a:rPr lang="en-GB"/>
              <a:pPr>
                <a:defRPr/>
              </a:pPr>
              <a:t>‹#›</a:t>
            </a:fld>
            <a:endParaRPr lang="en-GB"/>
          </a:p>
        </p:txBody>
      </p:sp>
    </p:spTree>
    <p:extLst>
      <p:ext uri="{BB962C8B-B14F-4D97-AF65-F5344CB8AC3E}">
        <p14:creationId xmlns:p14="http://schemas.microsoft.com/office/powerpoint/2010/main" val="26457979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1"/>
            <a:ext cx="4286600" cy="362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10243" name="Rectangle 3"/>
          <p:cNvSpPr>
            <a:spLocks noGrp="1" noChangeArrowheads="1"/>
          </p:cNvSpPr>
          <p:nvPr>
            <p:ph type="dt" idx="1"/>
          </p:nvPr>
        </p:nvSpPr>
        <p:spPr bwMode="auto">
          <a:xfrm>
            <a:off x="5639529" y="1"/>
            <a:ext cx="4286600" cy="362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mn-ea"/>
              </a:defRPr>
            </a:lvl1pPr>
          </a:lstStyle>
          <a:p>
            <a:pPr>
              <a:defRPr/>
            </a:pPr>
            <a:endParaRPr lang="en-GB"/>
          </a:p>
        </p:txBody>
      </p:sp>
      <p:sp>
        <p:nvSpPr>
          <p:cNvPr id="19460" name="Rectangle 4"/>
          <p:cNvSpPr>
            <a:spLocks noGrp="1" noRot="1" noChangeAspect="1" noChangeArrowheads="1" noTextEdit="1"/>
          </p:cNvSpPr>
          <p:nvPr>
            <p:ph type="sldImg" idx="2"/>
          </p:nvPr>
        </p:nvSpPr>
        <p:spPr bwMode="auto">
          <a:xfrm>
            <a:off x="3271838" y="517525"/>
            <a:ext cx="3382962" cy="253682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 uri="{FAA26D3D-D897-4be2-8F04-BA451C77F1D7}"/>
          </a:extLst>
        </p:spPr>
      </p:sp>
      <p:sp>
        <p:nvSpPr>
          <p:cNvPr id="10245" name="Rectangle 5"/>
          <p:cNvSpPr>
            <a:spLocks noGrp="1" noChangeArrowheads="1"/>
          </p:cNvSpPr>
          <p:nvPr>
            <p:ph type="body" sz="quarter" idx="3"/>
          </p:nvPr>
        </p:nvSpPr>
        <p:spPr bwMode="auto">
          <a:xfrm>
            <a:off x="1352929" y="3208981"/>
            <a:ext cx="7220271" cy="3052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10246" name="Rectangle 6"/>
          <p:cNvSpPr>
            <a:spLocks noGrp="1" noChangeArrowheads="1"/>
          </p:cNvSpPr>
          <p:nvPr>
            <p:ph type="ftr" sz="quarter" idx="4"/>
          </p:nvPr>
        </p:nvSpPr>
        <p:spPr bwMode="auto">
          <a:xfrm>
            <a:off x="0" y="6417963"/>
            <a:ext cx="4286600" cy="310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atin typeface="Times New Roman" pitchFamily="18" charset="0"/>
                <a:ea typeface="+mn-ea"/>
              </a:defRPr>
            </a:lvl1pPr>
          </a:lstStyle>
          <a:p>
            <a:pPr>
              <a:defRPr/>
            </a:pPr>
            <a:endParaRPr lang="en-GB"/>
          </a:p>
        </p:txBody>
      </p:sp>
      <p:sp>
        <p:nvSpPr>
          <p:cNvPr id="10247" name="Rectangle 7"/>
          <p:cNvSpPr>
            <a:spLocks noGrp="1" noChangeArrowheads="1"/>
          </p:cNvSpPr>
          <p:nvPr>
            <p:ph type="sldNum" sz="quarter" idx="5"/>
          </p:nvPr>
        </p:nvSpPr>
        <p:spPr bwMode="auto">
          <a:xfrm>
            <a:off x="5639529" y="6417963"/>
            <a:ext cx="4286600" cy="3100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0A767768-1694-43CB-8DB9-8C109826B36C}" type="slidenum">
              <a:rPr lang="en-GB"/>
              <a:pPr>
                <a:defRPr/>
              </a:pPr>
              <a:t>‹#›</a:t>
            </a:fld>
            <a:endParaRPr lang="en-GB"/>
          </a:p>
        </p:txBody>
      </p:sp>
    </p:spTree>
    <p:extLst>
      <p:ext uri="{BB962C8B-B14F-4D97-AF65-F5344CB8AC3E}">
        <p14:creationId xmlns:p14="http://schemas.microsoft.com/office/powerpoint/2010/main" val="2670234951"/>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a:ln/>
        </p:spPr>
      </p:sp>
      <p:sp>
        <p:nvSpPr>
          <p:cNvPr id="24579" name="Notes Placeholder 2"/>
          <p:cNvSpPr>
            <a:spLocks noGrp="1"/>
          </p:cNvSpPr>
          <p:nvPr>
            <p:ph type="body" idx="1"/>
          </p:nvPr>
        </p:nvSpPr>
        <p:spPr>
          <a:noFill/>
        </p:spPr>
        <p:txBody>
          <a:bodyPr/>
          <a:lstStyle/>
          <a:p>
            <a:pPr>
              <a:buFont typeface="Arial" pitchFamily="34" charset="0"/>
              <a:buChar char="•"/>
            </a:pPr>
            <a:r>
              <a:rPr lang="en-GB" altLang="en-US" baseline="0" dirty="0">
                <a:latin typeface="Times New Roman" pitchFamily="18" charset="0"/>
              </a:rPr>
              <a:t>Enquire how many TAs have:</a:t>
            </a:r>
          </a:p>
          <a:p>
            <a:pPr lvl="0">
              <a:buFont typeface="Arial" pitchFamily="34" charset="0"/>
              <a:buChar char="•"/>
            </a:pPr>
            <a:r>
              <a:rPr lang="en-GB" altLang="en-US" baseline="0" dirty="0">
                <a:latin typeface="Times New Roman" pitchFamily="18" charset="0"/>
              </a:rPr>
              <a:t> heard of PT</a:t>
            </a:r>
          </a:p>
          <a:p>
            <a:pPr lvl="0">
              <a:buFont typeface="Arial" pitchFamily="34" charset="0"/>
              <a:buChar char="•"/>
            </a:pPr>
            <a:r>
              <a:rPr lang="en-GB" altLang="en-US" baseline="0" dirty="0">
                <a:latin typeface="Times New Roman" pitchFamily="18" charset="0"/>
              </a:rPr>
              <a:t> done PT training</a:t>
            </a:r>
          </a:p>
          <a:p>
            <a:pPr lvl="0">
              <a:buFont typeface="Arial" pitchFamily="34" charset="0"/>
              <a:buChar char="•"/>
            </a:pPr>
            <a:r>
              <a:rPr lang="en-GB" altLang="en-US" baseline="0" dirty="0">
                <a:latin typeface="Times New Roman" pitchFamily="18" charset="0"/>
              </a:rPr>
              <a:t> ever implemented a PT programme with a child</a:t>
            </a:r>
            <a:endParaRPr lang="en-GB" altLang="en-US" dirty="0">
              <a:latin typeface="Times New Roman" pitchFamily="18" charset="0"/>
            </a:endParaRPr>
          </a:p>
          <a:p>
            <a:pPr eaLnBrk="1" hangingPunct="1"/>
            <a:endParaRPr lang="en-US" altLang="en-US" dirty="0"/>
          </a:p>
        </p:txBody>
      </p:sp>
      <p:sp>
        <p:nvSpPr>
          <p:cNvPr id="2458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192A17BC-41AD-44AE-816B-DC062DEA6D3C}" type="slidenum">
              <a:rPr lang="en-GB" altLang="en-US" smtClean="0"/>
              <a:pPr eaLnBrk="1" hangingPunct="1">
                <a:spcBef>
                  <a:spcPct val="0"/>
                </a:spcBef>
              </a:pPr>
              <a:t>1</a:t>
            </a:fld>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itchFamily="34" charset="0"/>
              <a:buChar char="•"/>
            </a:pPr>
            <a:r>
              <a:rPr lang="en-GB" altLang="en-US" baseline="0" dirty="0">
                <a:latin typeface="Times New Roman" pitchFamily="18" charset="0"/>
              </a:rPr>
              <a:t>What is precision teaching/when can PT be used/why does PT work? – 10 minutes</a:t>
            </a:r>
          </a:p>
          <a:p>
            <a:pPr>
              <a:buFont typeface="Arial" pitchFamily="34" charset="0"/>
              <a:buChar char="•"/>
            </a:pPr>
            <a:r>
              <a:rPr lang="en-GB" altLang="en-US" baseline="0" dirty="0">
                <a:latin typeface="Times New Roman" pitchFamily="18" charset="0"/>
              </a:rPr>
              <a:t> The underlying theory (will include an activity) – 10 minutes</a:t>
            </a:r>
          </a:p>
          <a:p>
            <a:pPr>
              <a:buFont typeface="Arial" pitchFamily="34" charset="0"/>
              <a:buChar char="•"/>
            </a:pPr>
            <a:r>
              <a:rPr lang="en-GB" altLang="en-US" baseline="0" dirty="0">
                <a:latin typeface="Times New Roman" pitchFamily="18" charset="0"/>
              </a:rPr>
              <a:t> How do you do PT</a:t>
            </a:r>
            <a:r>
              <a:rPr lang="en-GB" altLang="en-US" dirty="0">
                <a:latin typeface="Times New Roman" pitchFamily="18" charset="0"/>
              </a:rPr>
              <a:t> – (will</a:t>
            </a:r>
            <a:r>
              <a:rPr lang="en-GB" altLang="en-US" baseline="0" dirty="0">
                <a:latin typeface="Times New Roman" pitchFamily="18" charset="0"/>
              </a:rPr>
              <a:t> include two activities – one related to each part) 30 minutes</a:t>
            </a:r>
            <a:endParaRPr lang="en-GB" altLang="en-US" dirty="0">
              <a:latin typeface="Times New Roman" pitchFamily="18" charset="0"/>
            </a:endParaRPr>
          </a:p>
          <a:p>
            <a:pPr>
              <a:buFont typeface="Arial" pitchFamily="34" charset="0"/>
              <a:buChar char="•"/>
            </a:pPr>
            <a:r>
              <a:rPr lang="en-GB" altLang="en-US" baseline="0" dirty="0">
                <a:latin typeface="Times New Roman" pitchFamily="18" charset="0"/>
              </a:rPr>
              <a:t> Goals between now and the next session – 10 minutes – </a:t>
            </a:r>
            <a:r>
              <a:rPr lang="en-GB" altLang="en-US" b="1" baseline="0" dirty="0">
                <a:latin typeface="Times New Roman" pitchFamily="18" charset="0"/>
              </a:rPr>
              <a:t>Clarify position with TAs with regards to having a child in mind – explain  that training has been designed with expectation that we can consolidate our training from each session by putting it into practice as we go along</a:t>
            </a:r>
          </a:p>
          <a:p>
            <a:pPr>
              <a:buFont typeface="Arial" pitchFamily="34" charset="0"/>
              <a:buNone/>
            </a:pPr>
            <a:endParaRPr lang="en-GB" altLang="en-US" baseline="0" dirty="0">
              <a:latin typeface="Times New Roman" pitchFamily="18" charset="0"/>
            </a:endParaRPr>
          </a:p>
          <a:p>
            <a:pPr>
              <a:buFont typeface="Arial" pitchFamily="34" charset="0"/>
              <a:buChar char="•"/>
            </a:pPr>
            <a:r>
              <a:rPr lang="en-GB" altLang="en-US" baseline="0" dirty="0">
                <a:latin typeface="Times New Roman" pitchFamily="18" charset="0"/>
              </a:rPr>
              <a:t> Time for questions at the end – at least 5 minutes</a:t>
            </a:r>
          </a:p>
          <a:p>
            <a:endParaRPr lang="en-GB" dirty="0"/>
          </a:p>
        </p:txBody>
      </p:sp>
    </p:spTree>
    <p:extLst>
      <p:ext uri="{BB962C8B-B14F-4D97-AF65-F5344CB8AC3E}">
        <p14:creationId xmlns:p14="http://schemas.microsoft.com/office/powerpoint/2010/main" val="35715748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ltLang="en-US" dirty="0">
                <a:latin typeface="Times New Roman" pitchFamily="18" charset="0"/>
              </a:rPr>
              <a:t>Looking ahead to next sessions:</a:t>
            </a:r>
          </a:p>
          <a:p>
            <a:endParaRPr lang="en-GB" altLang="en-US" dirty="0">
              <a:latin typeface="Times New Roman" pitchFamily="18" charset="0"/>
            </a:endParaRPr>
          </a:p>
          <a:p>
            <a:r>
              <a:rPr lang="en-GB" altLang="en-US" dirty="0">
                <a:latin typeface="Times New Roman" pitchFamily="18" charset="0"/>
              </a:rPr>
              <a:t>Explain</a:t>
            </a:r>
            <a:r>
              <a:rPr lang="en-GB" altLang="en-US" baseline="0" dirty="0">
                <a:latin typeface="Times New Roman" pitchFamily="18" charset="0"/>
              </a:rPr>
              <a:t> that we will meet for a final session three weeks after the second session – hopefully once we have begun to settle into a routine of daily precision teaching sessions with our target children</a:t>
            </a:r>
          </a:p>
          <a:p>
            <a:endParaRPr lang="en-GB" altLang="en-US" baseline="0" dirty="0">
              <a:latin typeface="Times New Roman" pitchFamily="18" charset="0"/>
            </a:endParaRPr>
          </a:p>
          <a:p>
            <a:r>
              <a:rPr lang="en-GB" altLang="en-US" baseline="0" dirty="0">
                <a:latin typeface="Times New Roman" pitchFamily="18" charset="0"/>
              </a:rPr>
              <a:t>We will be doing a form of peer supervision where we share experiences and try to problem-solve together – this will form a model of support for any future issues which arise with implementing PT programmes – emphasise colleagues as a very rich and creative resource for solving problems</a:t>
            </a:r>
            <a:endParaRPr lang="en-GB" altLang="en-US" dirty="0">
              <a:latin typeface="Times New Roman" pitchFamily="18" charset="0"/>
            </a:endParaRPr>
          </a:p>
          <a:p>
            <a:endParaRPr lang="en-GB" altLang="en-US" dirty="0">
              <a:latin typeface="Times New Roman" pitchFamily="18" charset="0"/>
            </a:endParaRPr>
          </a:p>
          <a:p>
            <a:endParaRPr lang="en-GB" dirty="0"/>
          </a:p>
        </p:txBody>
      </p:sp>
    </p:spTree>
    <p:extLst>
      <p:ext uri="{BB962C8B-B14F-4D97-AF65-F5344CB8AC3E}">
        <p14:creationId xmlns:p14="http://schemas.microsoft.com/office/powerpoint/2010/main" val="27842351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lt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GB" altLang="en-US" dirty="0">
                <a:latin typeface="Times New Roman" pitchFamily="18" charset="0"/>
              </a:rPr>
              <a:t>Although PT sessions</a:t>
            </a:r>
            <a:r>
              <a:rPr lang="en-GB" altLang="en-US" baseline="0" dirty="0">
                <a:latin typeface="Times New Roman" pitchFamily="18" charset="0"/>
              </a:rPr>
              <a:t> do involve teaching PT is more accurately described as a way of precisely measuring the effectiveness of teaching, rather than an actual method of teaching.  It involves precise, daily measurement of a child’s progress towards given targets; this feedback is used to shape the programme effectively to the individual needs of the child. </a:t>
            </a:r>
            <a:endParaRPr lang="en-GB" altLang="en-US" dirty="0">
              <a:latin typeface="Times New Roman" pitchFamily="18" charset="0"/>
            </a:endParaRPr>
          </a:p>
          <a:p>
            <a:endParaRPr lang="en-GB" altLang="en-US" dirty="0">
              <a:latin typeface="Times New Roman" pitchFamily="18" charset="0"/>
            </a:endParaRPr>
          </a:p>
          <a:p>
            <a:r>
              <a:rPr lang="en-GB" altLang="en-US" dirty="0">
                <a:latin typeface="Times New Roman" pitchFamily="18" charset="0"/>
              </a:rPr>
              <a:t>Key principle of PT is that “The child knows best” – if there is a lack of progress, the assumption is not that “the child is failing to progress, but rather that the programme is failing to progress the child” – </a:t>
            </a:r>
            <a:r>
              <a:rPr lang="en-GB" altLang="en-US" b="1" dirty="0">
                <a:latin typeface="Times New Roman" pitchFamily="18" charset="0"/>
              </a:rPr>
              <a:t>emphasises that PT seeks to protect and build children’s self-esteem in the process of moving them forward in their learning; emphasise where I am an advocate for PT!</a:t>
            </a:r>
            <a:endParaRPr lang="en-GB" dirty="0"/>
          </a:p>
        </p:txBody>
      </p:sp>
    </p:spTree>
    <p:extLst>
      <p:ext uri="{BB962C8B-B14F-4D97-AF65-F5344CB8AC3E}">
        <p14:creationId xmlns:p14="http://schemas.microsoft.com/office/powerpoint/2010/main" val="4058450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itchFamily="34" charset="0"/>
              <a:buChar char="•"/>
            </a:pPr>
            <a:r>
              <a:rPr lang="en-GB" altLang="en-US" baseline="0" dirty="0">
                <a:latin typeface="Times New Roman" pitchFamily="18" charset="0"/>
              </a:rPr>
              <a:t>One-to-one intervention for ‘st</a:t>
            </a:r>
            <a:r>
              <a:rPr lang="en-GB" altLang="en-US" dirty="0">
                <a:latin typeface="Times New Roman" pitchFamily="18" charset="0"/>
              </a:rPr>
              <a:t>uck</a:t>
            </a:r>
            <a:r>
              <a:rPr lang="en-GB" altLang="en-US" baseline="0" dirty="0">
                <a:latin typeface="Times New Roman" pitchFamily="18" charset="0"/>
              </a:rPr>
              <a:t> children’</a:t>
            </a:r>
            <a:endParaRPr lang="en-GB" altLang="en-US" dirty="0">
              <a:latin typeface="Times New Roman" pitchFamily="18" charset="0"/>
            </a:endParaRPr>
          </a:p>
          <a:p>
            <a:pPr>
              <a:buFont typeface="Arial" pitchFamily="34" charset="0"/>
              <a:buChar char="•"/>
            </a:pPr>
            <a:r>
              <a:rPr lang="en-GB" altLang="en-US" dirty="0">
                <a:latin typeface="Times New Roman" pitchFamily="18" charset="0"/>
              </a:rPr>
              <a:t> Little/no progress despite appropriate learning opportunities </a:t>
            </a:r>
          </a:p>
          <a:p>
            <a:pPr>
              <a:buFont typeface="Arial" pitchFamily="34" charset="0"/>
              <a:buChar char="•"/>
            </a:pPr>
            <a:r>
              <a:rPr lang="en-GB" altLang="en-US" baseline="0" dirty="0">
                <a:latin typeface="Times New Roman" pitchFamily="18" charset="0"/>
              </a:rPr>
              <a:t> Most often used as a literacy intervention but can also be used as a numeracy intervention</a:t>
            </a:r>
          </a:p>
          <a:p>
            <a:pPr>
              <a:buFont typeface="Arial" pitchFamily="34" charset="0"/>
              <a:buChar char="•"/>
            </a:pPr>
            <a:endParaRPr lang="en-GB" altLang="en-US" dirty="0">
              <a:latin typeface="Times New Roman" pitchFamily="18" charset="0"/>
            </a:endParaRPr>
          </a:p>
          <a:p>
            <a:pPr>
              <a:buFont typeface="Arial" pitchFamily="34" charset="0"/>
              <a:buChar char="•"/>
            </a:pPr>
            <a:r>
              <a:rPr lang="en-GB" altLang="en-US" dirty="0">
                <a:latin typeface="Times New Roman" pitchFamily="18" charset="0"/>
              </a:rPr>
              <a:t> Can</a:t>
            </a:r>
            <a:r>
              <a:rPr lang="en-GB" altLang="en-US" baseline="0" dirty="0">
                <a:latin typeface="Times New Roman" pitchFamily="18" charset="0"/>
              </a:rPr>
              <a:t> be applied widely to a range of learning areas </a:t>
            </a:r>
            <a:r>
              <a:rPr lang="en-GB" altLang="en-US" dirty="0">
                <a:latin typeface="Times New Roman" pitchFamily="18" charset="0"/>
              </a:rPr>
              <a:t>but:</a:t>
            </a:r>
          </a:p>
          <a:p>
            <a:pPr lvl="1">
              <a:buFont typeface="Arial" pitchFamily="34" charset="0"/>
              <a:buChar char="•"/>
            </a:pPr>
            <a:r>
              <a:rPr lang="en-GB" altLang="en-US" dirty="0">
                <a:latin typeface="Times New Roman" pitchFamily="18" charset="0"/>
              </a:rPr>
              <a:t>Skills</a:t>
            </a:r>
            <a:r>
              <a:rPr lang="en-GB" altLang="en-US" baseline="0" dirty="0">
                <a:latin typeface="Times New Roman" pitchFamily="18" charset="0"/>
              </a:rPr>
              <a:t> must be measurable </a:t>
            </a:r>
          </a:p>
          <a:p>
            <a:pPr lvl="1">
              <a:buFont typeface="Arial" pitchFamily="34" charset="0"/>
              <a:buChar char="•"/>
            </a:pPr>
            <a:r>
              <a:rPr lang="en-GB" altLang="en-US" baseline="0" dirty="0">
                <a:latin typeface="Times New Roman" pitchFamily="18" charset="0"/>
              </a:rPr>
              <a:t>Designed to support children to acquire the skills they need to make progress – building blocks</a:t>
            </a:r>
            <a:endParaRPr lang="en-GB" altLang="en-US" dirty="0">
              <a:latin typeface="Times New Roman" pitchFamily="18" charset="0"/>
            </a:endParaRPr>
          </a:p>
          <a:p>
            <a:endParaRPr lang="en-GB" dirty="0"/>
          </a:p>
        </p:txBody>
      </p:sp>
    </p:spTree>
    <p:extLst>
      <p:ext uri="{BB962C8B-B14F-4D97-AF65-F5344CB8AC3E}">
        <p14:creationId xmlns:p14="http://schemas.microsoft.com/office/powerpoint/2010/main" val="562592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ChangeArrowheads="1" noTextEdit="1"/>
          </p:cNvSpPr>
          <p:nvPr>
            <p:ph type="sldImg"/>
          </p:nvPr>
        </p:nvSpPr>
        <p:spPr>
          <a:ln/>
        </p:spPr>
      </p:sp>
      <p:sp>
        <p:nvSpPr>
          <p:cNvPr id="46083" name="Rectangle 3"/>
          <p:cNvSpPr>
            <a:spLocks noGrp="1" noChangeArrowheads="1"/>
          </p:cNvSpPr>
          <p:nvPr>
            <p:ph type="body" idx="1"/>
          </p:nvPr>
        </p:nvSpPr>
        <p:spPr>
          <a:xfrm>
            <a:off x="1314945" y="3202315"/>
            <a:ext cx="7242774" cy="3034112"/>
          </a:xfrm>
          <a:noFill/>
        </p:spPr>
        <p:txBody>
          <a:bodyPr/>
          <a:lstStyle/>
          <a:p>
            <a:r>
              <a:rPr lang="en-GB" altLang="en-US" dirty="0">
                <a:latin typeface="Arial" pitchFamily="34" charset="0"/>
              </a:rPr>
              <a:t>Activity - (Learning Hierarch – Jumbled)</a:t>
            </a:r>
          </a:p>
          <a:p>
            <a:r>
              <a:rPr lang="en-GB" altLang="en-US" dirty="0">
                <a:latin typeface="Arial" pitchFamily="34" charset="0"/>
              </a:rPr>
              <a:t>When you learn a new skill it has been suggested that you progress through these 5 stages</a:t>
            </a:r>
            <a:r>
              <a:rPr lang="en-GB" altLang="en-US" dirty="0"/>
              <a:t>…</a:t>
            </a:r>
            <a:endParaRPr lang="en-GB" altLang="en-US" dirty="0">
              <a:latin typeface="Arial" pitchFamily="34" charset="0"/>
            </a:endParaRPr>
          </a:p>
          <a:p>
            <a:endParaRPr lang="en-GB" altLang="en-US" dirty="0">
              <a:latin typeface="Arial" pitchFamily="34" charset="0"/>
            </a:endParaRPr>
          </a:p>
          <a:p>
            <a:endParaRPr lang="en-GB" altLang="en-US" dirty="0">
              <a:latin typeface="Arial" pitchFamily="34" charset="0"/>
            </a:endParaRPr>
          </a:p>
          <a:p>
            <a:pPr>
              <a:buFontTx/>
              <a:buChar char="•"/>
            </a:pPr>
            <a:r>
              <a:rPr lang="en-GB" altLang="en-US" dirty="0">
                <a:latin typeface="Arial" pitchFamily="34" charset="0"/>
              </a:rPr>
              <a:t> Order the stages &amp; definitions</a:t>
            </a:r>
          </a:p>
          <a:p>
            <a:endParaRPr lang="en-GB" altLang="en-US" dirty="0">
              <a:latin typeface="Arial" pitchFamily="34" charset="0"/>
            </a:endParaRPr>
          </a:p>
          <a:p>
            <a:pPr>
              <a:buFontTx/>
              <a:buChar char="•"/>
            </a:pPr>
            <a:r>
              <a:rPr lang="en-GB" altLang="en-US" dirty="0">
                <a:latin typeface="Arial" pitchFamily="34" charset="0"/>
              </a:rPr>
              <a:t> Match the example (learning to drive a car) to the stages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ChangeArrowheads="1" noTextEdit="1"/>
          </p:cNvSpPr>
          <p:nvPr>
            <p:ph type="sldImg"/>
          </p:nvPr>
        </p:nvSpPr>
        <p:spPr>
          <a:ln/>
        </p:spPr>
      </p:sp>
      <p:sp>
        <p:nvSpPr>
          <p:cNvPr id="47107" name="Rectangle 3"/>
          <p:cNvSpPr>
            <a:spLocks noChangeArrowheads="1"/>
          </p:cNvSpPr>
          <p:nvPr/>
        </p:nvSpPr>
        <p:spPr bwMode="auto">
          <a:xfrm>
            <a:off x="1274955" y="3175360"/>
            <a:ext cx="7240423" cy="2885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919" tIns="45959" rIns="91919" bIns="45959"/>
          <a:lstStyle>
            <a:lvl1pPr defTabSz="919163" eaLnBrk="0" hangingPunct="0">
              <a:spcBef>
                <a:spcPct val="30000"/>
              </a:spcBef>
              <a:defRPr sz="1200">
                <a:solidFill>
                  <a:schemeClr val="tx1"/>
                </a:solidFill>
                <a:latin typeface="Calibri" pitchFamily="34" charset="0"/>
              </a:defRPr>
            </a:lvl1pPr>
            <a:lvl2pPr marL="747713" indent="-287338" defTabSz="919163" eaLnBrk="0" hangingPunct="0">
              <a:spcBef>
                <a:spcPct val="30000"/>
              </a:spcBef>
              <a:defRPr sz="1200">
                <a:solidFill>
                  <a:schemeClr val="tx1"/>
                </a:solidFill>
                <a:latin typeface="Calibri" pitchFamily="34" charset="0"/>
              </a:defRPr>
            </a:lvl2pPr>
            <a:lvl3pPr marL="1149350" indent="-230188" defTabSz="919163" eaLnBrk="0" hangingPunct="0">
              <a:spcBef>
                <a:spcPct val="30000"/>
              </a:spcBef>
              <a:defRPr sz="1200">
                <a:solidFill>
                  <a:schemeClr val="tx1"/>
                </a:solidFill>
                <a:latin typeface="Calibri" pitchFamily="34" charset="0"/>
              </a:defRPr>
            </a:lvl3pPr>
            <a:lvl4pPr marL="1608138" indent="-228600" defTabSz="919163" eaLnBrk="0" hangingPunct="0">
              <a:spcBef>
                <a:spcPct val="30000"/>
              </a:spcBef>
              <a:defRPr sz="1200">
                <a:solidFill>
                  <a:schemeClr val="tx1"/>
                </a:solidFill>
                <a:latin typeface="Calibri" pitchFamily="34" charset="0"/>
              </a:defRPr>
            </a:lvl4pPr>
            <a:lvl5pPr marL="2068513" indent="-230188" defTabSz="919163" eaLnBrk="0" hangingPunct="0">
              <a:spcBef>
                <a:spcPct val="30000"/>
              </a:spcBef>
              <a:defRPr sz="1200">
                <a:solidFill>
                  <a:schemeClr val="tx1"/>
                </a:solidFill>
                <a:latin typeface="Calibri" pitchFamily="34" charset="0"/>
              </a:defRPr>
            </a:lvl5pPr>
            <a:lvl6pPr marL="2525713" indent="-230188" defTabSz="919163" eaLnBrk="0" fontAlgn="base" hangingPunct="0">
              <a:spcBef>
                <a:spcPct val="30000"/>
              </a:spcBef>
              <a:spcAft>
                <a:spcPct val="0"/>
              </a:spcAft>
              <a:defRPr sz="1200">
                <a:solidFill>
                  <a:schemeClr val="tx1"/>
                </a:solidFill>
                <a:latin typeface="Calibri" pitchFamily="34" charset="0"/>
              </a:defRPr>
            </a:lvl6pPr>
            <a:lvl7pPr marL="2982913" indent="-230188" defTabSz="919163" eaLnBrk="0" fontAlgn="base" hangingPunct="0">
              <a:spcBef>
                <a:spcPct val="30000"/>
              </a:spcBef>
              <a:spcAft>
                <a:spcPct val="0"/>
              </a:spcAft>
              <a:defRPr sz="1200">
                <a:solidFill>
                  <a:schemeClr val="tx1"/>
                </a:solidFill>
                <a:latin typeface="Calibri" pitchFamily="34" charset="0"/>
              </a:defRPr>
            </a:lvl7pPr>
            <a:lvl8pPr marL="3440113" indent="-230188" defTabSz="919163" eaLnBrk="0" fontAlgn="base" hangingPunct="0">
              <a:spcBef>
                <a:spcPct val="30000"/>
              </a:spcBef>
              <a:spcAft>
                <a:spcPct val="0"/>
              </a:spcAft>
              <a:defRPr sz="1200">
                <a:solidFill>
                  <a:schemeClr val="tx1"/>
                </a:solidFill>
                <a:latin typeface="Calibri" pitchFamily="34" charset="0"/>
              </a:defRPr>
            </a:lvl8pPr>
            <a:lvl9pPr marL="3897313" indent="-230188" defTabSz="919163" eaLnBrk="0" fontAlgn="base" hangingPunct="0">
              <a:spcBef>
                <a:spcPct val="30000"/>
              </a:spcBef>
              <a:spcAft>
                <a:spcPct val="0"/>
              </a:spcAft>
              <a:defRPr sz="1200">
                <a:solidFill>
                  <a:schemeClr val="tx1"/>
                </a:solidFill>
                <a:latin typeface="Calibri" pitchFamily="34" charset="0"/>
              </a:defRPr>
            </a:lvl9pPr>
          </a:lstStyle>
          <a:p>
            <a:r>
              <a:rPr lang="en-GB" altLang="en-US">
                <a:solidFill>
                  <a:srgbClr val="FF6600"/>
                </a:solidFill>
                <a:latin typeface="Arial" pitchFamily="34" charset="0"/>
              </a:rPr>
              <a:t>Gemma</a:t>
            </a:r>
          </a:p>
          <a:p>
            <a:r>
              <a:rPr lang="en-GB" altLang="en-US">
                <a:latin typeface="Arial" pitchFamily="34" charset="0"/>
              </a:rPr>
              <a:t>Ok so here</a:t>
            </a:r>
            <a:r>
              <a:rPr lang="en-GB" altLang="en-US"/>
              <a:t>’</a:t>
            </a:r>
            <a:r>
              <a:rPr lang="en-GB" altLang="en-US">
                <a:latin typeface="Arial" pitchFamily="34" charset="0"/>
              </a:rPr>
              <a:t>s the right order with some definitions</a:t>
            </a:r>
            <a:r>
              <a:rPr lang="en-GB" altLang="en-US"/>
              <a:t>…</a:t>
            </a:r>
            <a:endParaRPr lang="en-GB" altLang="en-US">
              <a:latin typeface="Arial" pitchFamily="34" charset="0"/>
            </a:endParaRPr>
          </a:p>
          <a:p>
            <a:r>
              <a:rPr lang="en-GB" altLang="en-US">
                <a:latin typeface="Arial" pitchFamily="34" charset="0"/>
              </a:rPr>
              <a:t>Once each step has been achieved, can progress to the next step </a:t>
            </a:r>
          </a:p>
          <a:p>
            <a:endParaRPr lang="en-GB" altLang="en-US">
              <a:latin typeface="Arial" pitchFamily="34" charset="0"/>
            </a:endParaRPr>
          </a:p>
          <a:p>
            <a:r>
              <a:rPr lang="en-GB" altLang="en-US" b="1">
                <a:solidFill>
                  <a:srgbClr val="FF0000"/>
                </a:solidFill>
                <a:latin typeface="Arial" pitchFamily="34" charset="0"/>
              </a:rPr>
              <a:t>PRESS MOUSE FOR RED CIRCLE</a:t>
            </a:r>
          </a:p>
          <a:p>
            <a:endParaRPr lang="en-GB" altLang="en-US">
              <a:latin typeface="Arial" pitchFamily="34" charset="0"/>
            </a:endParaRPr>
          </a:p>
          <a:p>
            <a:r>
              <a:rPr lang="en-GB" altLang="en-US">
                <a:latin typeface="Arial" pitchFamily="34" charset="0"/>
              </a:rPr>
              <a:t>The social skill sessions that you will be delivering over 6 weeks focus on the first two stages </a:t>
            </a:r>
            <a:r>
              <a:rPr lang="en-GB" altLang="en-US"/>
              <a:t>–</a:t>
            </a:r>
            <a:r>
              <a:rPr lang="en-GB" altLang="en-US">
                <a:latin typeface="Arial" pitchFamily="34" charset="0"/>
              </a:rPr>
              <a:t> the acquisition and fluency of their new skills.</a:t>
            </a:r>
          </a:p>
          <a:p>
            <a:endParaRPr lang="en-GB" altLang="en-US">
              <a:latin typeface="Arial" pitchFamily="34" charset="0"/>
            </a:endParaRPr>
          </a:p>
          <a:p>
            <a:r>
              <a:rPr lang="en-GB" altLang="en-US">
                <a:latin typeface="Arial" pitchFamily="34" charset="0"/>
              </a:rPr>
              <a:t>The other 3 stages are </a:t>
            </a:r>
            <a:r>
              <a:rPr lang="en-GB" altLang="en-US" u="sng">
                <a:latin typeface="Arial" pitchFamily="34" charset="0"/>
              </a:rPr>
              <a:t>dependant on practice</a:t>
            </a:r>
            <a:r>
              <a:rPr lang="en-GB" altLang="en-US">
                <a:latin typeface="Arial" pitchFamily="34" charset="0"/>
              </a:rPr>
              <a:t> both within the sessions but more importantly from opportunities to practice and receive feedback from outside the sessions, e.g. classroom, playground and home.</a:t>
            </a:r>
          </a:p>
          <a:p>
            <a:pPr algn="ctr"/>
            <a:endParaRPr lang="en-GB" altLang="en-US" sz="1600" b="1">
              <a:solidFill>
                <a:srgbClr val="FF0000"/>
              </a:solidFill>
              <a:latin typeface="Arial" pitchFamily="34" charset="0"/>
            </a:endParaRPr>
          </a:p>
        </p:txBody>
      </p:sp>
      <p:sp>
        <p:nvSpPr>
          <p:cNvPr id="47108" name="Rectangle 4"/>
          <p:cNvSpPr>
            <a:spLocks noGrp="1" noChangeArrowheads="1"/>
          </p:cNvSpPr>
          <p:nvPr>
            <p:ph type="body" idx="1"/>
          </p:nvPr>
        </p:nvSpPr>
        <p:spPr>
          <a:noFill/>
        </p:spPr>
        <p:txBody>
          <a:bodyPr/>
          <a:lstStyle/>
          <a:p>
            <a:pPr eaLnBrk="1" hangingPunct="1"/>
            <a:endParaRPr lang="en-GB" altLang="en-US" dirty="0"/>
          </a:p>
          <a:p>
            <a:pPr eaLnBrk="1" hangingPunct="1"/>
            <a:r>
              <a:rPr lang="en-GB" altLang="en-US" dirty="0"/>
              <a:t>When mastering new academic skills or strategies, the student learner typically progress through a predictable series of learning stages. </a:t>
            </a:r>
          </a:p>
          <a:p>
            <a:pPr eaLnBrk="1" hangingPunct="1"/>
            <a:r>
              <a:rPr lang="en-GB" altLang="en-US" dirty="0"/>
              <a:t>Lets imagine when you first learn to drive. </a:t>
            </a:r>
          </a:p>
          <a:p>
            <a:pPr eaLnBrk="1" hangingPunct="1"/>
            <a:endParaRPr lang="en-GB" altLang="en-US" dirty="0"/>
          </a:p>
          <a:p>
            <a:pPr marL="0" marR="0" indent="0" algn="l" defTabSz="914400" rtl="0" eaLnBrk="1" fontAlgn="base" latinLnBrk="0" hangingPunct="1">
              <a:lnSpc>
                <a:spcPct val="100000"/>
              </a:lnSpc>
              <a:spcBef>
                <a:spcPct val="30000"/>
              </a:spcBef>
              <a:spcAft>
                <a:spcPct val="0"/>
              </a:spcAft>
              <a:buClrTx/>
              <a:buSzTx/>
              <a:buFontTx/>
              <a:buNone/>
              <a:tabLst/>
              <a:defRPr/>
            </a:pPr>
            <a:r>
              <a:rPr lang="en-GB" altLang="en-US" dirty="0"/>
              <a:t>Acquisition – you are learning to drive and need to think carefully when changing gears, indicating </a:t>
            </a:r>
            <a:r>
              <a:rPr lang="en-GB" altLang="en-US" dirty="0" err="1"/>
              <a:t>etc</a:t>
            </a:r>
            <a:r>
              <a:rPr lang="en-GB" altLang="en-US" baseline="0" dirty="0"/>
              <a:t> - </a:t>
            </a:r>
            <a:r>
              <a:rPr lang="en-GB" altLang="en-US" b="1" dirty="0">
                <a:latin typeface="Times New Roman" pitchFamily="18" charset="0"/>
              </a:rPr>
              <a:t>Just beginning to learn the skill, some degree of accuracy but performance not yet reliable – by the end of this phase performance is basically accurate but not fluid, automated</a:t>
            </a:r>
          </a:p>
          <a:p>
            <a:pPr eaLnBrk="1" hangingPunct="1"/>
            <a:endParaRPr lang="en-GB" altLang="en-US" dirty="0"/>
          </a:p>
          <a:p>
            <a:pPr marL="0" marR="0" indent="0" algn="l" defTabSz="914400" rtl="0" eaLnBrk="1" fontAlgn="base" latinLnBrk="0" hangingPunct="1">
              <a:lnSpc>
                <a:spcPct val="100000"/>
              </a:lnSpc>
              <a:spcBef>
                <a:spcPct val="30000"/>
              </a:spcBef>
              <a:spcAft>
                <a:spcPct val="0"/>
              </a:spcAft>
              <a:buClrTx/>
              <a:buSzTx/>
              <a:buFontTx/>
              <a:buNone/>
              <a:tabLst/>
              <a:defRPr/>
            </a:pPr>
            <a:r>
              <a:rPr lang="en-GB" altLang="en-US" dirty="0"/>
              <a:t>Fluency – you can change gears without thinking and can now focus on the road - </a:t>
            </a:r>
            <a:r>
              <a:rPr lang="en-GB" altLang="en-US" b="1" dirty="0">
                <a:latin typeface="Times New Roman" pitchFamily="18" charset="0"/>
              </a:rPr>
              <a:t>Can perform the skill quickly and accurately – this phase brings speed of performance into the equation – skill becoming automated, ‘second nature’</a:t>
            </a:r>
          </a:p>
          <a:p>
            <a:pPr eaLnBrk="1" hangingPunct="1"/>
            <a:endParaRPr lang="en-GB" altLang="en-US" dirty="0"/>
          </a:p>
          <a:p>
            <a:pPr marL="0" marR="0" indent="0" algn="l" defTabSz="914400" rtl="0" eaLnBrk="1" fontAlgn="base" latinLnBrk="0" hangingPunct="1">
              <a:lnSpc>
                <a:spcPct val="100000"/>
              </a:lnSpc>
              <a:spcBef>
                <a:spcPct val="30000"/>
              </a:spcBef>
              <a:spcAft>
                <a:spcPct val="0"/>
              </a:spcAft>
              <a:buClrTx/>
              <a:buSzTx/>
              <a:buFontTx/>
              <a:buNone/>
              <a:tabLst/>
              <a:defRPr/>
            </a:pPr>
            <a:r>
              <a:rPr lang="en-GB" altLang="en-US" dirty="0"/>
              <a:t>Maintenance – 6 months after, when you came back from a long holiday, you can still drive - </a:t>
            </a:r>
            <a:r>
              <a:rPr lang="en-GB" altLang="en-US" b="1" dirty="0">
                <a:latin typeface="Times New Roman" pitchFamily="18" charset="0"/>
              </a:rPr>
              <a:t>Due to regular reinforcements, can perform the skill over a lengthy period of time – fluent performance is sustained over time – often referred to as ‘mastery’ stage</a:t>
            </a:r>
          </a:p>
          <a:p>
            <a:pPr eaLnBrk="1" hangingPunct="1"/>
            <a:endParaRPr lang="en-GB" altLang="en-US" dirty="0"/>
          </a:p>
          <a:p>
            <a:pPr marL="0" marR="0" indent="0" algn="l" defTabSz="914400" rtl="0" eaLnBrk="1" fontAlgn="base" latinLnBrk="0" hangingPunct="1">
              <a:lnSpc>
                <a:spcPct val="100000"/>
              </a:lnSpc>
              <a:spcBef>
                <a:spcPct val="30000"/>
              </a:spcBef>
              <a:spcAft>
                <a:spcPct val="0"/>
              </a:spcAft>
              <a:buClrTx/>
              <a:buSzTx/>
              <a:buFontTx/>
              <a:buNone/>
              <a:tabLst/>
              <a:defRPr/>
            </a:pPr>
            <a:r>
              <a:rPr lang="en-GB" altLang="en-US" dirty="0"/>
              <a:t>Generalisation – Your friend ask you to drive their car and you are able to do so with some support and instruction - </a:t>
            </a:r>
            <a:r>
              <a:rPr lang="en-GB" altLang="en-US" b="1" dirty="0">
                <a:latin typeface="Times New Roman" pitchFamily="18" charset="0"/>
              </a:rPr>
              <a:t>Can generalise the skill to different contexts/new situations, can transfer learning across settings</a:t>
            </a:r>
          </a:p>
          <a:p>
            <a:pPr eaLnBrk="1" hangingPunct="1"/>
            <a:endParaRPr lang="en-GB" altLang="en-US" dirty="0"/>
          </a:p>
          <a:p>
            <a:pPr marL="0" marR="0" indent="0" algn="l" defTabSz="914400" rtl="0" eaLnBrk="1" fontAlgn="base" latinLnBrk="0" hangingPunct="1">
              <a:lnSpc>
                <a:spcPct val="100000"/>
              </a:lnSpc>
              <a:spcBef>
                <a:spcPct val="30000"/>
              </a:spcBef>
              <a:spcAft>
                <a:spcPct val="0"/>
              </a:spcAft>
              <a:buClrTx/>
              <a:buSzTx/>
              <a:buFontTx/>
              <a:buNone/>
              <a:tabLst/>
              <a:defRPr/>
            </a:pPr>
            <a:r>
              <a:rPr lang="en-GB" altLang="en-US" dirty="0"/>
              <a:t>Adaptation – Driving a different car is not a problem anymore</a:t>
            </a:r>
            <a:r>
              <a:rPr lang="en-GB" altLang="en-US" baseline="0" dirty="0"/>
              <a:t> - </a:t>
            </a:r>
            <a:r>
              <a:rPr lang="en-GB" altLang="en-US" b="1" u="sng" dirty="0">
                <a:latin typeface="Times New Roman" pitchFamily="18" charset="0"/>
              </a:rPr>
              <a:t>Adaptation</a:t>
            </a:r>
            <a:r>
              <a:rPr lang="en-GB" altLang="en-US" b="1" dirty="0">
                <a:latin typeface="Times New Roman" pitchFamily="18" charset="0"/>
              </a:rPr>
              <a:t>	 Can adapt the skill appropriately to learn new skills </a:t>
            </a:r>
            <a:r>
              <a:rPr lang="en-GB" altLang="en-US" b="1" i="1" dirty="0">
                <a:latin typeface="Times New Roman" pitchFamily="18" charset="0"/>
              </a:rPr>
              <a:t>NB. Overlap between generalisation &amp; adaptation stages</a:t>
            </a:r>
          </a:p>
          <a:p>
            <a:r>
              <a:rPr lang="en-GB" altLang="en-US" dirty="0"/>
              <a:t> </a:t>
            </a:r>
          </a:p>
          <a:p>
            <a:r>
              <a:rPr lang="en-GB" altLang="en-US" b="1" dirty="0">
                <a:latin typeface="Times New Roman" pitchFamily="18" charset="0"/>
              </a:rPr>
              <a:t>Q. So where does Precision Teaching fit into this learning hierarchy?</a:t>
            </a:r>
          </a:p>
          <a:p>
            <a:endParaRPr lang="en-GB" altLang="en-US" b="1" dirty="0">
              <a:latin typeface="Times New Roman" pitchFamily="18" charset="0"/>
            </a:endParaRPr>
          </a:p>
          <a:p>
            <a:pPr>
              <a:buFontTx/>
              <a:buChar char="•"/>
            </a:pPr>
            <a:r>
              <a:rPr lang="en-GB" altLang="en-US" dirty="0">
                <a:latin typeface="Times New Roman" pitchFamily="18" charset="0"/>
              </a:rPr>
              <a:t>PT designed to </a:t>
            </a:r>
            <a:r>
              <a:rPr lang="en-GB" altLang="en-US" b="1" dirty="0">
                <a:latin typeface="Times New Roman" pitchFamily="18" charset="0"/>
              </a:rPr>
              <a:t>unlock the door to maintenance and higher learning stages </a:t>
            </a:r>
            <a:r>
              <a:rPr lang="en-GB" altLang="en-US" dirty="0">
                <a:latin typeface="Times New Roman" pitchFamily="18" charset="0"/>
              </a:rPr>
              <a:t>by supporting children to achieve fluency, that is fast accurate performance of a skill. </a:t>
            </a:r>
          </a:p>
          <a:p>
            <a:pPr>
              <a:buFontTx/>
              <a:buChar char="•"/>
            </a:pPr>
            <a:r>
              <a:rPr lang="en-GB" altLang="en-US" dirty="0">
                <a:latin typeface="Times New Roman" pitchFamily="18" charset="0"/>
              </a:rPr>
              <a:t>Basis premise of PT: </a:t>
            </a:r>
            <a:r>
              <a:rPr lang="en-GB" altLang="en-US" b="1" dirty="0">
                <a:latin typeface="Times New Roman" pitchFamily="18" charset="0"/>
              </a:rPr>
              <a:t>accuracy</a:t>
            </a:r>
            <a:r>
              <a:rPr lang="en-GB" altLang="en-US" dirty="0">
                <a:latin typeface="Times New Roman" pitchFamily="18" charset="0"/>
              </a:rPr>
              <a:t> is important but not </a:t>
            </a:r>
            <a:r>
              <a:rPr lang="en-GB" altLang="en-US" b="1" dirty="0">
                <a:latin typeface="Times New Roman" pitchFamily="18" charset="0"/>
              </a:rPr>
              <a:t>sufficient – basically supports children who are stuck at the acquisition stage</a:t>
            </a:r>
          </a:p>
          <a:p>
            <a:pPr>
              <a:buFontTx/>
              <a:buChar char="•"/>
            </a:pPr>
            <a:r>
              <a:rPr lang="en-GB" altLang="en-US" dirty="0">
                <a:latin typeface="Times New Roman" pitchFamily="18" charset="0"/>
              </a:rPr>
              <a:t>Without development of fluent performance, progression to maintenance will not happen and the skill will be forgotten</a:t>
            </a:r>
          </a:p>
          <a:p>
            <a:pPr>
              <a:buFontTx/>
              <a:buChar char="•"/>
            </a:pPr>
            <a:r>
              <a:rPr lang="en-GB" altLang="en-US" dirty="0">
                <a:latin typeface="Times New Roman" pitchFamily="18" charset="0"/>
              </a:rPr>
              <a:t>Sometimes we can make assumptions that a child ‘can’t do’ when in fact they are capable of acquiring the skill, but because they haven’t developed fluency, they lose it, and it can appear like they never learned it in the first place</a:t>
            </a:r>
            <a:endParaRPr lang="en-GB" altLang="en-US" b="1" dirty="0">
              <a:latin typeface="Times New Roman"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ChangeArrowheads="1" noTextEdit="1"/>
          </p:cNvSpPr>
          <p:nvPr>
            <p:ph type="sldImg"/>
          </p:nvPr>
        </p:nvSpPr>
        <p:spPr>
          <a:ln/>
        </p:spPr>
      </p:sp>
      <p:sp>
        <p:nvSpPr>
          <p:cNvPr id="48131" name="Rectangle 3"/>
          <p:cNvSpPr>
            <a:spLocks noGrp="1" noChangeArrowheads="1"/>
          </p:cNvSpPr>
          <p:nvPr>
            <p:ph type="body" idx="1"/>
          </p:nvPr>
        </p:nvSpPr>
        <p:spPr>
          <a:noFill/>
        </p:spPr>
        <p:txBody>
          <a:bodyPr/>
          <a:lstStyle/>
          <a:p>
            <a:endParaRPr lang="en-GB" altLang="en-US" dirty="0"/>
          </a:p>
          <a:p>
            <a:r>
              <a:rPr lang="en-GB" altLang="en-US" dirty="0"/>
              <a:t>There are 6 steps to delivering precision monitoring;</a:t>
            </a:r>
          </a:p>
          <a:p>
            <a:endParaRPr lang="en-GB" altLang="en-US" dirty="0"/>
          </a:p>
          <a:p>
            <a:pPr>
              <a:lnSpc>
                <a:spcPct val="80000"/>
              </a:lnSpc>
              <a:buFontTx/>
              <a:buAutoNum type="arabicPeriod"/>
            </a:pPr>
            <a:r>
              <a:rPr lang="en-GB" altLang="en-US" dirty="0"/>
              <a:t>Identify a specific difficulty and acquire a baseline.</a:t>
            </a:r>
          </a:p>
          <a:p>
            <a:pPr>
              <a:lnSpc>
                <a:spcPct val="80000"/>
              </a:lnSpc>
            </a:pPr>
            <a:endParaRPr lang="en-GB" altLang="en-US" dirty="0"/>
          </a:p>
          <a:p>
            <a:pPr>
              <a:lnSpc>
                <a:spcPct val="80000"/>
              </a:lnSpc>
              <a:buFontTx/>
              <a:buAutoNum type="arabicPeriod" startAt="2"/>
            </a:pPr>
            <a:r>
              <a:rPr lang="en-GB" altLang="en-US" dirty="0"/>
              <a:t>Setting a target.</a:t>
            </a:r>
          </a:p>
          <a:p>
            <a:pPr>
              <a:lnSpc>
                <a:spcPct val="80000"/>
              </a:lnSpc>
            </a:pPr>
            <a:endParaRPr lang="en-GB" altLang="en-US" dirty="0"/>
          </a:p>
          <a:p>
            <a:pPr>
              <a:lnSpc>
                <a:spcPct val="80000"/>
              </a:lnSpc>
              <a:buFontTx/>
              <a:buAutoNum type="arabicPeriod" startAt="3"/>
            </a:pPr>
            <a:r>
              <a:rPr lang="en-GB" altLang="en-US" dirty="0"/>
              <a:t>Teaching </a:t>
            </a:r>
          </a:p>
          <a:p>
            <a:pPr>
              <a:lnSpc>
                <a:spcPct val="80000"/>
              </a:lnSpc>
              <a:buFontTx/>
              <a:buAutoNum type="arabicPeriod" startAt="3"/>
            </a:pPr>
            <a:endParaRPr lang="en-GB" altLang="en-US" dirty="0"/>
          </a:p>
          <a:p>
            <a:pPr>
              <a:lnSpc>
                <a:spcPct val="80000"/>
              </a:lnSpc>
              <a:buFontTx/>
              <a:buAutoNum type="arabicPeriod" startAt="3"/>
            </a:pPr>
            <a:r>
              <a:rPr lang="en-GB" altLang="en-US" dirty="0"/>
              <a:t>Monitor child’s performance daily. (We’ve used the word PROBE here – we’ll come back to this)</a:t>
            </a:r>
          </a:p>
          <a:p>
            <a:pPr>
              <a:lnSpc>
                <a:spcPct val="80000"/>
              </a:lnSpc>
              <a:buFontTx/>
              <a:buAutoNum type="arabicPeriod" startAt="3"/>
            </a:pPr>
            <a:endParaRPr lang="en-GB" altLang="en-US" dirty="0"/>
          </a:p>
          <a:p>
            <a:pPr>
              <a:lnSpc>
                <a:spcPct val="80000"/>
              </a:lnSpc>
              <a:buFontTx/>
              <a:buAutoNum type="arabicPeriod" startAt="5"/>
            </a:pPr>
            <a:r>
              <a:rPr lang="en-GB" altLang="en-US" dirty="0"/>
              <a:t>Charting results and making a note of teaching methods.</a:t>
            </a:r>
          </a:p>
          <a:p>
            <a:pPr>
              <a:lnSpc>
                <a:spcPct val="80000"/>
              </a:lnSpc>
              <a:buFontTx/>
              <a:buAutoNum type="arabicPeriod" startAt="5"/>
            </a:pPr>
            <a:endParaRPr lang="en-GB" altLang="en-US" dirty="0"/>
          </a:p>
          <a:p>
            <a:pPr>
              <a:lnSpc>
                <a:spcPct val="80000"/>
              </a:lnSpc>
              <a:buFontTx/>
              <a:buAutoNum type="arabicPeriod" startAt="6"/>
            </a:pPr>
            <a:r>
              <a:rPr lang="en-GB" altLang="en-US" dirty="0"/>
              <a:t>Analysing  data to determine if a change of target or  teaching method is needed.</a:t>
            </a:r>
            <a:endParaRPr lang="en-GB" altLang="en-US" i="1"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a:ln/>
        </p:spPr>
      </p:sp>
      <p:sp>
        <p:nvSpPr>
          <p:cNvPr id="33795" name="Notes Placeholder 2"/>
          <p:cNvSpPr>
            <a:spLocks noGrp="1"/>
          </p:cNvSpPr>
          <p:nvPr>
            <p:ph type="body" idx="1"/>
          </p:nvPr>
        </p:nvSpPr>
        <p:spPr>
          <a:noFill/>
        </p:spPr>
        <p:txBody>
          <a:bodyPr/>
          <a:lstStyle/>
          <a:p>
            <a:pPr eaLnBrk="1" hangingPunct="1"/>
            <a:endParaRPr lang="en-US" altLang="en-US"/>
          </a:p>
        </p:txBody>
      </p:sp>
      <p:sp>
        <p:nvSpPr>
          <p:cNvPr id="3379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AD432B09-0467-4C72-970E-0AD4918F873B}" type="slidenum">
              <a:rPr lang="en-GB" altLang="en-US" smtClean="0"/>
              <a:pPr eaLnBrk="1" hangingPunct="1">
                <a:spcBef>
                  <a:spcPct val="0"/>
                </a:spcBef>
              </a:pPr>
              <a:t>10</a:t>
            </a:fld>
            <a:endParaRPr lang="en-GB"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p:spPr>
        <p:txBody>
          <a:bodyPr/>
          <a:lstStyle/>
          <a:p>
            <a:pPr eaLnBrk="1" hangingPunct="1"/>
            <a:endParaRPr lang="en-US" altLang="en-US"/>
          </a:p>
        </p:txBody>
      </p:sp>
      <p:sp>
        <p:nvSpPr>
          <p:cNvPr id="3482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8B78F42-A856-4222-B6BC-850A46BB3ADB}" type="slidenum">
              <a:rPr lang="en-GB" altLang="en-US" smtClean="0"/>
              <a:pPr eaLnBrk="1" hangingPunct="1">
                <a:spcBef>
                  <a:spcPct val="0"/>
                </a:spcBef>
              </a:pPr>
              <a:t>11</a:t>
            </a:fld>
            <a:endParaRPr lang="en-GB"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p:cNvSpPr>
            <a:spLocks noGrp="1" noRot="1" noChangeAspect="1" noTextEdit="1"/>
          </p:cNvSpPr>
          <p:nvPr>
            <p:ph type="sldImg"/>
          </p:nvPr>
        </p:nvSpPr>
        <p:spPr>
          <a:ln/>
        </p:spPr>
      </p:sp>
      <p:sp>
        <p:nvSpPr>
          <p:cNvPr id="35843" name="Notes Placeholder 2"/>
          <p:cNvSpPr>
            <a:spLocks noGrp="1"/>
          </p:cNvSpPr>
          <p:nvPr>
            <p:ph type="body" idx="1"/>
          </p:nvPr>
        </p:nvSpPr>
        <p:spPr>
          <a:noFill/>
        </p:spPr>
        <p:txBody>
          <a:bodyPr/>
          <a:lstStyle/>
          <a:p>
            <a:pPr eaLnBrk="1" hangingPunct="1"/>
            <a:endParaRPr lang="en-US" altLang="en-US"/>
          </a:p>
        </p:txBody>
      </p:sp>
      <p:sp>
        <p:nvSpPr>
          <p:cNvPr id="3584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FB74C01D-50B5-4FD6-8838-E8C271F30420}" type="slidenum">
              <a:rPr lang="en-GB" altLang="en-US" smtClean="0"/>
              <a:pPr eaLnBrk="1" hangingPunct="1">
                <a:spcBef>
                  <a:spcPct val="0"/>
                </a:spcBef>
              </a:pPr>
              <a:t>12</a:t>
            </a:fld>
            <a:endParaRPr lang="en-GB"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p:spPr>
        <p:txBody>
          <a:bodyPr/>
          <a:lstStyle/>
          <a:p>
            <a:pPr eaLnBrk="1" hangingPunct="1"/>
            <a:endParaRPr lang="en-US" altLang="en-US"/>
          </a:p>
        </p:txBody>
      </p:sp>
      <p:sp>
        <p:nvSpPr>
          <p:cNvPr id="36868"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F152D60A-6A3B-4D67-905F-FC2DA5C15B4E}" type="slidenum">
              <a:rPr lang="en-GB" altLang="en-US" smtClean="0"/>
              <a:pPr eaLnBrk="1" hangingPunct="1">
                <a:spcBef>
                  <a:spcPct val="0"/>
                </a:spcBef>
              </a:pPr>
              <a:t>13</a:t>
            </a:fld>
            <a:endParaRPr lang="en-GB"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p:spPr>
        <p:txBody>
          <a:bodyPr/>
          <a:lstStyle/>
          <a:p>
            <a:pPr eaLnBrk="1" hangingPunct="1"/>
            <a:endParaRPr lang="en-US" altLang="en-US"/>
          </a:p>
        </p:txBody>
      </p:sp>
      <p:sp>
        <p:nvSpPr>
          <p:cNvPr id="3789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8FC456E6-F487-412D-9D2E-B568FCBDEE94}" type="slidenum">
              <a:rPr lang="en-GB" altLang="en-US" smtClean="0"/>
              <a:pPr eaLnBrk="1" hangingPunct="1">
                <a:spcBef>
                  <a:spcPct val="0"/>
                </a:spcBef>
              </a:pPr>
              <a:t>14</a:t>
            </a:fld>
            <a:endParaRPr lang="en-GB"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8915" name="Notes Placeholder 2"/>
          <p:cNvSpPr>
            <a:spLocks noGrp="1"/>
          </p:cNvSpPr>
          <p:nvPr>
            <p:ph type="body" idx="1"/>
          </p:nvPr>
        </p:nvSpPr>
        <p:spPr>
          <a:noFill/>
        </p:spPr>
        <p:txBody>
          <a:bodyPr/>
          <a:lstStyle/>
          <a:p>
            <a:pPr eaLnBrk="1" hangingPunct="1"/>
            <a:endParaRPr lang="en-US" altLang="en-US"/>
          </a:p>
        </p:txBody>
      </p:sp>
      <p:sp>
        <p:nvSpPr>
          <p:cNvPr id="3891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86E3AE27-7A23-4BFE-8301-583CF111CFE1}" type="slidenum">
              <a:rPr lang="en-GB" altLang="en-US" smtClean="0"/>
              <a:pPr eaLnBrk="1" hangingPunct="1">
                <a:spcBef>
                  <a:spcPct val="0"/>
                </a:spcBef>
              </a:pPr>
              <a:t>15</a:t>
            </a:fld>
            <a:endParaRPr lang="en-GB"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p:spPr>
        <p:txBody>
          <a:bodyPr/>
          <a:lstStyle/>
          <a:p>
            <a:pPr eaLnBrk="1" hangingPunct="1"/>
            <a:endParaRPr lang="en-US" altLang="en-US"/>
          </a:p>
        </p:txBody>
      </p:sp>
      <p:sp>
        <p:nvSpPr>
          <p:cNvPr id="39940"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9971BD4A-EB73-4FF8-B1FF-B422B85B5B2D}" type="slidenum">
              <a:rPr lang="en-GB" altLang="en-US" smtClean="0"/>
              <a:pPr eaLnBrk="1" hangingPunct="1">
                <a:spcBef>
                  <a:spcPct val="0"/>
                </a:spcBef>
              </a:pPr>
              <a:t>16</a:t>
            </a:fld>
            <a:endParaRPr lang="en-GB"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p:spPr>
        <p:txBody>
          <a:bodyPr/>
          <a:lstStyle/>
          <a:p>
            <a:pPr eaLnBrk="1" hangingPunct="1"/>
            <a:endParaRPr lang="en-US" altLang="en-US"/>
          </a:p>
        </p:txBody>
      </p:sp>
      <p:sp>
        <p:nvSpPr>
          <p:cNvPr id="40964"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598F9B20-7AC5-4014-97BC-8612D19874D9}" type="slidenum">
              <a:rPr lang="en-GB" altLang="en-US" smtClean="0"/>
              <a:pPr eaLnBrk="1" hangingPunct="1">
                <a:spcBef>
                  <a:spcPct val="0"/>
                </a:spcBef>
              </a:pPr>
              <a:t>17</a:t>
            </a:fld>
            <a:endParaRPr lang="en-GB"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p:spPr>
        <p:txBody>
          <a:bodyPr/>
          <a:lstStyle/>
          <a:p>
            <a:pPr eaLnBrk="1" hangingPunct="1"/>
            <a:endParaRPr lang="en-US" altLang="en-US"/>
          </a:p>
        </p:txBody>
      </p:sp>
      <p:sp>
        <p:nvSpPr>
          <p:cNvPr id="41988"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6DDC164F-6D1B-4967-9DCE-6899F85E6EA5}" type="slidenum">
              <a:rPr lang="en-GB" altLang="en-US" smtClean="0"/>
              <a:pPr eaLnBrk="1" hangingPunct="1">
                <a:spcBef>
                  <a:spcPct val="0"/>
                </a:spcBef>
              </a:pPr>
              <a:t>18</a:t>
            </a:fld>
            <a:endParaRPr lang="en-GB"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43011" name="Notes Placeholder 2"/>
          <p:cNvSpPr>
            <a:spLocks noGrp="1"/>
          </p:cNvSpPr>
          <p:nvPr>
            <p:ph type="body" idx="1"/>
          </p:nvPr>
        </p:nvSpPr>
        <p:spPr>
          <a:noFill/>
        </p:spPr>
        <p:txBody>
          <a:bodyPr/>
          <a:lstStyle/>
          <a:p>
            <a:pPr eaLnBrk="1" hangingPunct="1"/>
            <a:endParaRPr lang="en-US" altLang="en-US"/>
          </a:p>
        </p:txBody>
      </p:sp>
      <p:sp>
        <p:nvSpPr>
          <p:cNvPr id="43012"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2206C5BA-2DB2-4DF7-871B-036E37BDD880}" type="slidenum">
              <a:rPr lang="en-GB" altLang="en-US" smtClean="0"/>
              <a:pPr eaLnBrk="1" hangingPunct="1">
                <a:spcBef>
                  <a:spcPct val="0"/>
                </a:spcBef>
              </a:pPr>
              <a:t>19</a:t>
            </a:fld>
            <a:endParaRPr lang="en-GB"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p:spPr>
        <p:txBody>
          <a:bodyPr/>
          <a:lstStyle/>
          <a:p>
            <a:pPr eaLnBrk="1" hangingPunct="1"/>
            <a:endParaRPr lang="en-US" altLang="en-US"/>
          </a:p>
        </p:txBody>
      </p:sp>
      <p:sp>
        <p:nvSpPr>
          <p:cNvPr id="44036" name="Slide Number Placeholder 3"/>
          <p:cNvSpPr>
            <a:spLocks noGrp="1"/>
          </p:cNvSpPr>
          <p:nvPr>
            <p:ph type="sldNum" sz="quarter" idx="5"/>
          </p:nvPr>
        </p:nvSpPr>
        <p:spPr>
          <a:noFill/>
        </p:spPr>
        <p:txBody>
          <a:bodyPr/>
          <a:lstStyle>
            <a:lvl1pPr eaLnBrk="0" hangingPunct="0">
              <a:spcBef>
                <a:spcPct val="30000"/>
              </a:spcBef>
              <a:defRPr sz="1200">
                <a:solidFill>
                  <a:schemeClr val="tx1"/>
                </a:solidFill>
                <a:latin typeface="Times New Roman" pitchFamily="18" charset="0"/>
              </a:defRPr>
            </a:lvl1pPr>
            <a:lvl2pPr marL="742950" indent="-285750" eaLnBrk="0" hangingPunct="0">
              <a:spcBef>
                <a:spcPct val="30000"/>
              </a:spcBef>
              <a:defRPr sz="1200">
                <a:solidFill>
                  <a:schemeClr val="tx1"/>
                </a:solidFill>
                <a:latin typeface="Times New Roman" pitchFamily="18" charset="0"/>
              </a:defRPr>
            </a:lvl2pPr>
            <a:lvl3pPr marL="1143000" indent="-228600" eaLnBrk="0" hangingPunct="0">
              <a:spcBef>
                <a:spcPct val="30000"/>
              </a:spcBef>
              <a:defRPr sz="1200">
                <a:solidFill>
                  <a:schemeClr val="tx1"/>
                </a:solidFill>
                <a:latin typeface="Times New Roman" pitchFamily="18" charset="0"/>
              </a:defRPr>
            </a:lvl3pPr>
            <a:lvl4pPr marL="1600200" indent="-228600" eaLnBrk="0" hangingPunct="0">
              <a:spcBef>
                <a:spcPct val="30000"/>
              </a:spcBef>
              <a:defRPr sz="1200">
                <a:solidFill>
                  <a:schemeClr val="tx1"/>
                </a:solidFill>
                <a:latin typeface="Times New Roman" pitchFamily="18" charset="0"/>
              </a:defRPr>
            </a:lvl4pPr>
            <a:lvl5pPr marL="2057400" indent="-228600" eaLnBrk="0" hangingPunct="0">
              <a:spcBef>
                <a:spcPct val="30000"/>
              </a:spcBef>
              <a:defRPr sz="1200">
                <a:solidFill>
                  <a:schemeClr val="tx1"/>
                </a:solidFill>
                <a:latin typeface="Times New Roman" pitchFamily="18" charset="0"/>
              </a:defRPr>
            </a:lvl5pPr>
            <a:lvl6pPr marL="2514600" indent="-228600" eaLnBrk="0" fontAlgn="base" hangingPunct="0">
              <a:spcBef>
                <a:spcPct val="30000"/>
              </a:spcBef>
              <a:spcAft>
                <a:spcPct val="0"/>
              </a:spcAft>
              <a:defRPr sz="1200">
                <a:solidFill>
                  <a:schemeClr val="tx1"/>
                </a:solidFill>
                <a:latin typeface="Times New Roman" pitchFamily="18" charset="0"/>
              </a:defRPr>
            </a:lvl6pPr>
            <a:lvl7pPr marL="2971800" indent="-228600" eaLnBrk="0" fontAlgn="base" hangingPunct="0">
              <a:spcBef>
                <a:spcPct val="30000"/>
              </a:spcBef>
              <a:spcAft>
                <a:spcPct val="0"/>
              </a:spcAft>
              <a:defRPr sz="1200">
                <a:solidFill>
                  <a:schemeClr val="tx1"/>
                </a:solidFill>
                <a:latin typeface="Times New Roman" pitchFamily="18" charset="0"/>
              </a:defRPr>
            </a:lvl7pPr>
            <a:lvl8pPr marL="3429000" indent="-228600" eaLnBrk="0" fontAlgn="base" hangingPunct="0">
              <a:spcBef>
                <a:spcPct val="30000"/>
              </a:spcBef>
              <a:spcAft>
                <a:spcPct val="0"/>
              </a:spcAft>
              <a:defRPr sz="1200">
                <a:solidFill>
                  <a:schemeClr val="tx1"/>
                </a:solidFill>
                <a:latin typeface="Times New Roman" pitchFamily="18" charset="0"/>
              </a:defRPr>
            </a:lvl8pPr>
            <a:lvl9pPr marL="3886200" indent="-228600" eaLnBrk="0" fontAlgn="base" hangingPunct="0">
              <a:spcBef>
                <a:spcPct val="30000"/>
              </a:spcBef>
              <a:spcAft>
                <a:spcPct val="0"/>
              </a:spcAft>
              <a:defRPr sz="1200">
                <a:solidFill>
                  <a:schemeClr val="tx1"/>
                </a:solidFill>
                <a:latin typeface="Times New Roman" pitchFamily="18" charset="0"/>
              </a:defRPr>
            </a:lvl9pPr>
          </a:lstStyle>
          <a:p>
            <a:pPr eaLnBrk="1" hangingPunct="1">
              <a:spcBef>
                <a:spcPct val="0"/>
              </a:spcBef>
            </a:pPr>
            <a:fld id="{DCED89B3-E876-41C1-830D-48F44DE148DD}" type="slidenum">
              <a:rPr lang="en-GB" altLang="en-US" smtClean="0"/>
              <a:pPr eaLnBrk="1" hangingPunct="1">
                <a:spcBef>
                  <a:spcPct val="0"/>
                </a:spcBef>
              </a:pPr>
              <a:t>20</a:t>
            </a:fld>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a:p>
        </p:txBody>
      </p:sp>
      <p:pic>
        <p:nvPicPr>
          <p:cNvPr id="5"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4" name="Rectangle 2"/>
          <p:cNvSpPr>
            <a:spLocks noGrp="1" noChangeArrowheads="1"/>
          </p:cNvSpPr>
          <p:nvPr>
            <p:ph type="ctrTitle"/>
          </p:nvPr>
        </p:nvSpPr>
        <p:spPr>
          <a:xfrm>
            <a:off x="685800" y="2130425"/>
            <a:ext cx="7772400" cy="1470025"/>
          </a:xfrm>
        </p:spPr>
        <p:txBody>
          <a:bodyPr/>
          <a:lstStyle>
            <a:lvl1pPr>
              <a:defRPr smtClean="0"/>
            </a:lvl1pPr>
          </a:lstStyle>
          <a:p>
            <a:pPr lvl="0"/>
            <a:r>
              <a:rPr lang="en-GB" noProof="0"/>
              <a:t>Click to edit Master title style</a:t>
            </a:r>
          </a:p>
        </p:txBody>
      </p:sp>
      <p:sp>
        <p:nvSpPr>
          <p:cNvPr id="76805" name="Rectangle 3"/>
          <p:cNvSpPr>
            <a:spLocks noGrp="1" noChangeArrowheads="1"/>
          </p:cNvSpPr>
          <p:nvPr>
            <p:ph type="subTitle" idx="1"/>
          </p:nvPr>
        </p:nvSpPr>
        <p:spPr>
          <a:xfrm>
            <a:off x="1371600" y="3886200"/>
            <a:ext cx="6400800" cy="1752600"/>
          </a:xfrm>
        </p:spPr>
        <p:txBody>
          <a:bodyPr/>
          <a:lstStyle>
            <a:lvl1pPr marL="0" indent="0" algn="ctr">
              <a:buFontTx/>
              <a:buNone/>
              <a:defRPr smtClean="0"/>
            </a:lvl1pPr>
          </a:lstStyle>
          <a:p>
            <a:pPr lvl="0"/>
            <a:r>
              <a:rPr lang="en-GB" noProof="0"/>
              <a:t>Click to edit Master subtitle style</a:t>
            </a:r>
          </a:p>
        </p:txBody>
      </p:sp>
    </p:spTree>
    <p:extLst>
      <p:ext uri="{BB962C8B-B14F-4D97-AF65-F5344CB8AC3E}">
        <p14:creationId xmlns:p14="http://schemas.microsoft.com/office/powerpoint/2010/main" val="2002736697"/>
      </p:ext>
    </p:extLst>
  </p:cSld>
  <p:clrMapOvr>
    <a:masterClrMapping/>
  </p:clrMapOvr>
  <p:transition spd="slow"/>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Tree>
    <p:extLst>
      <p:ext uri="{BB962C8B-B14F-4D97-AF65-F5344CB8AC3E}">
        <p14:creationId xmlns:p14="http://schemas.microsoft.com/office/powerpoint/2010/main" val="41733208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a:p>
        </p:txBody>
      </p:sp>
      <p:pic>
        <p:nvPicPr>
          <p:cNvPr id="5"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807886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4652158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698826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6F4003C-6738-41FC-BD70-AFBCE629531F}" type="datetime1">
              <a:rPr lang="en-GB"/>
              <a:pPr>
                <a:defRPr/>
              </a:pPr>
              <a:t>01/12/2022</a:t>
            </a:fld>
            <a:endParaRPr lang="en-GB"/>
          </a:p>
        </p:txBody>
      </p:sp>
      <p:sp>
        <p:nvSpPr>
          <p:cNvPr id="4"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5"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D8854724-4FFB-415E-BBC6-2B7B0C02FD8B}" type="slidenum">
              <a:rPr lang="en-GB"/>
              <a:pPr>
                <a:defRPr/>
              </a:pPr>
              <a:t>‹#›</a:t>
            </a:fld>
            <a:endParaRPr lang="en-GB"/>
          </a:p>
        </p:txBody>
      </p:sp>
    </p:spTree>
    <p:extLst>
      <p:ext uri="{BB962C8B-B14F-4D97-AF65-F5344CB8AC3E}">
        <p14:creationId xmlns:p14="http://schemas.microsoft.com/office/powerpoint/2010/main" val="21007568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a:p>
        </p:txBody>
      </p:sp>
      <p:pic>
        <p:nvPicPr>
          <p:cNvPr id="3" name="Picture 3" descr="RBWM logo"/>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8F897936-E795-4A52-BB7D-A42C4541CC71}" type="datetime1">
              <a:rPr lang="en-GB"/>
              <a:pPr>
                <a:defRPr/>
              </a:pPr>
              <a:t>01/12/2022</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873F35B5-BBFA-4553-9578-0B3BCDFBFFAA}" type="slidenum">
              <a:rPr lang="en-GB"/>
              <a:pPr>
                <a:defRPr/>
              </a:pPr>
              <a:t>‹#›</a:t>
            </a:fld>
            <a:endParaRPr lang="en-GB"/>
          </a:p>
        </p:txBody>
      </p:sp>
    </p:spTree>
    <p:extLst>
      <p:ext uri="{BB962C8B-B14F-4D97-AF65-F5344CB8AC3E}">
        <p14:creationId xmlns:p14="http://schemas.microsoft.com/office/powerpoint/2010/main" val="1114454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6E7A34B-FD5E-4F5A-B0F7-A015E01D7F83}" type="datetime1">
              <a:rPr lang="en-GB"/>
              <a:pPr>
                <a:defRPr/>
              </a:pPr>
              <a:t>01/12/2022</a:t>
            </a:fld>
            <a:endParaRPr lang="en-GB"/>
          </a:p>
        </p:txBody>
      </p:sp>
      <p:sp>
        <p:nvSpPr>
          <p:cNvPr id="6" name="Footer Placeholder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7" name="Slide Number Placeholder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18BB7CEF-913A-4CD2-BCDB-CEFECA428A20}" type="slidenum">
              <a:rPr lang="en-GB"/>
              <a:pPr>
                <a:defRPr/>
              </a:pPr>
              <a:t>‹#›</a:t>
            </a:fld>
            <a:endParaRPr lang="en-GB"/>
          </a:p>
        </p:txBody>
      </p:sp>
    </p:spTree>
    <p:extLst>
      <p:ext uri="{BB962C8B-B14F-4D97-AF65-F5344CB8AC3E}">
        <p14:creationId xmlns:p14="http://schemas.microsoft.com/office/powerpoint/2010/main" val="871590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Tree>
    <p:extLst>
      <p:ext uri="{BB962C8B-B14F-4D97-AF65-F5344CB8AC3E}">
        <p14:creationId xmlns:p14="http://schemas.microsoft.com/office/powerpoint/2010/main" val="29965196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02357B16-948E-4B4A-900D-38F428561B15}" type="datetime1">
              <a:rPr lang="en-GB"/>
              <a:pPr>
                <a:defRPr/>
              </a:pPr>
              <a:t>01/12/2022</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6997A6F1-171F-4AF8-97F5-1636272C9144}" type="slidenum">
              <a:rPr lang="en-GB"/>
              <a:pPr>
                <a:defRPr/>
              </a:pPr>
              <a:t>‹#›</a:t>
            </a:fld>
            <a:endParaRPr lang="en-GB"/>
          </a:p>
        </p:txBody>
      </p:sp>
    </p:spTree>
    <p:extLst>
      <p:ext uri="{BB962C8B-B14F-4D97-AF65-F5344CB8AC3E}">
        <p14:creationId xmlns:p14="http://schemas.microsoft.com/office/powerpoint/2010/main" val="1169666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CA572428-9FAC-4324-9994-55C8D94D3425}" type="datetime1">
              <a:rPr lang="en-GB"/>
              <a:pPr>
                <a:defRPr/>
              </a:pPr>
              <a:t>01/12/2022</a:t>
            </a:fld>
            <a:endParaRPr lang="en-GB"/>
          </a:p>
        </p:txBody>
      </p:sp>
      <p:sp>
        <p:nvSpPr>
          <p:cNvPr id="5" name="Rectangle 5"/>
          <p:cNvSpPr>
            <a:spLocks noGrp="1" noChangeArrowheads="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6" name="Rectangle 6"/>
          <p:cNvSpPr>
            <a:spLocks noGrp="1" noChangeArrowheads="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FEE0D5A8-55DD-4B37-923E-F5B356956D74}" type="slidenum">
              <a:rPr lang="en-GB"/>
              <a:pPr>
                <a:defRPr/>
              </a:pPr>
              <a:t>‹#›</a:t>
            </a:fld>
            <a:endParaRPr lang="en-GB"/>
          </a:p>
        </p:txBody>
      </p:sp>
    </p:spTree>
    <p:extLst>
      <p:ext uri="{BB962C8B-B14F-4D97-AF65-F5344CB8AC3E}">
        <p14:creationId xmlns:p14="http://schemas.microsoft.com/office/powerpoint/2010/main" val="3871789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85800" y="609600"/>
            <a:ext cx="7772400"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Date Placeholder 2"/>
          <p:cNvSpPr>
            <a:spLocks noGrp="1"/>
          </p:cNvSpPr>
          <p:nvPr>
            <p:ph type="dt" sz="half" idx="10"/>
          </p:nvPr>
        </p:nvSpPr>
        <p:spPr>
          <a:xfrm>
            <a:off x="685800" y="6248400"/>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B2C003A3-ECE7-451A-A269-EC3993D07DC1}" type="datetime1">
              <a:rPr lang="en-GB"/>
              <a:pPr>
                <a:defRPr/>
              </a:pPr>
              <a:t>01/12/2022</a:t>
            </a:fld>
            <a:endParaRPr lang="en-GB"/>
          </a:p>
        </p:txBody>
      </p:sp>
      <p:sp>
        <p:nvSpPr>
          <p:cNvPr id="4" name="Footer Placeholder 3"/>
          <p:cNvSpPr>
            <a:spLocks noGrp="1"/>
          </p:cNvSpPr>
          <p:nvPr>
            <p:ph type="ftr" sz="quarter" idx="11"/>
          </p:nvPr>
        </p:nvSpPr>
        <p:spPr>
          <a:xfrm>
            <a:off x="3124200" y="6248400"/>
            <a:ext cx="2895600" cy="457200"/>
          </a:xfrm>
          <a:prstGeom prst="rect">
            <a:avLst/>
          </a:prstGeom>
        </p:spPr>
        <p:txBody>
          <a:bodyPr/>
          <a:lstStyle>
            <a:lvl1pPr>
              <a:defRPr>
                <a:latin typeface="Times New Roman" pitchFamily="18" charset="0"/>
                <a:ea typeface="+mn-ea"/>
              </a:defRPr>
            </a:lvl1pPr>
          </a:lstStyle>
          <a:p>
            <a:pPr>
              <a:defRPr/>
            </a:pPr>
            <a:endParaRPr lang="en-GB"/>
          </a:p>
        </p:txBody>
      </p:sp>
      <p:sp>
        <p:nvSpPr>
          <p:cNvPr id="5" name="Slide Number Placeholder 4"/>
          <p:cNvSpPr>
            <a:spLocks noGrp="1"/>
          </p:cNvSpPr>
          <p:nvPr>
            <p:ph type="sldNum" sz="quarter" idx="12"/>
          </p:nvPr>
        </p:nvSpPr>
        <p:spPr>
          <a:xfrm>
            <a:off x="6659563" y="6237288"/>
            <a:ext cx="1905000" cy="457200"/>
          </a:xfrm>
          <a:prstGeom prst="rect">
            <a:avLst/>
          </a:prstGeom>
        </p:spPr>
        <p:txBody>
          <a:bodyPr vert="horz" wrap="square" lIns="91440" tIns="45720" rIns="91440" bIns="45720" numCol="1" anchor="t" anchorCtr="0" compatLnSpc="1">
            <a:prstTxWarp prst="textNoShape">
              <a:avLst/>
            </a:prstTxWarp>
          </a:bodyPr>
          <a:lstStyle>
            <a:lvl1pPr>
              <a:defRPr/>
            </a:lvl1pPr>
          </a:lstStyle>
          <a:p>
            <a:pPr>
              <a:defRPr/>
            </a:pPr>
            <a:fld id="{2E938A0A-4712-4445-A12D-E3A42BB07F6D}" type="slidenum">
              <a:rPr lang="en-GB"/>
              <a:pPr>
                <a:defRPr/>
              </a:pPr>
              <a:t>‹#›</a:t>
            </a:fld>
            <a:endParaRPr lang="en-GB"/>
          </a:p>
        </p:txBody>
      </p:sp>
    </p:spTree>
    <p:extLst>
      <p:ext uri="{BB962C8B-B14F-4D97-AF65-F5344CB8AC3E}">
        <p14:creationId xmlns:p14="http://schemas.microsoft.com/office/powerpoint/2010/main" val="5863774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9144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8768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9"/>
          <p:cNvSpPr>
            <a:spLocks noGrp="1" noChangeArrowheads="1"/>
          </p:cNvSpPr>
          <p:nvPr>
            <p:ph type="dt" sz="half" idx="10"/>
          </p:nvPr>
        </p:nvSpPr>
        <p:spPr>
          <a:xfrm>
            <a:off x="914400" y="6251575"/>
            <a:ext cx="1981200" cy="457200"/>
          </a:xfrm>
          <a:prstGeom prst="rect">
            <a:avLst/>
          </a:prstGeom>
          <a:ln/>
        </p:spPr>
        <p:txBody>
          <a:bodyPr/>
          <a:lstStyle>
            <a:lvl1pPr>
              <a:defRPr/>
            </a:lvl1pPr>
          </a:lstStyle>
          <a:p>
            <a:pPr>
              <a:defRPr/>
            </a:pPr>
            <a:endParaRPr lang="en-GB" altLang="en-US"/>
          </a:p>
        </p:txBody>
      </p:sp>
      <p:sp>
        <p:nvSpPr>
          <p:cNvPr id="6" name="Rectangle 10"/>
          <p:cNvSpPr>
            <a:spLocks noGrp="1" noChangeArrowheads="1"/>
          </p:cNvSpPr>
          <p:nvPr>
            <p:ph type="ftr" sz="quarter" idx="11"/>
          </p:nvPr>
        </p:nvSpPr>
        <p:spPr>
          <a:xfrm>
            <a:off x="3352800" y="6248400"/>
            <a:ext cx="2971800" cy="457200"/>
          </a:xfrm>
          <a:prstGeom prst="rect">
            <a:avLst/>
          </a:prstGeom>
          <a:ln/>
        </p:spPr>
        <p:txBody>
          <a:bodyPr/>
          <a:lstStyle>
            <a:lvl1pPr>
              <a:defRPr/>
            </a:lvl1pPr>
          </a:lstStyle>
          <a:p>
            <a:pPr>
              <a:defRPr/>
            </a:pPr>
            <a:endParaRPr lang="en-GB" altLang="en-US"/>
          </a:p>
        </p:txBody>
      </p:sp>
      <p:sp>
        <p:nvSpPr>
          <p:cNvPr id="7" name="Rectangle 11"/>
          <p:cNvSpPr>
            <a:spLocks noGrp="1" noChangeArrowheads="1"/>
          </p:cNvSpPr>
          <p:nvPr>
            <p:ph type="sldNum" sz="quarter" idx="12"/>
          </p:nvPr>
        </p:nvSpPr>
        <p:spPr>
          <a:xfrm>
            <a:off x="6781800" y="6248400"/>
            <a:ext cx="1905000" cy="457200"/>
          </a:xfrm>
          <a:prstGeom prst="rect">
            <a:avLst/>
          </a:prstGeom>
          <a:ln/>
        </p:spPr>
        <p:txBody>
          <a:bodyPr/>
          <a:lstStyle>
            <a:lvl1pPr>
              <a:defRPr/>
            </a:lvl1pPr>
          </a:lstStyle>
          <a:p>
            <a:pPr>
              <a:defRPr/>
            </a:pPr>
            <a:fld id="{54E004DE-5924-4139-A0E5-45C13928DB9B}" type="slidenum">
              <a:rPr lang="en-GB" altLang="en-US"/>
              <a:pPr>
                <a:defRPr/>
              </a:pPr>
              <a:t>‹#›</a:t>
            </a:fld>
            <a:endParaRPr lang="en-GB" altLang="en-US"/>
          </a:p>
        </p:txBody>
      </p:sp>
    </p:spTree>
    <p:extLst>
      <p:ext uri="{BB962C8B-B14F-4D97-AF65-F5344CB8AC3E}">
        <p14:creationId xmlns:p14="http://schemas.microsoft.com/office/powerpoint/2010/main" val="27673807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539A5168-D90F-49C0-A2E7-11A2C1B3DCBC}" type="datetime1">
              <a:rPr lang="en-GB"/>
              <a:pPr>
                <a:defRPr/>
              </a:pPr>
              <a:t>01/12/2022</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A528CF26-C294-4E99-A965-541338BCD376}" type="slidenum">
              <a:rPr lang="en-GB"/>
              <a:pPr>
                <a:defRPr/>
              </a:pPr>
              <a:t>‹#›</a:t>
            </a:fld>
            <a:endParaRPr lang="en-GB"/>
          </a:p>
        </p:txBody>
      </p:sp>
    </p:spTree>
    <p:extLst>
      <p:ext uri="{BB962C8B-B14F-4D97-AF65-F5344CB8AC3E}">
        <p14:creationId xmlns:p14="http://schemas.microsoft.com/office/powerpoint/2010/main" val="72192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fld id="{DB041A03-9E4F-4A28-BA3C-3E710AC50BFB}" type="datetime1">
              <a:rPr lang="en-GB"/>
              <a:pPr>
                <a:defRPr/>
              </a:pPr>
              <a:t>01/12/2022</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9B6C8A12-96ED-4E9C-98E7-9A79975CB8EB}" type="slidenum">
              <a:rPr lang="en-GB"/>
              <a:pPr>
                <a:defRPr/>
              </a:pPr>
              <a:t>‹#›</a:t>
            </a:fld>
            <a:endParaRPr lang="en-GB"/>
          </a:p>
        </p:txBody>
      </p:sp>
    </p:spTree>
    <p:extLst>
      <p:ext uri="{BB962C8B-B14F-4D97-AF65-F5344CB8AC3E}">
        <p14:creationId xmlns:p14="http://schemas.microsoft.com/office/powerpoint/2010/main" val="3667439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09967D6E-5AC9-4AE8-B48F-7966E1C96FA1}" type="datetime1">
              <a:rPr lang="en-GB"/>
              <a:pPr>
                <a:defRPr/>
              </a:pPr>
              <a:t>01/12/2022</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AC7B07B-B092-419F-8487-9BC78B49CBBE}" type="slidenum">
              <a:rPr lang="en-GB"/>
              <a:pPr>
                <a:defRPr/>
              </a:pPr>
              <a:t>‹#›</a:t>
            </a:fld>
            <a:endParaRPr lang="en-GB"/>
          </a:p>
        </p:txBody>
      </p:sp>
    </p:spTree>
    <p:extLst>
      <p:ext uri="{BB962C8B-B14F-4D97-AF65-F5344CB8AC3E}">
        <p14:creationId xmlns:p14="http://schemas.microsoft.com/office/powerpoint/2010/main" val="26707334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3"/>
          <p:cNvSpPr>
            <a:spLocks noGrp="1"/>
          </p:cNvSpPr>
          <p:nvPr>
            <p:ph type="dt" sz="half" idx="10"/>
          </p:nvPr>
        </p:nvSpPr>
        <p:spPr/>
        <p:txBody>
          <a:bodyPr/>
          <a:lstStyle>
            <a:lvl1pPr>
              <a:defRPr/>
            </a:lvl1pPr>
          </a:lstStyle>
          <a:p>
            <a:pPr>
              <a:defRPr/>
            </a:pPr>
            <a:fld id="{95DA920B-EA4B-4F36-A89A-5B9321645AC6}" type="datetime1">
              <a:rPr lang="en-GB"/>
              <a:pPr>
                <a:defRPr/>
              </a:pPr>
              <a:t>01/12/2022</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9B115315-7ABB-42D4-8681-04AF0B8A40A1}" type="slidenum">
              <a:rPr lang="en-GB"/>
              <a:pPr>
                <a:defRPr/>
              </a:pPr>
              <a:t>‹#›</a:t>
            </a:fld>
            <a:endParaRPr lang="en-GB"/>
          </a:p>
        </p:txBody>
      </p:sp>
    </p:spTree>
    <p:extLst>
      <p:ext uri="{BB962C8B-B14F-4D97-AF65-F5344CB8AC3E}">
        <p14:creationId xmlns:p14="http://schemas.microsoft.com/office/powerpoint/2010/main" val="6273498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3"/>
          <p:cNvSpPr>
            <a:spLocks noGrp="1"/>
          </p:cNvSpPr>
          <p:nvPr>
            <p:ph type="dt" sz="half" idx="10"/>
          </p:nvPr>
        </p:nvSpPr>
        <p:spPr/>
        <p:txBody>
          <a:bodyPr/>
          <a:lstStyle>
            <a:lvl1pPr>
              <a:defRPr/>
            </a:lvl1pPr>
          </a:lstStyle>
          <a:p>
            <a:pPr>
              <a:defRPr/>
            </a:pPr>
            <a:fld id="{8F2A2316-72AC-4317-B2B9-0F141537F0F1}" type="datetime1">
              <a:rPr lang="en-GB"/>
              <a:pPr>
                <a:defRPr/>
              </a:pPr>
              <a:t>01/12/2022</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7AC61D97-E701-4210-832C-56C8BF514541}" type="slidenum">
              <a:rPr lang="en-GB"/>
              <a:pPr>
                <a:defRPr/>
              </a:pPr>
              <a:t>‹#›</a:t>
            </a:fld>
            <a:endParaRPr lang="en-GB"/>
          </a:p>
        </p:txBody>
      </p:sp>
    </p:spTree>
    <p:extLst>
      <p:ext uri="{BB962C8B-B14F-4D97-AF65-F5344CB8AC3E}">
        <p14:creationId xmlns:p14="http://schemas.microsoft.com/office/powerpoint/2010/main" val="8880073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D6C3D48B-1A0B-45F1-B9CA-9EC17A365BED}" type="datetime1">
              <a:rPr lang="en-GB"/>
              <a:pPr>
                <a:defRPr/>
              </a:pPr>
              <a:t>01/12/2022</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5996F801-FE17-46A8-92DF-3FFA59D64D2D}" type="slidenum">
              <a:rPr lang="en-GB"/>
              <a:pPr>
                <a:defRPr/>
              </a:pPr>
              <a:t>‹#›</a:t>
            </a:fld>
            <a:endParaRPr lang="en-GB"/>
          </a:p>
        </p:txBody>
      </p:sp>
    </p:spTree>
    <p:extLst>
      <p:ext uri="{BB962C8B-B14F-4D97-AF65-F5344CB8AC3E}">
        <p14:creationId xmlns:p14="http://schemas.microsoft.com/office/powerpoint/2010/main" val="70241527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65D781D-EE82-4E6C-B265-C1E2BE85CBEB}" type="datetime1">
              <a:rPr lang="en-GB"/>
              <a:pPr>
                <a:defRPr/>
              </a:pPr>
              <a:t>01/12/2022</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19500BD9-FFAA-48B2-9D64-DA569C62C80F}" type="slidenum">
              <a:rPr lang="en-GB"/>
              <a:pPr>
                <a:defRPr/>
              </a:pPr>
              <a:t>‹#›</a:t>
            </a:fld>
            <a:endParaRPr lang="en-GB"/>
          </a:p>
        </p:txBody>
      </p:sp>
    </p:spTree>
    <p:extLst>
      <p:ext uri="{BB962C8B-B14F-4D97-AF65-F5344CB8AC3E}">
        <p14:creationId xmlns:p14="http://schemas.microsoft.com/office/powerpoint/2010/main" val="1549587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06174833-F6D9-4513-80F4-C51AC573DD52}" type="datetime1">
              <a:rPr lang="en-GB"/>
              <a:pPr>
                <a:defRPr/>
              </a:pPr>
              <a:t>01/12/2022</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D95E664D-6DC6-47FE-A53E-8D5B344DF549}" type="slidenum">
              <a:rPr lang="en-GB"/>
              <a:pPr>
                <a:defRPr/>
              </a:pPr>
              <a:t>‹#›</a:t>
            </a:fld>
            <a:endParaRPr lang="en-GB"/>
          </a:p>
        </p:txBody>
      </p:sp>
    </p:spTree>
    <p:extLst>
      <p:ext uri="{BB962C8B-B14F-4D97-AF65-F5344CB8AC3E}">
        <p14:creationId xmlns:p14="http://schemas.microsoft.com/office/powerpoint/2010/main" val="180450633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0832145-82AB-492B-8153-BFBD18891961}" type="datetime1">
              <a:rPr lang="en-GB"/>
              <a:pPr>
                <a:defRPr/>
              </a:pPr>
              <a:t>01/12/2022</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AB792398-66EC-4867-8AC3-F782C66F7016}" type="slidenum">
              <a:rPr lang="en-GB"/>
              <a:pPr>
                <a:defRPr/>
              </a:pPr>
              <a:t>‹#›</a:t>
            </a:fld>
            <a:endParaRPr lang="en-GB"/>
          </a:p>
        </p:txBody>
      </p:sp>
    </p:spTree>
    <p:extLst>
      <p:ext uri="{BB962C8B-B14F-4D97-AF65-F5344CB8AC3E}">
        <p14:creationId xmlns:p14="http://schemas.microsoft.com/office/powerpoint/2010/main" val="4347239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fld id="{D5B2A705-5530-440E-94CF-9E69BC320A08}" type="datetime1">
              <a:rPr lang="en-GB"/>
              <a:pPr>
                <a:defRPr/>
              </a:pPr>
              <a:t>01/12/2022</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B6D7D41-3D4E-4161-9304-9E4DE0E7BE1D}" type="slidenum">
              <a:rPr lang="en-GB"/>
              <a:pPr>
                <a:defRPr/>
              </a:pPr>
              <a:t>‹#›</a:t>
            </a:fld>
            <a:endParaRPr lang="en-GB"/>
          </a:p>
        </p:txBody>
      </p:sp>
    </p:spTree>
    <p:extLst>
      <p:ext uri="{BB962C8B-B14F-4D97-AF65-F5344CB8AC3E}">
        <p14:creationId xmlns:p14="http://schemas.microsoft.com/office/powerpoint/2010/main" val="19511516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fld id="{432BE5CA-3623-426B-B9FD-A1AD5C87A381}" type="datetime1">
              <a:rPr lang="en-GB"/>
              <a:pPr>
                <a:defRPr/>
              </a:pPr>
              <a:t>01/12/2022</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F4597432-9985-4F80-9ADA-01A5F9BC7C85}" type="slidenum">
              <a:rPr lang="en-GB"/>
              <a:pPr>
                <a:defRPr/>
              </a:pPr>
              <a:t>‹#›</a:t>
            </a:fld>
            <a:endParaRPr lang="en-GB"/>
          </a:p>
        </p:txBody>
      </p:sp>
    </p:spTree>
    <p:extLst>
      <p:ext uri="{BB962C8B-B14F-4D97-AF65-F5344CB8AC3E}">
        <p14:creationId xmlns:p14="http://schemas.microsoft.com/office/powerpoint/2010/main" val="16348152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lvl1pPr>
              <a:defRPr/>
            </a:lvl1pPr>
          </a:lstStyle>
          <a:p>
            <a:pPr>
              <a:defRPr/>
            </a:pPr>
            <a:fld id="{DAFA3326-ADAE-4A4F-9C14-8B2AD3F4DD9F}" type="datetime1">
              <a:rPr lang="en-GB"/>
              <a:pPr>
                <a:defRPr/>
              </a:pPr>
              <a:t>01/12/2022</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711C263-FA8D-4220-8D82-93A79A09BEB0}" type="slidenum">
              <a:rPr lang="en-GB"/>
              <a:pPr>
                <a:defRPr/>
              </a:pPr>
              <a:t>‹#›</a:t>
            </a:fld>
            <a:endParaRPr lang="en-GB"/>
          </a:p>
        </p:txBody>
      </p:sp>
    </p:spTree>
    <p:extLst>
      <p:ext uri="{BB962C8B-B14F-4D97-AF65-F5344CB8AC3E}">
        <p14:creationId xmlns:p14="http://schemas.microsoft.com/office/powerpoint/2010/main" val="18452338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fld id="{612018A1-CE7A-4EFE-A1D4-AFBB7FD2CB9B}" type="datetime1">
              <a:rPr lang="en-GB"/>
              <a:pPr>
                <a:defRPr/>
              </a:pPr>
              <a:t>01/12/2022</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0C2A6B35-EF06-4B1D-96FC-BE5C5D1AB587}" type="slidenum">
              <a:rPr lang="en-GB"/>
              <a:pPr>
                <a:defRPr/>
              </a:pPr>
              <a:t>‹#›</a:t>
            </a:fld>
            <a:endParaRPr lang="en-GB"/>
          </a:p>
        </p:txBody>
      </p:sp>
    </p:spTree>
    <p:extLst>
      <p:ext uri="{BB962C8B-B14F-4D97-AF65-F5344CB8AC3E}">
        <p14:creationId xmlns:p14="http://schemas.microsoft.com/office/powerpoint/2010/main" val="11198343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7BB67B7B-6D7F-49B7-88E8-AFC6711841A2}" type="datetime1">
              <a:rPr lang="en-GB"/>
              <a:pPr>
                <a:defRPr/>
              </a:pPr>
              <a:t>01/12/2022</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FAFB2707-D584-471B-B06E-23B286014186}" type="slidenum">
              <a:rPr lang="en-GB"/>
              <a:pPr>
                <a:defRPr/>
              </a:pPr>
              <a:t>‹#›</a:t>
            </a:fld>
            <a:endParaRPr lang="en-GB"/>
          </a:p>
        </p:txBody>
      </p:sp>
    </p:spTree>
    <p:extLst>
      <p:ext uri="{BB962C8B-B14F-4D97-AF65-F5344CB8AC3E}">
        <p14:creationId xmlns:p14="http://schemas.microsoft.com/office/powerpoint/2010/main" val="29800829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3"/>
          <p:cNvSpPr>
            <a:spLocks noGrp="1"/>
          </p:cNvSpPr>
          <p:nvPr>
            <p:ph type="dt" sz="half" idx="10"/>
          </p:nvPr>
        </p:nvSpPr>
        <p:spPr/>
        <p:txBody>
          <a:bodyPr/>
          <a:lstStyle>
            <a:lvl1pPr>
              <a:defRPr/>
            </a:lvl1pPr>
          </a:lstStyle>
          <a:p>
            <a:pPr>
              <a:defRPr/>
            </a:pPr>
            <a:fld id="{B9303D1A-B352-42F9-9844-328503C0CF1C}" type="datetime1">
              <a:rPr lang="en-GB"/>
              <a:pPr>
                <a:defRPr/>
              </a:pPr>
              <a:t>01/12/2022</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DB66A04E-0D32-4A03-9112-3A44FC6113C3}" type="slidenum">
              <a:rPr lang="en-GB"/>
              <a:pPr>
                <a:defRPr/>
              </a:pPr>
              <a:t>‹#›</a:t>
            </a:fld>
            <a:endParaRPr lang="en-GB"/>
          </a:p>
        </p:txBody>
      </p:sp>
    </p:spTree>
    <p:extLst>
      <p:ext uri="{BB962C8B-B14F-4D97-AF65-F5344CB8AC3E}">
        <p14:creationId xmlns:p14="http://schemas.microsoft.com/office/powerpoint/2010/main" val="5897348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3"/>
          <p:cNvSpPr>
            <a:spLocks noGrp="1"/>
          </p:cNvSpPr>
          <p:nvPr>
            <p:ph type="dt" sz="half" idx="10"/>
          </p:nvPr>
        </p:nvSpPr>
        <p:spPr/>
        <p:txBody>
          <a:bodyPr/>
          <a:lstStyle>
            <a:lvl1pPr>
              <a:defRPr/>
            </a:lvl1pPr>
          </a:lstStyle>
          <a:p>
            <a:pPr>
              <a:defRPr/>
            </a:pPr>
            <a:fld id="{7A11C94B-CF08-4F87-A4A1-B0DD84FF0D79}" type="datetime1">
              <a:rPr lang="en-GB"/>
              <a:pPr>
                <a:defRPr/>
              </a:pPr>
              <a:t>01/12/2022</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38407A66-73FB-4060-BEA6-A6CA3616EE5C}" type="slidenum">
              <a:rPr lang="en-GB"/>
              <a:pPr>
                <a:defRPr/>
              </a:pPr>
              <a:t>‹#›</a:t>
            </a:fld>
            <a:endParaRPr lang="en-GB"/>
          </a:p>
        </p:txBody>
      </p:sp>
    </p:spTree>
    <p:extLst>
      <p:ext uri="{BB962C8B-B14F-4D97-AF65-F5344CB8AC3E}">
        <p14:creationId xmlns:p14="http://schemas.microsoft.com/office/powerpoint/2010/main" val="271007047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3"/>
          <p:cNvSpPr>
            <a:spLocks noGrp="1"/>
          </p:cNvSpPr>
          <p:nvPr>
            <p:ph type="dt" sz="half" idx="10"/>
          </p:nvPr>
        </p:nvSpPr>
        <p:spPr/>
        <p:txBody>
          <a:bodyPr/>
          <a:lstStyle>
            <a:lvl1pPr>
              <a:defRPr/>
            </a:lvl1pPr>
          </a:lstStyle>
          <a:p>
            <a:pPr>
              <a:defRPr/>
            </a:pPr>
            <a:fld id="{7E6FF19E-D1CE-4D5E-94B8-E8CF1A039C01}" type="datetime1">
              <a:rPr lang="en-GB"/>
              <a:pPr>
                <a:defRPr/>
              </a:pPr>
              <a:t>01/12/2022</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C6B44138-8C0D-4525-B818-B9C3642F6C53}" type="slidenum">
              <a:rPr lang="en-GB"/>
              <a:pPr>
                <a:defRPr/>
              </a:pPr>
              <a:t>‹#›</a:t>
            </a:fld>
            <a:endParaRPr lang="en-GB"/>
          </a:p>
        </p:txBody>
      </p:sp>
    </p:spTree>
    <p:extLst>
      <p:ext uri="{BB962C8B-B14F-4D97-AF65-F5344CB8AC3E}">
        <p14:creationId xmlns:p14="http://schemas.microsoft.com/office/powerpoint/2010/main" val="4759426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D198C75-5C06-4C85-9C1B-DF880317BB23}" type="datetime1">
              <a:rPr lang="en-GB"/>
              <a:pPr>
                <a:defRPr/>
              </a:pPr>
              <a:t>01/12/2022</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8B7F2BF4-4BBA-42BD-A6CE-204306C3BAB6}" type="slidenum">
              <a:rPr lang="en-GB"/>
              <a:pPr>
                <a:defRPr/>
              </a:pPr>
              <a:t>‹#›</a:t>
            </a:fld>
            <a:endParaRPr lang="en-GB"/>
          </a:p>
        </p:txBody>
      </p:sp>
    </p:spTree>
    <p:extLst>
      <p:ext uri="{BB962C8B-B14F-4D97-AF65-F5344CB8AC3E}">
        <p14:creationId xmlns:p14="http://schemas.microsoft.com/office/powerpoint/2010/main" val="39392888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BF0AA59E-A2AF-4EE3-9BDA-235EB643313B}" type="datetime1">
              <a:rPr lang="en-GB"/>
              <a:pPr>
                <a:defRPr/>
              </a:pPr>
              <a:t>01/12/2022</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BC93314F-FF5D-4CBF-9DCD-3F07549EAC79}" type="slidenum">
              <a:rPr lang="en-GB"/>
              <a:pPr>
                <a:defRPr/>
              </a:pPr>
              <a:t>‹#›</a:t>
            </a:fld>
            <a:endParaRPr lang="en-GB"/>
          </a:p>
        </p:txBody>
      </p:sp>
    </p:spTree>
    <p:extLst>
      <p:ext uri="{BB962C8B-B14F-4D97-AF65-F5344CB8AC3E}">
        <p14:creationId xmlns:p14="http://schemas.microsoft.com/office/powerpoint/2010/main" val="14563402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000E10C-C381-49B9-BAB8-9439F88A6E32}" type="datetime1">
              <a:rPr lang="en-GB"/>
              <a:pPr>
                <a:defRPr/>
              </a:pPr>
              <a:t>01/12/2022</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62268C21-9C5C-41DF-8ABE-9B48E0443565}" type="slidenum">
              <a:rPr lang="en-GB"/>
              <a:pPr>
                <a:defRPr/>
              </a:pPr>
              <a:t>‹#›</a:t>
            </a:fld>
            <a:endParaRPr lang="en-GB"/>
          </a:p>
        </p:txBody>
      </p:sp>
    </p:spTree>
    <p:extLst>
      <p:ext uri="{BB962C8B-B14F-4D97-AF65-F5344CB8AC3E}">
        <p14:creationId xmlns:p14="http://schemas.microsoft.com/office/powerpoint/2010/main" val="85027656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fld id="{A2E45DCB-CC29-4A21-AA7D-6F4099201F96}" type="datetime1">
              <a:rPr lang="en-GB"/>
              <a:pPr>
                <a:defRPr/>
              </a:pPr>
              <a:t>01/12/2022</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3ED17F51-91ED-4B19-B9BA-E952C859CC26}" type="slidenum">
              <a:rPr lang="en-GB"/>
              <a:pPr>
                <a:defRPr/>
              </a:pPr>
              <a:t>‹#›</a:t>
            </a:fld>
            <a:endParaRPr lang="en-GB"/>
          </a:p>
        </p:txBody>
      </p:sp>
    </p:spTree>
    <p:extLst>
      <p:ext uri="{BB962C8B-B14F-4D97-AF65-F5344CB8AC3E}">
        <p14:creationId xmlns:p14="http://schemas.microsoft.com/office/powerpoint/2010/main" val="11277936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lvl1pPr>
              <a:defRPr/>
            </a:lvl1pPr>
          </a:lstStyle>
          <a:p>
            <a:pPr>
              <a:defRPr/>
            </a:pPr>
            <a:fld id="{C4952F77-9E6D-487C-A038-5B8BB71AAE79}" type="datetime1">
              <a:rPr lang="en-GB"/>
              <a:pPr>
                <a:defRPr/>
              </a:pPr>
              <a:t>01/12/2022</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2AAA69DD-0BEF-4114-9F72-8691988F2577}" type="slidenum">
              <a:rPr lang="en-GB"/>
              <a:pPr>
                <a:defRPr/>
              </a:pPr>
              <a:t>‹#›</a:t>
            </a:fld>
            <a:endParaRPr lang="en-GB"/>
          </a:p>
        </p:txBody>
      </p:sp>
    </p:spTree>
    <p:extLst>
      <p:ext uri="{BB962C8B-B14F-4D97-AF65-F5344CB8AC3E}">
        <p14:creationId xmlns:p14="http://schemas.microsoft.com/office/powerpoint/2010/main" val="288128699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457D2EB2-9A70-486C-B712-B9E3C1DD3F59}" type="datetime1">
              <a:rPr lang="en-GB"/>
              <a:pPr>
                <a:defRPr/>
              </a:pPr>
              <a:t>01/12/2022</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582628BC-6046-4E77-8915-D0EA327CFCC6}" type="slidenum">
              <a:rPr lang="en-GB"/>
              <a:pPr>
                <a:defRPr/>
              </a:pPr>
              <a:t>‹#›</a:t>
            </a:fld>
            <a:endParaRPr lang="en-GB"/>
          </a:p>
        </p:txBody>
      </p:sp>
    </p:spTree>
    <p:extLst>
      <p:ext uri="{BB962C8B-B14F-4D97-AF65-F5344CB8AC3E}">
        <p14:creationId xmlns:p14="http://schemas.microsoft.com/office/powerpoint/2010/main" val="22007828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91706372-AE1A-40CA-84FE-E117B61BDA1C}" type="datetime1">
              <a:rPr lang="en-GB"/>
              <a:pPr>
                <a:defRPr/>
              </a:pPr>
              <a:t>01/12/2022</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D01B76DB-3FD4-4C1A-A167-9682C68EA1D1}" type="slidenum">
              <a:rPr lang="en-GB"/>
              <a:pPr>
                <a:defRPr/>
              </a:pPr>
              <a:t>‹#›</a:t>
            </a:fld>
            <a:endParaRPr lang="en-GB"/>
          </a:p>
        </p:txBody>
      </p:sp>
    </p:spTree>
    <p:extLst>
      <p:ext uri="{BB962C8B-B14F-4D97-AF65-F5344CB8AC3E}">
        <p14:creationId xmlns:p14="http://schemas.microsoft.com/office/powerpoint/2010/main" val="265412995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ECFDFC35-F16A-4C47-B53F-B3AA9017E29C}" type="datetime1">
              <a:rPr lang="en-GB"/>
              <a:pPr>
                <a:defRPr/>
              </a:pPr>
              <a:t>01/12/2022</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880F22C-EE71-4077-BA54-1649DFD2D415}" type="slidenum">
              <a:rPr lang="en-GB"/>
              <a:pPr>
                <a:defRPr/>
              </a:pPr>
              <a:t>‹#›</a:t>
            </a:fld>
            <a:endParaRPr lang="en-GB"/>
          </a:p>
        </p:txBody>
      </p:sp>
    </p:spTree>
    <p:extLst>
      <p:ext uri="{BB962C8B-B14F-4D97-AF65-F5344CB8AC3E}">
        <p14:creationId xmlns:p14="http://schemas.microsoft.com/office/powerpoint/2010/main" val="422393292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fld id="{05FB59BB-41EC-458D-9EC3-A3AC830CDAC5}" type="datetime1">
              <a:rPr lang="en-GB"/>
              <a:pPr>
                <a:defRPr/>
              </a:pPr>
              <a:t>01/12/2022</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F2ABC957-EFF2-49EE-84AB-13DAB76A7981}" type="slidenum">
              <a:rPr lang="en-GB"/>
              <a:pPr>
                <a:defRPr/>
              </a:pPr>
              <a:t>‹#›</a:t>
            </a:fld>
            <a:endParaRPr lang="en-GB"/>
          </a:p>
        </p:txBody>
      </p:sp>
    </p:spTree>
    <p:extLst>
      <p:ext uri="{BB962C8B-B14F-4D97-AF65-F5344CB8AC3E}">
        <p14:creationId xmlns:p14="http://schemas.microsoft.com/office/powerpoint/2010/main" val="318421260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fld id="{C7F4B5C6-E0FA-49CE-ACC6-5AC53DE16082}" type="datetime1">
              <a:rPr lang="en-GB"/>
              <a:pPr>
                <a:defRPr/>
              </a:pPr>
              <a:t>01/12/2022</a:t>
            </a:fld>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76F3343B-380D-4B39-912A-4AF97353837D}" type="slidenum">
              <a:rPr lang="en-GB"/>
              <a:pPr>
                <a:defRPr/>
              </a:pPr>
              <a:t>‹#›</a:t>
            </a:fld>
            <a:endParaRPr lang="en-GB"/>
          </a:p>
        </p:txBody>
      </p:sp>
    </p:spTree>
    <p:extLst>
      <p:ext uri="{BB962C8B-B14F-4D97-AF65-F5344CB8AC3E}">
        <p14:creationId xmlns:p14="http://schemas.microsoft.com/office/powerpoint/2010/main" val="158593238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fld id="{C66A9273-9151-4102-BC1A-6ABD478EA0DE}" type="datetime1">
              <a:rPr lang="en-GB"/>
              <a:pPr>
                <a:defRPr/>
              </a:pPr>
              <a:t>01/12/2022</a:t>
            </a:fld>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440D7A55-1825-42F5-8424-2F8D914ED216}" type="slidenum">
              <a:rPr lang="en-GB"/>
              <a:pPr>
                <a:defRPr/>
              </a:pPr>
              <a:t>‹#›</a:t>
            </a:fld>
            <a:endParaRPr lang="en-GB"/>
          </a:p>
        </p:txBody>
      </p:sp>
    </p:spTree>
    <p:extLst>
      <p:ext uri="{BB962C8B-B14F-4D97-AF65-F5344CB8AC3E}">
        <p14:creationId xmlns:p14="http://schemas.microsoft.com/office/powerpoint/2010/main" val="133580553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F8EBED48-AAA2-4476-B00C-B774E4469265}" type="datetime1">
              <a:rPr lang="en-GB"/>
              <a:pPr>
                <a:defRPr/>
              </a:pPr>
              <a:t>01/12/2022</a:t>
            </a:fld>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D709C51E-3EB4-4A6C-B489-3E348F82F834}" type="slidenum">
              <a:rPr lang="en-GB"/>
              <a:pPr>
                <a:defRPr/>
              </a:pPr>
              <a:t>‹#›</a:t>
            </a:fld>
            <a:endParaRPr lang="en-GB"/>
          </a:p>
        </p:txBody>
      </p:sp>
    </p:spTree>
    <p:extLst>
      <p:ext uri="{BB962C8B-B14F-4D97-AF65-F5344CB8AC3E}">
        <p14:creationId xmlns:p14="http://schemas.microsoft.com/office/powerpoint/2010/main" val="15598472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F2099084-5C7F-4CF5-9AE8-F3AA8F0EA9F9}" type="datetime1">
              <a:rPr lang="en-GB"/>
              <a:pPr>
                <a:defRPr/>
              </a:pPr>
              <a:t>01/12/2022</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AFA269E3-5176-4669-8431-5AAACA4E051D}" type="slidenum">
              <a:rPr lang="en-GB"/>
              <a:pPr>
                <a:defRPr/>
              </a:pPr>
              <a:t>‹#›</a:t>
            </a:fld>
            <a:endParaRPr lang="en-GB"/>
          </a:p>
        </p:txBody>
      </p:sp>
    </p:spTree>
    <p:extLst>
      <p:ext uri="{BB962C8B-B14F-4D97-AF65-F5344CB8AC3E}">
        <p14:creationId xmlns:p14="http://schemas.microsoft.com/office/powerpoint/2010/main" val="358323547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4B29C012-FA62-4961-8411-9D683412FB31}" type="datetime1">
              <a:rPr lang="en-GB"/>
              <a:pPr>
                <a:defRPr/>
              </a:pPr>
              <a:t>01/12/2022</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2509C71E-CDEE-41F3-A492-2FE32C4122B5}" type="slidenum">
              <a:rPr lang="en-GB"/>
              <a:pPr>
                <a:defRPr/>
              </a:pPr>
              <a:t>‹#›</a:t>
            </a:fld>
            <a:endParaRPr lang="en-GB"/>
          </a:p>
        </p:txBody>
      </p:sp>
    </p:spTree>
    <p:extLst>
      <p:ext uri="{BB962C8B-B14F-4D97-AF65-F5344CB8AC3E}">
        <p14:creationId xmlns:p14="http://schemas.microsoft.com/office/powerpoint/2010/main" val="387809695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9C89AD61-A90F-465D-8026-FC0E4A3B1483}" type="datetime1">
              <a:rPr lang="en-GB"/>
              <a:pPr>
                <a:defRPr/>
              </a:pPr>
              <a:t>01/12/2022</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CEC16109-EE3E-4DE0-9E43-EEB19D7604A1}" type="slidenum">
              <a:rPr lang="en-GB"/>
              <a:pPr>
                <a:defRPr/>
              </a:pPr>
              <a:t>‹#›</a:t>
            </a:fld>
            <a:endParaRPr lang="en-GB"/>
          </a:p>
        </p:txBody>
      </p:sp>
    </p:spTree>
    <p:extLst>
      <p:ext uri="{BB962C8B-B14F-4D97-AF65-F5344CB8AC3E}">
        <p14:creationId xmlns:p14="http://schemas.microsoft.com/office/powerpoint/2010/main" val="162257544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fld id="{66DD5F20-7925-44B9-8963-05167227A927}" type="datetime1">
              <a:rPr lang="en-GB"/>
              <a:pPr>
                <a:defRPr/>
              </a:pPr>
              <a:t>01/12/2022</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CD103D39-E6B5-4825-82B7-1F236515E509}" type="slidenum">
              <a:rPr lang="en-GB"/>
              <a:pPr>
                <a:defRPr/>
              </a:pPr>
              <a:t>‹#›</a:t>
            </a:fld>
            <a:endParaRPr lang="en-GB"/>
          </a:p>
        </p:txBody>
      </p:sp>
    </p:spTree>
    <p:extLst>
      <p:ext uri="{BB962C8B-B14F-4D97-AF65-F5344CB8AC3E}">
        <p14:creationId xmlns:p14="http://schemas.microsoft.com/office/powerpoint/2010/main" val="4109304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1.jpe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image" Target="../media/image1.jpe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image" Target="../media/image1.jpeg"/><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95288" y="115888"/>
            <a:ext cx="8497887" cy="649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1027" name="Rectangle 3"/>
          <p:cNvSpPr>
            <a:spLocks noGrp="1" noChangeArrowheads="1"/>
          </p:cNvSpPr>
          <p:nvPr>
            <p:ph type="body" idx="1"/>
          </p:nvPr>
        </p:nvSpPr>
        <p:spPr bwMode="auto">
          <a:xfrm>
            <a:off x="395288" y="965200"/>
            <a:ext cx="7632700" cy="496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028"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a:p>
        </p:txBody>
      </p:sp>
      <p:pic>
        <p:nvPicPr>
          <p:cNvPr id="1029" name="Picture 3" descr="RBWM logo"/>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21" r:id="rId1"/>
    <p:sldLayoutId id="2147484084" r:id="rId2"/>
    <p:sldLayoutId id="2147484122" r:id="rId3"/>
    <p:sldLayoutId id="2147484085" r:id="rId4"/>
    <p:sldLayoutId id="2147484086" r:id="rId5"/>
    <p:sldLayoutId id="2147484123" r:id="rId6"/>
    <p:sldLayoutId id="2147484124" r:id="rId7"/>
    <p:sldLayoutId id="2147484125" r:id="rId8"/>
    <p:sldLayoutId id="2147484087" r:id="rId9"/>
    <p:sldLayoutId id="2147484126" r:id="rId10"/>
    <p:sldLayoutId id="2147484127" r:id="rId11"/>
    <p:sldLayoutId id="2147484128" r:id="rId12"/>
    <p:sldLayoutId id="2147484130" r:id="rId13"/>
  </p:sldLayoutIdLst>
  <p:hf sldNum="0" hdr="0" ftr="0" dt="0"/>
  <p:txStyles>
    <p:titleStyle>
      <a:lvl1pPr algn="r" rtl="0" eaLnBrk="0" fontAlgn="base" hangingPunct="0">
        <a:spcBef>
          <a:spcPct val="0"/>
        </a:spcBef>
        <a:spcAft>
          <a:spcPct val="0"/>
        </a:spcAft>
        <a:defRPr sz="2800">
          <a:solidFill>
            <a:schemeClr val="tx2"/>
          </a:solidFill>
          <a:latin typeface="+mj-lt"/>
          <a:ea typeface="MS PGothic" pitchFamily="34" charset="-128"/>
          <a:cs typeface="+mj-cs"/>
        </a:defRPr>
      </a:lvl1pPr>
      <a:lvl2pPr algn="r" rtl="0" eaLnBrk="0" fontAlgn="base" hangingPunct="0">
        <a:spcBef>
          <a:spcPct val="0"/>
        </a:spcBef>
        <a:spcAft>
          <a:spcPct val="0"/>
        </a:spcAft>
        <a:defRPr sz="2800">
          <a:solidFill>
            <a:schemeClr val="tx2"/>
          </a:solidFill>
          <a:latin typeface="Arial" charset="0"/>
          <a:ea typeface="MS PGothic" pitchFamily="34" charset="-128"/>
        </a:defRPr>
      </a:lvl2pPr>
      <a:lvl3pPr algn="r" rtl="0" eaLnBrk="0" fontAlgn="base" hangingPunct="0">
        <a:spcBef>
          <a:spcPct val="0"/>
        </a:spcBef>
        <a:spcAft>
          <a:spcPct val="0"/>
        </a:spcAft>
        <a:defRPr sz="2800">
          <a:solidFill>
            <a:schemeClr val="tx2"/>
          </a:solidFill>
          <a:latin typeface="Arial" charset="0"/>
          <a:ea typeface="MS PGothic" pitchFamily="34" charset="-128"/>
        </a:defRPr>
      </a:lvl3pPr>
      <a:lvl4pPr algn="r" rtl="0" eaLnBrk="0" fontAlgn="base" hangingPunct="0">
        <a:spcBef>
          <a:spcPct val="0"/>
        </a:spcBef>
        <a:spcAft>
          <a:spcPct val="0"/>
        </a:spcAft>
        <a:defRPr sz="2800">
          <a:solidFill>
            <a:schemeClr val="tx2"/>
          </a:solidFill>
          <a:latin typeface="Arial" charset="0"/>
          <a:ea typeface="MS PGothic" pitchFamily="34" charset="-128"/>
        </a:defRPr>
      </a:lvl4pPr>
      <a:lvl5pPr algn="r" rtl="0" eaLnBrk="0" fontAlgn="base" hangingPunct="0">
        <a:spcBef>
          <a:spcPct val="0"/>
        </a:spcBef>
        <a:spcAft>
          <a:spcPct val="0"/>
        </a:spcAft>
        <a:defRPr sz="2800">
          <a:solidFill>
            <a:schemeClr val="tx2"/>
          </a:solidFill>
          <a:latin typeface="Arial" charset="0"/>
          <a:ea typeface="MS PGothic" pitchFamily="34" charset="-128"/>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2400">
          <a:solidFill>
            <a:schemeClr val="tx1"/>
          </a:solidFill>
          <a:latin typeface="+mj-lt"/>
          <a:ea typeface="MS PGothic" pitchFamily="34" charset="-128"/>
          <a:cs typeface="+mn-cs"/>
        </a:defRPr>
      </a:lvl1pPr>
      <a:lvl2pPr marL="742950" indent="-285750" algn="l" rtl="0" eaLnBrk="0" fontAlgn="base" hangingPunct="0">
        <a:spcBef>
          <a:spcPct val="20000"/>
        </a:spcBef>
        <a:spcAft>
          <a:spcPct val="0"/>
        </a:spcAft>
        <a:buChar char="–"/>
        <a:defRPr sz="2000">
          <a:solidFill>
            <a:schemeClr val="tx1"/>
          </a:solidFill>
          <a:latin typeface="+mj-lt"/>
          <a:ea typeface="MS PGothic" pitchFamily="34" charset="-128"/>
        </a:defRPr>
      </a:lvl2pPr>
      <a:lvl3pPr marL="1143000" indent="-228600" algn="l" rtl="0" eaLnBrk="0" fontAlgn="base" hangingPunct="0">
        <a:spcBef>
          <a:spcPct val="20000"/>
        </a:spcBef>
        <a:spcAft>
          <a:spcPct val="0"/>
        </a:spcAft>
        <a:buChar char="•"/>
        <a:defRPr sz="2000">
          <a:solidFill>
            <a:schemeClr val="tx1"/>
          </a:solidFill>
          <a:latin typeface="+mj-lt"/>
          <a:ea typeface="MS PGothic" pitchFamily="34" charset="-128"/>
        </a:defRPr>
      </a:lvl3pPr>
      <a:lvl4pPr marL="1600200" indent="-228600" algn="l" rtl="0" eaLnBrk="0" fontAlgn="base" hangingPunct="0">
        <a:spcBef>
          <a:spcPct val="20000"/>
        </a:spcBef>
        <a:spcAft>
          <a:spcPct val="0"/>
        </a:spcAft>
        <a:buChar char="–"/>
        <a:defRPr sz="2000">
          <a:solidFill>
            <a:schemeClr val="tx1"/>
          </a:solidFill>
          <a:latin typeface="+mj-lt"/>
          <a:ea typeface="MS PGothic" pitchFamily="34" charset="-128"/>
        </a:defRPr>
      </a:lvl4pPr>
      <a:lvl5pPr marL="2057400" indent="-228600" algn="l" rtl="0" eaLnBrk="0" fontAlgn="base" hangingPunct="0">
        <a:spcBef>
          <a:spcPct val="20000"/>
        </a:spcBef>
        <a:spcAft>
          <a:spcPct val="0"/>
        </a:spcAft>
        <a:buChar char="»"/>
        <a:defRPr sz="2000">
          <a:solidFill>
            <a:schemeClr val="tx1"/>
          </a:solidFill>
          <a:latin typeface="+mj-lt"/>
          <a:ea typeface="MS PGothic" pitchFamily="34" charset="-128"/>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2051"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pPr>
              <a:defRPr/>
            </a:pPr>
            <a:fld id="{EDDBA0D3-6193-4E0F-B453-77F65E8EBCD8}" type="datetime1">
              <a:rPr lang="en-GB"/>
              <a:pPr>
                <a:defRPr/>
              </a:pPr>
              <a:t>01/12/2022</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ea typeface="+mn-ea"/>
              </a:defRPr>
            </a:lvl1pPr>
          </a:lstStyle>
          <a:p>
            <a:pPr>
              <a:defRPr/>
            </a:pP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C146901C-12B1-40DD-8DBE-C2246E163039}" type="slidenum">
              <a:rPr lang="en-GB"/>
              <a:pPr>
                <a:defRPr/>
              </a:pPr>
              <a:t>‹#›</a:t>
            </a:fld>
            <a:endParaRPr lang="en-GB"/>
          </a:p>
        </p:txBody>
      </p:sp>
      <p:sp>
        <p:nvSpPr>
          <p:cNvPr id="2055"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a:p>
        </p:txBody>
      </p:sp>
      <p:pic>
        <p:nvPicPr>
          <p:cNvPr id="2056"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88" r:id="rId1"/>
    <p:sldLayoutId id="2147484089" r:id="rId2"/>
    <p:sldLayoutId id="2147484090" r:id="rId3"/>
    <p:sldLayoutId id="2147484091" r:id="rId4"/>
    <p:sldLayoutId id="2147484092" r:id="rId5"/>
    <p:sldLayoutId id="2147484093" r:id="rId6"/>
    <p:sldLayoutId id="2147484094" r:id="rId7"/>
    <p:sldLayoutId id="2147484095" r:id="rId8"/>
    <p:sldLayoutId id="2147484096" r:id="rId9"/>
    <p:sldLayoutId id="2147484097" r:id="rId10"/>
    <p:sldLayoutId id="2147484098"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S PGothic" pitchFamily="34" charset="-128"/>
          <a:cs typeface="+mj-cs"/>
        </a:defRPr>
      </a:lvl1pPr>
      <a:lvl2pPr algn="ctr" rtl="0" eaLnBrk="0" fontAlgn="base" hangingPunct="0">
        <a:spcBef>
          <a:spcPct val="0"/>
        </a:spcBef>
        <a:spcAft>
          <a:spcPct val="0"/>
        </a:spcAft>
        <a:defRPr sz="4400">
          <a:solidFill>
            <a:schemeClr val="tx1"/>
          </a:solidFill>
          <a:latin typeface="Calibri" pitchFamily="34" charset="0"/>
          <a:ea typeface="MS PGothic" pitchFamily="34" charset="-128"/>
        </a:defRPr>
      </a:lvl2pPr>
      <a:lvl3pPr algn="ctr" rtl="0" eaLnBrk="0" fontAlgn="base" hangingPunct="0">
        <a:spcBef>
          <a:spcPct val="0"/>
        </a:spcBef>
        <a:spcAft>
          <a:spcPct val="0"/>
        </a:spcAft>
        <a:defRPr sz="4400">
          <a:solidFill>
            <a:schemeClr val="tx1"/>
          </a:solidFill>
          <a:latin typeface="Calibri" pitchFamily="34" charset="0"/>
          <a:ea typeface="MS PGothic" pitchFamily="34" charset="-128"/>
        </a:defRPr>
      </a:lvl3pPr>
      <a:lvl4pPr algn="ctr" rtl="0" eaLnBrk="0" fontAlgn="base" hangingPunct="0">
        <a:spcBef>
          <a:spcPct val="0"/>
        </a:spcBef>
        <a:spcAft>
          <a:spcPct val="0"/>
        </a:spcAft>
        <a:defRPr sz="4400">
          <a:solidFill>
            <a:schemeClr val="tx1"/>
          </a:solidFill>
          <a:latin typeface="Calibri" pitchFamily="34" charset="0"/>
          <a:ea typeface="MS PGothic" pitchFamily="34" charset="-128"/>
        </a:defRPr>
      </a:lvl4pPr>
      <a:lvl5pPr algn="ctr" rtl="0" eaLnBrk="0" fontAlgn="base" hangingPunct="0">
        <a:spcBef>
          <a:spcPct val="0"/>
        </a:spcBef>
        <a:spcAft>
          <a:spcPct val="0"/>
        </a:spcAft>
        <a:defRPr sz="4400">
          <a:solidFill>
            <a:schemeClr val="tx1"/>
          </a:solidFill>
          <a:latin typeface="Calibri" pitchFamily="34" charset="0"/>
          <a:ea typeface="MS PGothic" pitchFamily="34" charset="-128"/>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3075"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l">
              <a:defRPr sz="1200">
                <a:solidFill>
                  <a:srgbClr val="898989"/>
                </a:solidFill>
              </a:defRPr>
            </a:lvl1pPr>
          </a:lstStyle>
          <a:p>
            <a:pPr>
              <a:defRPr/>
            </a:pPr>
            <a:fld id="{AC8DF5DC-1168-47BE-8B87-FD4A316C87A3}" type="datetime1">
              <a:rPr lang="en-GB"/>
              <a:pPr>
                <a:defRPr/>
              </a:pPr>
              <a:t>01/12/2022</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ea typeface="+mn-ea"/>
              </a:defRPr>
            </a:lvl1pPr>
          </a:lstStyle>
          <a:p>
            <a:pPr>
              <a:defRPr/>
            </a:pPr>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pPr>
              <a:defRPr/>
            </a:pPr>
            <a:fld id="{8EA2DB17-9047-46F4-B9BC-DE8C9637BF13}" type="slidenum">
              <a:rPr lang="en-GB"/>
              <a:pPr>
                <a:defRPr/>
              </a:pPr>
              <a:t>‹#›</a:t>
            </a:fld>
            <a:endParaRPr lang="en-GB"/>
          </a:p>
        </p:txBody>
      </p:sp>
      <p:sp>
        <p:nvSpPr>
          <p:cNvPr id="3079"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a:p>
        </p:txBody>
      </p:sp>
      <p:pic>
        <p:nvPicPr>
          <p:cNvPr id="3080"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99" r:id="rId1"/>
    <p:sldLayoutId id="2147484100" r:id="rId2"/>
    <p:sldLayoutId id="2147484101" r:id="rId3"/>
    <p:sldLayoutId id="2147484102" r:id="rId4"/>
    <p:sldLayoutId id="2147484103" r:id="rId5"/>
    <p:sldLayoutId id="2147484104" r:id="rId6"/>
    <p:sldLayoutId id="2147484105" r:id="rId7"/>
    <p:sldLayoutId id="2147484106" r:id="rId8"/>
    <p:sldLayoutId id="2147484107" r:id="rId9"/>
    <p:sldLayoutId id="2147484108" r:id="rId10"/>
    <p:sldLayoutId id="2147484109"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S PGothic" pitchFamily="34" charset="-128"/>
          <a:cs typeface="+mj-cs"/>
        </a:defRPr>
      </a:lvl1pPr>
      <a:lvl2pPr algn="ctr" rtl="0" eaLnBrk="0" fontAlgn="base" hangingPunct="0">
        <a:spcBef>
          <a:spcPct val="0"/>
        </a:spcBef>
        <a:spcAft>
          <a:spcPct val="0"/>
        </a:spcAft>
        <a:defRPr sz="4400">
          <a:solidFill>
            <a:schemeClr val="tx1"/>
          </a:solidFill>
          <a:latin typeface="Calibri" pitchFamily="34" charset="0"/>
          <a:ea typeface="MS PGothic" pitchFamily="34" charset="-128"/>
        </a:defRPr>
      </a:lvl2pPr>
      <a:lvl3pPr algn="ctr" rtl="0" eaLnBrk="0" fontAlgn="base" hangingPunct="0">
        <a:spcBef>
          <a:spcPct val="0"/>
        </a:spcBef>
        <a:spcAft>
          <a:spcPct val="0"/>
        </a:spcAft>
        <a:defRPr sz="4400">
          <a:solidFill>
            <a:schemeClr val="tx1"/>
          </a:solidFill>
          <a:latin typeface="Calibri" pitchFamily="34" charset="0"/>
          <a:ea typeface="MS PGothic" pitchFamily="34" charset="-128"/>
        </a:defRPr>
      </a:lvl3pPr>
      <a:lvl4pPr algn="ctr" rtl="0" eaLnBrk="0" fontAlgn="base" hangingPunct="0">
        <a:spcBef>
          <a:spcPct val="0"/>
        </a:spcBef>
        <a:spcAft>
          <a:spcPct val="0"/>
        </a:spcAft>
        <a:defRPr sz="4400">
          <a:solidFill>
            <a:schemeClr val="tx1"/>
          </a:solidFill>
          <a:latin typeface="Calibri" pitchFamily="34" charset="0"/>
          <a:ea typeface="MS PGothic" pitchFamily="34" charset="-128"/>
        </a:defRPr>
      </a:lvl4pPr>
      <a:lvl5pPr algn="ctr" rtl="0" eaLnBrk="0" fontAlgn="base" hangingPunct="0">
        <a:spcBef>
          <a:spcPct val="0"/>
        </a:spcBef>
        <a:spcAft>
          <a:spcPct val="0"/>
        </a:spcAft>
        <a:defRPr sz="4400">
          <a:solidFill>
            <a:schemeClr val="tx1"/>
          </a:solidFill>
          <a:latin typeface="Calibri" pitchFamily="34" charset="0"/>
          <a:ea typeface="MS PGothic" pitchFamily="34" charset="-128"/>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S PGothic" pitchFamily="34" charset="-128"/>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S PGothic" pitchFamily="34" charset="-128"/>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S PGothic" pitchFamily="34" charset="-128"/>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4099"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 uri="{FAA26D3D-D897-4be2-8F04-BA451C77F1D7}"/>
          </a:extLst>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78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0" hangingPunct="0">
              <a:defRPr sz="1400"/>
            </a:lvl1pPr>
          </a:lstStyle>
          <a:p>
            <a:pPr>
              <a:defRPr/>
            </a:pPr>
            <a:fld id="{AADBC27B-261C-4C33-B4C1-9E91175A41A9}" type="datetime1">
              <a:rPr lang="en-GB"/>
              <a:pPr>
                <a:defRPr/>
              </a:pPr>
              <a:t>01/12/2022</a:t>
            </a:fld>
            <a:endParaRPr lang="en-GB"/>
          </a:p>
        </p:txBody>
      </p:sp>
      <p:sp>
        <p:nvSpPr>
          <p:cNvPr id="778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400">
                <a:latin typeface="Times New Roman" pitchFamily="18" charset="0"/>
                <a:ea typeface="+mn-ea"/>
              </a:defRPr>
            </a:lvl1pPr>
          </a:lstStyle>
          <a:p>
            <a:pPr>
              <a:defRPr/>
            </a:pPr>
            <a:endParaRPr lang="en-GB"/>
          </a:p>
        </p:txBody>
      </p:sp>
      <p:sp>
        <p:nvSpPr>
          <p:cNvPr id="778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0" hangingPunct="0">
              <a:defRPr sz="1400"/>
            </a:lvl1pPr>
          </a:lstStyle>
          <a:p>
            <a:pPr>
              <a:defRPr/>
            </a:pPr>
            <a:fld id="{1660B6F1-E469-40FE-8825-5EE89E5F3565}" type="slidenum">
              <a:rPr lang="en-GB"/>
              <a:pPr>
                <a:defRPr/>
              </a:pPr>
              <a:t>‹#›</a:t>
            </a:fld>
            <a:endParaRPr lang="en-GB"/>
          </a:p>
        </p:txBody>
      </p:sp>
      <p:sp>
        <p:nvSpPr>
          <p:cNvPr id="4103" name="Rectangle 7"/>
          <p:cNvSpPr>
            <a:spLocks noChangeArrowheads="1"/>
          </p:cNvSpPr>
          <p:nvPr userDrawn="1"/>
        </p:nvSpPr>
        <p:spPr bwMode="auto">
          <a:xfrm>
            <a:off x="250825" y="6237288"/>
            <a:ext cx="7777163" cy="144462"/>
          </a:xfrm>
          <a:prstGeom prst="rect">
            <a:avLst/>
          </a:prstGeom>
          <a:solidFill>
            <a:srgbClr val="73267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eaLnBrk="1" hangingPunct="1">
              <a:defRPr/>
            </a:pPr>
            <a:endParaRPr lang="en-US" altLang="en-US"/>
          </a:p>
        </p:txBody>
      </p:sp>
      <p:pic>
        <p:nvPicPr>
          <p:cNvPr id="4104" name="Picture 3" descr="RBWM logo"/>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8105775" y="5229225"/>
            <a:ext cx="749300" cy="114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10" r:id="rId1"/>
    <p:sldLayoutId id="2147484111" r:id="rId2"/>
    <p:sldLayoutId id="2147484112" r:id="rId3"/>
    <p:sldLayoutId id="2147484113" r:id="rId4"/>
    <p:sldLayoutId id="2147484114" r:id="rId5"/>
    <p:sldLayoutId id="2147484115" r:id="rId6"/>
    <p:sldLayoutId id="2147484116" r:id="rId7"/>
    <p:sldLayoutId id="2147484117" r:id="rId8"/>
    <p:sldLayoutId id="2147484118" r:id="rId9"/>
    <p:sldLayoutId id="2147484119" r:id="rId10"/>
    <p:sldLayoutId id="2147484120" r:id="rId11"/>
  </p:sldLayoutIdLst>
  <p:hf sldNum="0" hdr="0" ftr="0" dt="0"/>
  <p:txStyles>
    <p:titleStyle>
      <a:lvl1pPr algn="r" rtl="0" eaLnBrk="0" fontAlgn="base" hangingPunct="0">
        <a:spcBef>
          <a:spcPct val="0"/>
        </a:spcBef>
        <a:spcAft>
          <a:spcPct val="0"/>
        </a:spcAft>
        <a:defRPr sz="2800">
          <a:solidFill>
            <a:schemeClr val="tx2"/>
          </a:solidFill>
          <a:latin typeface="+mj-lt"/>
          <a:ea typeface="MS PGothic" pitchFamily="34" charset="-128"/>
          <a:cs typeface="+mj-cs"/>
        </a:defRPr>
      </a:lvl1pPr>
      <a:lvl2pPr algn="r" rtl="0" eaLnBrk="0" fontAlgn="base" hangingPunct="0">
        <a:spcBef>
          <a:spcPct val="0"/>
        </a:spcBef>
        <a:spcAft>
          <a:spcPct val="0"/>
        </a:spcAft>
        <a:defRPr sz="2800">
          <a:solidFill>
            <a:schemeClr val="tx2"/>
          </a:solidFill>
          <a:latin typeface="Arial" charset="0"/>
          <a:ea typeface="MS PGothic" pitchFamily="34" charset="-128"/>
        </a:defRPr>
      </a:lvl2pPr>
      <a:lvl3pPr algn="r" rtl="0" eaLnBrk="0" fontAlgn="base" hangingPunct="0">
        <a:spcBef>
          <a:spcPct val="0"/>
        </a:spcBef>
        <a:spcAft>
          <a:spcPct val="0"/>
        </a:spcAft>
        <a:defRPr sz="2800">
          <a:solidFill>
            <a:schemeClr val="tx2"/>
          </a:solidFill>
          <a:latin typeface="Arial" charset="0"/>
          <a:ea typeface="MS PGothic" pitchFamily="34" charset="-128"/>
        </a:defRPr>
      </a:lvl3pPr>
      <a:lvl4pPr algn="r" rtl="0" eaLnBrk="0" fontAlgn="base" hangingPunct="0">
        <a:spcBef>
          <a:spcPct val="0"/>
        </a:spcBef>
        <a:spcAft>
          <a:spcPct val="0"/>
        </a:spcAft>
        <a:defRPr sz="2800">
          <a:solidFill>
            <a:schemeClr val="tx2"/>
          </a:solidFill>
          <a:latin typeface="Arial" charset="0"/>
          <a:ea typeface="MS PGothic" pitchFamily="34" charset="-128"/>
        </a:defRPr>
      </a:lvl4pPr>
      <a:lvl5pPr algn="r" rtl="0" eaLnBrk="0" fontAlgn="base" hangingPunct="0">
        <a:spcBef>
          <a:spcPct val="0"/>
        </a:spcBef>
        <a:spcAft>
          <a:spcPct val="0"/>
        </a:spcAft>
        <a:defRPr sz="2800">
          <a:solidFill>
            <a:schemeClr val="tx2"/>
          </a:solidFill>
          <a:latin typeface="Arial" charset="0"/>
          <a:ea typeface="MS PGothic" pitchFamily="34" charset="-128"/>
        </a:defRPr>
      </a:lvl5pPr>
      <a:lvl6pPr marL="457200" algn="r" rtl="0" fontAlgn="base">
        <a:spcBef>
          <a:spcPct val="0"/>
        </a:spcBef>
        <a:spcAft>
          <a:spcPct val="0"/>
        </a:spcAft>
        <a:defRPr sz="2800">
          <a:solidFill>
            <a:schemeClr val="tx2"/>
          </a:solidFill>
          <a:latin typeface="Arial" charset="0"/>
        </a:defRPr>
      </a:lvl6pPr>
      <a:lvl7pPr marL="914400" algn="r" rtl="0" fontAlgn="base">
        <a:spcBef>
          <a:spcPct val="0"/>
        </a:spcBef>
        <a:spcAft>
          <a:spcPct val="0"/>
        </a:spcAft>
        <a:defRPr sz="2800">
          <a:solidFill>
            <a:schemeClr val="tx2"/>
          </a:solidFill>
          <a:latin typeface="Arial" charset="0"/>
        </a:defRPr>
      </a:lvl7pPr>
      <a:lvl8pPr marL="1371600" algn="r" rtl="0" fontAlgn="base">
        <a:spcBef>
          <a:spcPct val="0"/>
        </a:spcBef>
        <a:spcAft>
          <a:spcPct val="0"/>
        </a:spcAft>
        <a:defRPr sz="2800">
          <a:solidFill>
            <a:schemeClr val="tx2"/>
          </a:solidFill>
          <a:latin typeface="Arial" charset="0"/>
        </a:defRPr>
      </a:lvl8pPr>
      <a:lvl9pPr marL="1828800" algn="r" rtl="0" fontAlgn="base">
        <a:spcBef>
          <a:spcPct val="0"/>
        </a:spcBef>
        <a:spcAft>
          <a:spcPct val="0"/>
        </a:spcAft>
        <a:defRPr sz="2800">
          <a:solidFill>
            <a:schemeClr val="tx2"/>
          </a:solidFill>
          <a:latin typeface="Arial"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S PGothic" pitchFamily="34" charset="-128"/>
          <a:cs typeface="+mn-cs"/>
        </a:defRPr>
      </a:lvl1pPr>
      <a:lvl2pPr marL="742950" indent="-285750" algn="l" rtl="0" eaLnBrk="0" fontAlgn="base" hangingPunct="0">
        <a:spcBef>
          <a:spcPct val="20000"/>
        </a:spcBef>
        <a:spcAft>
          <a:spcPct val="0"/>
        </a:spcAft>
        <a:buChar char="–"/>
        <a:defRPr sz="2400">
          <a:solidFill>
            <a:schemeClr val="tx1"/>
          </a:solidFill>
          <a:latin typeface="+mn-lt"/>
          <a:ea typeface="MS PGothic" pitchFamily="34" charset="-128"/>
        </a:defRPr>
      </a:lvl2pPr>
      <a:lvl3pPr marL="1143000" indent="-228600" algn="l" rtl="0" eaLnBrk="0" fontAlgn="base" hangingPunct="0">
        <a:spcBef>
          <a:spcPct val="20000"/>
        </a:spcBef>
        <a:spcAft>
          <a:spcPct val="0"/>
        </a:spcAft>
        <a:buChar char="•"/>
        <a:defRPr sz="2400">
          <a:solidFill>
            <a:schemeClr val="tx1"/>
          </a:solidFill>
          <a:latin typeface="+mn-lt"/>
          <a:ea typeface="MS PGothic" pitchFamily="34" charset="-128"/>
        </a:defRPr>
      </a:lvl3pPr>
      <a:lvl4pPr marL="1600200" indent="-228600" algn="l" rtl="0" eaLnBrk="0" fontAlgn="base" hangingPunct="0">
        <a:spcBef>
          <a:spcPct val="20000"/>
        </a:spcBef>
        <a:spcAft>
          <a:spcPct val="0"/>
        </a:spcAft>
        <a:buChar char="–"/>
        <a:defRPr sz="2400">
          <a:solidFill>
            <a:schemeClr val="tx1"/>
          </a:solidFill>
          <a:latin typeface="+mn-lt"/>
          <a:ea typeface="MS PGothic" pitchFamily="34" charset="-128"/>
        </a:defRPr>
      </a:lvl4pPr>
      <a:lvl5pPr marL="2057400" indent="-228600" algn="l" rtl="0" eaLnBrk="0" fontAlgn="base" hangingPunct="0">
        <a:spcBef>
          <a:spcPct val="20000"/>
        </a:spcBef>
        <a:spcAft>
          <a:spcPct val="0"/>
        </a:spcAft>
        <a:buChar char="»"/>
        <a:defRPr sz="2400">
          <a:solidFill>
            <a:schemeClr val="tx1"/>
          </a:solidFill>
          <a:latin typeface="+mn-lt"/>
          <a:ea typeface="MS PGothic" pitchFamily="34" charset="-128"/>
        </a:defRPr>
      </a:lvl5pPr>
      <a:lvl6pPr marL="2514600" indent="-228600" algn="l" rtl="0" fontAlgn="base">
        <a:spcBef>
          <a:spcPct val="20000"/>
        </a:spcBef>
        <a:spcAft>
          <a:spcPct val="0"/>
        </a:spcAft>
        <a:buChar char="»"/>
        <a:defRPr sz="2400">
          <a:solidFill>
            <a:schemeClr val="tx1"/>
          </a:solidFill>
          <a:latin typeface="+mn-lt"/>
        </a:defRPr>
      </a:lvl6pPr>
      <a:lvl7pPr marL="2971800" indent="-228600" algn="l" rtl="0" fontAlgn="base">
        <a:spcBef>
          <a:spcPct val="20000"/>
        </a:spcBef>
        <a:spcAft>
          <a:spcPct val="0"/>
        </a:spcAft>
        <a:buChar char="»"/>
        <a:defRPr sz="2400">
          <a:solidFill>
            <a:schemeClr val="tx1"/>
          </a:solidFill>
          <a:latin typeface="+mn-lt"/>
        </a:defRPr>
      </a:lvl7pPr>
      <a:lvl8pPr marL="3429000" indent="-228600" algn="l" rtl="0" fontAlgn="base">
        <a:spcBef>
          <a:spcPct val="20000"/>
        </a:spcBef>
        <a:spcAft>
          <a:spcPct val="0"/>
        </a:spcAft>
        <a:buChar char="»"/>
        <a:defRPr sz="2400">
          <a:solidFill>
            <a:schemeClr val="tx1"/>
          </a:solidFill>
          <a:latin typeface="+mn-lt"/>
        </a:defRPr>
      </a:lvl8pPr>
      <a:lvl9pPr marL="3886200" indent="-228600" algn="l" rtl="0" fontAlgn="base">
        <a:spcBef>
          <a:spcPct val="20000"/>
        </a:spcBef>
        <a:spcAft>
          <a:spcPct val="0"/>
        </a:spcAft>
        <a:buChar char="»"/>
        <a:defRPr sz="2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4" descr="blocksrgb"/>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1464" y="4510608"/>
            <a:ext cx="2447297" cy="17267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 name="Rectangle 5"/>
          <p:cNvSpPr>
            <a:spLocks noChangeArrowheads="1"/>
          </p:cNvSpPr>
          <p:nvPr/>
        </p:nvSpPr>
        <p:spPr bwMode="auto">
          <a:xfrm>
            <a:off x="0" y="0"/>
            <a:ext cx="9144000" cy="533400"/>
          </a:xfrm>
          <a:prstGeom prst="rect">
            <a:avLst/>
          </a:prstGeom>
          <a:solidFill>
            <a:srgbClr val="6D2FAB"/>
          </a:solidFill>
          <a:ln>
            <a:noFill/>
          </a:ln>
          <a:extLst>
            <a:ext uri="{91240B29-F687-4F45-9708-019B960494DF}">
              <a14:hiddenLine xmlns:a14="http://schemas.microsoft.com/office/drawing/2010/main" w="0">
                <a:solidFill>
                  <a:schemeClr val="tx1"/>
                </a:solidFill>
                <a:miter lim="800000"/>
                <a:headEnd/>
                <a:tailEnd/>
              </a14:hiddenLine>
            </a:ext>
          </a:extLst>
        </p:spPr>
        <p:txBody>
          <a:bodyPr wrap="none" anchor="ct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eaLnBrk="1" hangingPunct="1">
              <a:spcBef>
                <a:spcPct val="0"/>
              </a:spcBef>
              <a:buClrTx/>
              <a:buSzTx/>
              <a:buFontTx/>
              <a:buNone/>
            </a:pPr>
            <a:endParaRPr lang="en-US" altLang="en-US" sz="1800" dirty="0"/>
          </a:p>
        </p:txBody>
      </p:sp>
      <p:sp>
        <p:nvSpPr>
          <p:cNvPr id="3076" name="Text Box 6"/>
          <p:cNvSpPr txBox="1">
            <a:spLocks noChangeArrowheads="1"/>
          </p:cNvSpPr>
          <p:nvPr/>
        </p:nvSpPr>
        <p:spPr bwMode="auto">
          <a:xfrm>
            <a:off x="0" y="125413"/>
            <a:ext cx="9144000" cy="30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lgn="ctr">
              <a:spcBef>
                <a:spcPct val="0"/>
              </a:spcBef>
              <a:buClrTx/>
              <a:buSzTx/>
              <a:buFontTx/>
              <a:buNone/>
            </a:pPr>
            <a:r>
              <a:rPr lang="en-US" altLang="en-US" sz="1400" dirty="0">
                <a:solidFill>
                  <a:schemeClr val="bg1"/>
                </a:solidFill>
                <a:latin typeface="Arial Black" pitchFamily="34" charset="0"/>
                <a:ea typeface="ＭＳ Ｐゴシック" pitchFamily="110" charset="-128"/>
              </a:rPr>
              <a:t>E D U C T I O N A L   P S Y C H O L O G Y   S E R V I C E</a:t>
            </a:r>
          </a:p>
        </p:txBody>
      </p:sp>
      <p:sp>
        <p:nvSpPr>
          <p:cNvPr id="3078" name="Text Box 8"/>
          <p:cNvSpPr txBox="1">
            <a:spLocks noChangeArrowheads="1"/>
          </p:cNvSpPr>
          <p:nvPr/>
        </p:nvSpPr>
        <p:spPr bwMode="auto">
          <a:xfrm>
            <a:off x="637073" y="692696"/>
            <a:ext cx="7704856" cy="4770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lvl1pPr eaLnBrk="0" hangingPunct="0">
              <a:spcBef>
                <a:spcPct val="20000"/>
              </a:spcBef>
              <a:buClr>
                <a:schemeClr val="folHlink"/>
              </a:buClr>
              <a:buSzPct val="90000"/>
              <a:buFont typeface="Wingdings" pitchFamily="2" charset="2"/>
              <a:buChar char="n"/>
              <a:defRPr sz="2800">
                <a:solidFill>
                  <a:schemeClr val="tx1"/>
                </a:solidFill>
                <a:latin typeface="Arial" charset="0"/>
              </a:defRPr>
            </a:lvl1pPr>
            <a:lvl2pPr marL="742950" indent="-285750" eaLnBrk="0" hangingPunct="0">
              <a:spcBef>
                <a:spcPct val="20000"/>
              </a:spcBef>
              <a:buClr>
                <a:schemeClr val="accent1"/>
              </a:buClr>
              <a:buSzPct val="75000"/>
              <a:buFont typeface="Wingdings" pitchFamily="2" charset="2"/>
              <a:buChar char="n"/>
              <a:defRPr sz="2600">
                <a:solidFill>
                  <a:schemeClr val="tx1"/>
                </a:solidFill>
                <a:latin typeface="Arial" charset="0"/>
              </a:defRPr>
            </a:lvl2pPr>
            <a:lvl3pPr marL="1143000" indent="-228600" eaLnBrk="0" hangingPunct="0">
              <a:spcBef>
                <a:spcPct val="20000"/>
              </a:spcBef>
              <a:buClr>
                <a:schemeClr val="folHlink"/>
              </a:buClr>
              <a:buSzPct val="55000"/>
              <a:buFont typeface="Wingdings" pitchFamily="2" charset="2"/>
              <a:buChar char="n"/>
              <a:defRPr sz="2300">
                <a:solidFill>
                  <a:schemeClr val="tx1"/>
                </a:solidFill>
                <a:latin typeface="Arial" charset="0"/>
              </a:defRPr>
            </a:lvl3pPr>
            <a:lvl4pPr marL="1600200" indent="-228600" eaLnBrk="0" hangingPunct="0">
              <a:spcBef>
                <a:spcPct val="20000"/>
              </a:spcBef>
              <a:buClr>
                <a:schemeClr val="accent1"/>
              </a:buClr>
              <a:buFont typeface="Wingdings" pitchFamily="2" charset="2"/>
              <a:buChar char="§"/>
              <a:defRPr sz="2000">
                <a:solidFill>
                  <a:schemeClr val="tx1"/>
                </a:solidFill>
                <a:latin typeface="Arial" charset="0"/>
              </a:defRPr>
            </a:lvl4pPr>
            <a:lvl5pPr marL="2057400" indent="-228600" eaLnBrk="0" hangingPunct="0">
              <a:spcBef>
                <a:spcPct val="20000"/>
              </a:spcBef>
              <a:buClr>
                <a:schemeClr val="accent1"/>
              </a:buClr>
              <a:buFont typeface="Wingdings" pitchFamily="2" charset="2"/>
              <a:buChar char="§"/>
              <a:defRPr sz="2000">
                <a:solidFill>
                  <a:schemeClr val="tx1"/>
                </a:solidFill>
                <a:latin typeface="Arial" charset="0"/>
              </a:defRPr>
            </a:lvl5pPr>
            <a:lvl6pPr marL="25146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6pPr>
            <a:lvl7pPr marL="29718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7pPr>
            <a:lvl8pPr marL="34290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8pPr>
            <a:lvl9pPr marL="3886200" indent="-228600" eaLnBrk="0" fontAlgn="base" hangingPunct="0">
              <a:spcBef>
                <a:spcPct val="20000"/>
              </a:spcBef>
              <a:spcAft>
                <a:spcPct val="0"/>
              </a:spcAft>
              <a:buClr>
                <a:schemeClr val="accent1"/>
              </a:buClr>
              <a:buFont typeface="Wingdings" pitchFamily="2" charset="2"/>
              <a:buChar char="§"/>
              <a:defRPr sz="2000">
                <a:solidFill>
                  <a:schemeClr val="tx1"/>
                </a:solidFill>
                <a:latin typeface="Arial" charset="0"/>
              </a:defRPr>
            </a:lvl9pPr>
          </a:lstStyle>
          <a:p>
            <a:pPr>
              <a:spcBef>
                <a:spcPct val="50000"/>
              </a:spcBef>
              <a:buClrTx/>
              <a:buSzTx/>
              <a:buFontTx/>
              <a:buNone/>
            </a:pPr>
            <a:r>
              <a:rPr lang="en-US" altLang="en-US" sz="4000" b="1" u="sng" dirty="0">
                <a:ea typeface="ＭＳ Ｐゴシック" pitchFamily="110" charset="-128"/>
              </a:rPr>
              <a:t>Precision Teaching:</a:t>
            </a:r>
          </a:p>
          <a:p>
            <a:pPr>
              <a:spcBef>
                <a:spcPct val="50000"/>
              </a:spcBef>
              <a:buClrTx/>
              <a:buSzTx/>
              <a:buFontTx/>
              <a:buNone/>
            </a:pPr>
            <a:r>
              <a:rPr lang="en-US" altLang="en-US" sz="3200" b="1" dirty="0">
                <a:ea typeface="ＭＳ Ｐゴシック" pitchFamily="110" charset="-128"/>
              </a:rPr>
              <a:t>An Introduction</a:t>
            </a:r>
          </a:p>
          <a:p>
            <a:pPr>
              <a:spcBef>
                <a:spcPct val="50000"/>
              </a:spcBef>
              <a:buClrTx/>
              <a:buSzTx/>
              <a:buFontTx/>
              <a:buNone/>
            </a:pPr>
            <a:r>
              <a:rPr lang="en-US" altLang="en-US" sz="2400" b="1" dirty="0">
                <a:ea typeface="ＭＳ Ｐゴシック" pitchFamily="110" charset="-128"/>
              </a:rPr>
              <a:t>Session 1 of 3</a:t>
            </a:r>
          </a:p>
          <a:p>
            <a:pPr>
              <a:spcBef>
                <a:spcPct val="50000"/>
              </a:spcBef>
              <a:buClrTx/>
              <a:buSzTx/>
              <a:buFontTx/>
              <a:buNone/>
            </a:pPr>
            <a:endParaRPr lang="en-US" altLang="en-US" sz="2400" b="1" dirty="0">
              <a:ea typeface="ＭＳ Ｐゴシック" pitchFamily="110" charset="-128"/>
            </a:endParaRPr>
          </a:p>
          <a:p>
            <a:pPr>
              <a:spcBef>
                <a:spcPct val="50000"/>
              </a:spcBef>
              <a:buClrTx/>
              <a:buSzTx/>
              <a:buFontTx/>
              <a:buNone/>
            </a:pPr>
            <a:r>
              <a:rPr lang="en-US" altLang="en-US" sz="2400" dirty="0">
                <a:ea typeface="ＭＳ Ｐゴシック" pitchFamily="110" charset="-128"/>
              </a:rPr>
              <a:t>St Luke’s Primary </a:t>
            </a:r>
          </a:p>
          <a:p>
            <a:pPr>
              <a:spcBef>
                <a:spcPct val="50000"/>
              </a:spcBef>
              <a:buClrTx/>
              <a:buSzTx/>
              <a:buFontTx/>
              <a:buNone/>
            </a:pPr>
            <a:endParaRPr lang="en-US" altLang="en-US" sz="2400" dirty="0">
              <a:ea typeface="ＭＳ Ｐゴシック" pitchFamily="110" charset="-128"/>
            </a:endParaRPr>
          </a:p>
          <a:p>
            <a:pPr>
              <a:spcBef>
                <a:spcPct val="50000"/>
              </a:spcBef>
              <a:buClrTx/>
              <a:buSzTx/>
              <a:buFontTx/>
              <a:buNone/>
            </a:pPr>
            <a:r>
              <a:rPr lang="en-US" altLang="en-US" sz="2400" dirty="0">
                <a:ea typeface="ＭＳ Ｐゴシック" pitchFamily="110" charset="-128"/>
              </a:rPr>
              <a:t>Scott I-Patrick </a:t>
            </a:r>
          </a:p>
          <a:p>
            <a:pPr>
              <a:spcBef>
                <a:spcPct val="50000"/>
              </a:spcBef>
              <a:buClrTx/>
              <a:buSzTx/>
              <a:buFontTx/>
              <a:buNone/>
            </a:pPr>
            <a:r>
              <a:rPr lang="en-US" altLang="en-US" sz="2400" dirty="0">
                <a:ea typeface="ＭＳ Ｐゴシック" pitchFamily="110" charset="-128"/>
              </a:rPr>
              <a:t>Tuesday 6</a:t>
            </a:r>
            <a:r>
              <a:rPr lang="en-US" altLang="en-US" sz="2400" baseline="30000" dirty="0">
                <a:ea typeface="ＭＳ Ｐゴシック" pitchFamily="110" charset="-128"/>
              </a:rPr>
              <a:t>th</a:t>
            </a:r>
            <a:r>
              <a:rPr lang="en-US" altLang="en-US" sz="2400" dirty="0">
                <a:ea typeface="ＭＳ Ｐゴシック" pitchFamily="110" charset="-128"/>
              </a:rPr>
              <a:t> June 2017</a:t>
            </a:r>
          </a:p>
        </p:txBody>
      </p:sp>
    </p:spTree>
    <p:extLst>
      <p:ext uri="{BB962C8B-B14F-4D97-AF65-F5344CB8AC3E}">
        <p14:creationId xmlns:p14="http://schemas.microsoft.com/office/powerpoint/2010/main" val="3969385266"/>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sz="3200" dirty="0">
                <a:solidFill>
                  <a:srgbClr val="000000"/>
                </a:solidFill>
                <a:latin typeface="Arial" charset="0"/>
              </a:rPr>
              <a:t>Aim for Session 1</a:t>
            </a:r>
            <a:endParaRPr lang="en-GB" sz="3200" dirty="0"/>
          </a:p>
        </p:txBody>
      </p:sp>
      <p:sp>
        <p:nvSpPr>
          <p:cNvPr id="3" name="Content Placeholder 2"/>
          <p:cNvSpPr>
            <a:spLocks noGrp="1"/>
          </p:cNvSpPr>
          <p:nvPr>
            <p:ph idx="1"/>
          </p:nvPr>
        </p:nvSpPr>
        <p:spPr/>
        <p:txBody>
          <a:bodyPr/>
          <a:lstStyle/>
          <a:p>
            <a:pPr marL="722313" lvl="1" indent="-384175" eaLnBrk="1" hangingPunct="1">
              <a:lnSpc>
                <a:spcPct val="90000"/>
              </a:lnSpc>
              <a:buFont typeface="Wingdings" panose="05000000000000000000" pitchFamily="2" charset="2"/>
              <a:buChar char="q"/>
            </a:pPr>
            <a:r>
              <a:rPr lang="en-US" altLang="en-US" sz="2400" dirty="0"/>
              <a:t>What is Precision Teaching?</a:t>
            </a:r>
          </a:p>
          <a:p>
            <a:pPr marL="681038" lvl="1" indent="-342900" eaLnBrk="1" hangingPunct="1">
              <a:lnSpc>
                <a:spcPct val="90000"/>
              </a:lnSpc>
              <a:buFont typeface="Wingdings" panose="05000000000000000000" pitchFamily="2" charset="2"/>
              <a:buChar char="q"/>
            </a:pPr>
            <a:endParaRPr lang="en-US" altLang="en-US" sz="2400" dirty="0"/>
          </a:p>
          <a:p>
            <a:pPr marL="722313" lvl="1" indent="-384175" eaLnBrk="1" hangingPunct="1">
              <a:lnSpc>
                <a:spcPct val="90000"/>
              </a:lnSpc>
              <a:buFont typeface="Wingdings" panose="05000000000000000000" pitchFamily="2" charset="2"/>
              <a:buChar char="q"/>
            </a:pPr>
            <a:r>
              <a:rPr lang="en-US" altLang="en-US" sz="2400" dirty="0"/>
              <a:t>PT: The underlying theory</a:t>
            </a:r>
          </a:p>
          <a:p>
            <a:pPr marL="338138" lvl="1" indent="0" eaLnBrk="1" hangingPunct="1">
              <a:lnSpc>
                <a:spcPct val="90000"/>
              </a:lnSpc>
              <a:buNone/>
            </a:pPr>
            <a:endParaRPr lang="en-US" altLang="en-US" sz="2400" dirty="0"/>
          </a:p>
          <a:p>
            <a:pPr marL="722313" lvl="1" indent="-384175" eaLnBrk="1" hangingPunct="1">
              <a:lnSpc>
                <a:spcPct val="90000"/>
              </a:lnSpc>
              <a:buFont typeface="Wingdings" panose="05000000000000000000" pitchFamily="2" charset="2"/>
              <a:buChar char="q"/>
            </a:pPr>
            <a:r>
              <a:rPr lang="en-US" altLang="en-US" sz="2400" dirty="0"/>
              <a:t>How do you do PT?</a:t>
            </a:r>
          </a:p>
          <a:p>
            <a:pPr lvl="2" indent="-342900" eaLnBrk="1" hangingPunct="1">
              <a:lnSpc>
                <a:spcPct val="90000"/>
              </a:lnSpc>
              <a:buFont typeface="Wingdings" panose="05000000000000000000" pitchFamily="2" charset="2"/>
              <a:buChar char="ü"/>
            </a:pPr>
            <a:r>
              <a:rPr lang="en-GB" altLang="en-US" sz="2400" dirty="0"/>
              <a:t>Focus on how to acquire a baseline following identification of a specific area of difficulty.</a:t>
            </a:r>
          </a:p>
          <a:p>
            <a:pPr marL="800100" lvl="2" indent="0" eaLnBrk="1" hangingPunct="1">
              <a:lnSpc>
                <a:spcPct val="90000"/>
              </a:lnSpc>
              <a:buNone/>
            </a:pPr>
            <a:endParaRPr lang="en-US" altLang="en-US" sz="2400" dirty="0"/>
          </a:p>
          <a:p>
            <a:pPr marL="722313" lvl="1" indent="-384175" eaLnBrk="1" hangingPunct="1">
              <a:lnSpc>
                <a:spcPct val="90000"/>
              </a:lnSpc>
              <a:buFont typeface="Wingdings" panose="05000000000000000000" pitchFamily="2" charset="2"/>
              <a:buChar char="q"/>
            </a:pPr>
            <a:r>
              <a:rPr lang="en-US" altLang="en-US" sz="2400" dirty="0"/>
              <a:t>Goals between now and the next session</a:t>
            </a:r>
          </a:p>
          <a:p>
            <a:pPr lvl="2" indent="-342900" eaLnBrk="1" hangingPunct="1">
              <a:lnSpc>
                <a:spcPct val="90000"/>
              </a:lnSpc>
              <a:buFont typeface="Wingdings" panose="05000000000000000000" pitchFamily="2" charset="2"/>
              <a:buChar char="ü"/>
            </a:pPr>
            <a:r>
              <a:rPr lang="en-US" altLang="en-US" sz="2400" dirty="0"/>
              <a:t>Identify a target child and complete a baseline assessment…</a:t>
            </a:r>
          </a:p>
          <a:p>
            <a:pPr marL="800100" lvl="2" indent="0" eaLnBrk="1" hangingPunct="1">
              <a:lnSpc>
                <a:spcPct val="90000"/>
              </a:lnSpc>
              <a:buNone/>
            </a:pPr>
            <a:endParaRPr lang="en-GB" sz="2400" dirty="0"/>
          </a:p>
        </p:txBody>
      </p:sp>
    </p:spTree>
    <p:extLst>
      <p:ext uri="{BB962C8B-B14F-4D97-AF65-F5344CB8AC3E}">
        <p14:creationId xmlns:p14="http://schemas.microsoft.com/office/powerpoint/2010/main" val="36686250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Preview of upcoming sessions</a:t>
            </a:r>
          </a:p>
        </p:txBody>
      </p:sp>
      <p:sp>
        <p:nvSpPr>
          <p:cNvPr id="3" name="Content Placeholder 2"/>
          <p:cNvSpPr>
            <a:spLocks noGrp="1"/>
          </p:cNvSpPr>
          <p:nvPr>
            <p:ph idx="1"/>
          </p:nvPr>
        </p:nvSpPr>
        <p:spPr/>
        <p:txBody>
          <a:bodyPr/>
          <a:lstStyle/>
          <a:p>
            <a:pPr marL="423863" indent="-384175" eaLnBrk="1" hangingPunct="1">
              <a:lnSpc>
                <a:spcPct val="90000"/>
              </a:lnSpc>
              <a:buNone/>
            </a:pPr>
            <a:r>
              <a:rPr lang="en-US" altLang="en-US" dirty="0"/>
              <a:t>Session 2 of 3</a:t>
            </a:r>
          </a:p>
          <a:p>
            <a:pPr marL="338138" lvl="1" indent="0" eaLnBrk="1" hangingPunct="1">
              <a:lnSpc>
                <a:spcPct val="90000"/>
              </a:lnSpc>
              <a:buNone/>
            </a:pPr>
            <a:endParaRPr lang="en-US" altLang="en-US" dirty="0"/>
          </a:p>
          <a:p>
            <a:pPr marL="681038" lvl="1" indent="-342900" eaLnBrk="1" hangingPunct="1">
              <a:lnSpc>
                <a:spcPct val="90000"/>
              </a:lnSpc>
              <a:buFont typeface="Wingdings" panose="05000000000000000000" pitchFamily="2" charset="2"/>
              <a:buChar char="q"/>
            </a:pPr>
            <a:r>
              <a:rPr lang="en-US" altLang="en-US" sz="2400" dirty="0"/>
              <a:t>Sharing our experiences since the last session</a:t>
            </a:r>
          </a:p>
          <a:p>
            <a:pPr marL="338138" lvl="1" indent="0" eaLnBrk="1" hangingPunct="1">
              <a:lnSpc>
                <a:spcPct val="90000"/>
              </a:lnSpc>
              <a:buNone/>
            </a:pPr>
            <a:endParaRPr lang="en-US" altLang="en-US" sz="2400" dirty="0"/>
          </a:p>
          <a:p>
            <a:pPr marL="681038" lvl="1" indent="-342900" eaLnBrk="1" hangingPunct="1">
              <a:lnSpc>
                <a:spcPct val="90000"/>
              </a:lnSpc>
              <a:buFont typeface="Wingdings" panose="05000000000000000000" pitchFamily="2" charset="2"/>
              <a:buChar char="q"/>
            </a:pPr>
            <a:r>
              <a:rPr lang="en-US" altLang="en-US" sz="2400" dirty="0"/>
              <a:t>How do you do PT?</a:t>
            </a:r>
          </a:p>
          <a:p>
            <a:pPr lvl="2" indent="-342900" eaLnBrk="1" hangingPunct="1">
              <a:lnSpc>
                <a:spcPct val="90000"/>
              </a:lnSpc>
              <a:buFont typeface="Wingdings" panose="05000000000000000000" pitchFamily="2" charset="2"/>
              <a:buChar char="ü"/>
            </a:pPr>
            <a:r>
              <a:rPr lang="en-US" altLang="en-US" sz="2400" dirty="0"/>
              <a:t>Target setting </a:t>
            </a:r>
          </a:p>
          <a:p>
            <a:pPr lvl="2" indent="-342900" eaLnBrk="1" hangingPunct="1">
              <a:lnSpc>
                <a:spcPct val="90000"/>
              </a:lnSpc>
              <a:buFont typeface="Wingdings" panose="05000000000000000000" pitchFamily="2" charset="2"/>
              <a:buChar char="ü"/>
            </a:pPr>
            <a:r>
              <a:rPr lang="en-US" altLang="en-US" sz="2400" dirty="0"/>
              <a:t>Teaching and probing </a:t>
            </a:r>
          </a:p>
          <a:p>
            <a:pPr lvl="2" indent="-342900" eaLnBrk="1" hangingPunct="1">
              <a:lnSpc>
                <a:spcPct val="90000"/>
              </a:lnSpc>
              <a:buFont typeface="Wingdings" panose="05000000000000000000" pitchFamily="2" charset="2"/>
              <a:buChar char="ü"/>
            </a:pPr>
            <a:r>
              <a:rPr lang="en-US" altLang="en-US" sz="2400" dirty="0"/>
              <a:t>Charting the results </a:t>
            </a:r>
            <a:r>
              <a:rPr lang="en-US" altLang="en-US" sz="2400"/>
              <a:t>with target </a:t>
            </a:r>
            <a:r>
              <a:rPr lang="en-US" altLang="en-US" sz="2400" dirty="0"/>
              <a:t>child</a:t>
            </a:r>
          </a:p>
          <a:p>
            <a:pPr lvl="2" indent="-342900" eaLnBrk="1" hangingPunct="1">
              <a:lnSpc>
                <a:spcPct val="90000"/>
              </a:lnSpc>
              <a:buFont typeface="Wingdings" panose="05000000000000000000" pitchFamily="2" charset="2"/>
              <a:buChar char="ü"/>
            </a:pPr>
            <a:r>
              <a:rPr lang="en-US" altLang="en-US" sz="2400" dirty="0"/>
              <a:t>Monitoring: Review and adapt the </a:t>
            </a:r>
            <a:r>
              <a:rPr lang="en-US" altLang="en-US" sz="2400" dirty="0" err="1"/>
              <a:t>programme</a:t>
            </a:r>
            <a:r>
              <a:rPr lang="en-US" altLang="en-US" sz="2400" dirty="0"/>
              <a:t> as needed</a:t>
            </a:r>
          </a:p>
          <a:p>
            <a:pPr marL="338138" lvl="1" indent="0" eaLnBrk="1" hangingPunct="1">
              <a:lnSpc>
                <a:spcPct val="90000"/>
              </a:lnSpc>
              <a:buNone/>
            </a:pPr>
            <a:endParaRPr lang="en-US" altLang="en-US" sz="2400" dirty="0"/>
          </a:p>
          <a:p>
            <a:endParaRPr lang="en-GB" dirty="0"/>
          </a:p>
        </p:txBody>
      </p:sp>
    </p:spTree>
    <p:extLst>
      <p:ext uri="{BB962C8B-B14F-4D97-AF65-F5344CB8AC3E}">
        <p14:creationId xmlns:p14="http://schemas.microsoft.com/office/powerpoint/2010/main" val="3044381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Preview of upcoming sessions</a:t>
            </a:r>
          </a:p>
        </p:txBody>
      </p:sp>
      <p:sp>
        <p:nvSpPr>
          <p:cNvPr id="3" name="Content Placeholder 2"/>
          <p:cNvSpPr>
            <a:spLocks noGrp="1"/>
          </p:cNvSpPr>
          <p:nvPr>
            <p:ph idx="1"/>
          </p:nvPr>
        </p:nvSpPr>
        <p:spPr/>
        <p:txBody>
          <a:bodyPr/>
          <a:lstStyle/>
          <a:p>
            <a:pPr marL="423863" indent="-384175" eaLnBrk="1" hangingPunct="1">
              <a:lnSpc>
                <a:spcPct val="90000"/>
              </a:lnSpc>
              <a:buNone/>
            </a:pPr>
            <a:r>
              <a:rPr lang="en-US" altLang="en-US" dirty="0"/>
              <a:t>Session 3 of 3</a:t>
            </a:r>
          </a:p>
          <a:p>
            <a:pPr marL="423863" indent="-384175" eaLnBrk="1" hangingPunct="1">
              <a:lnSpc>
                <a:spcPct val="90000"/>
              </a:lnSpc>
              <a:buNone/>
            </a:pPr>
            <a:endParaRPr lang="en-US" altLang="en-US" dirty="0"/>
          </a:p>
          <a:p>
            <a:pPr marL="338138" lvl="1" indent="0" eaLnBrk="1" hangingPunct="1">
              <a:lnSpc>
                <a:spcPct val="90000"/>
              </a:lnSpc>
              <a:buNone/>
            </a:pPr>
            <a:r>
              <a:rPr lang="en-US" altLang="en-US" sz="2400" u="sng" dirty="0"/>
              <a:t>Peer supervision</a:t>
            </a:r>
          </a:p>
          <a:p>
            <a:pPr marL="338138" lvl="1" indent="0" eaLnBrk="1" hangingPunct="1">
              <a:lnSpc>
                <a:spcPct val="90000"/>
              </a:lnSpc>
              <a:buNone/>
            </a:pPr>
            <a:endParaRPr lang="en-US" altLang="en-US" sz="2400" dirty="0"/>
          </a:p>
          <a:p>
            <a:pPr marL="681038" lvl="1" indent="-342900" eaLnBrk="1" hangingPunct="1">
              <a:lnSpc>
                <a:spcPct val="90000"/>
              </a:lnSpc>
              <a:buFont typeface="Wingdings" panose="05000000000000000000" pitchFamily="2" charset="2"/>
              <a:buChar char="q"/>
            </a:pPr>
            <a:r>
              <a:rPr lang="en-US" altLang="en-US" sz="2400" dirty="0"/>
              <a:t>Reflective discussions</a:t>
            </a:r>
          </a:p>
          <a:p>
            <a:pPr marL="1081088" lvl="2" indent="-342900" eaLnBrk="1" hangingPunct="1">
              <a:lnSpc>
                <a:spcPct val="90000"/>
              </a:lnSpc>
              <a:buFont typeface="Wingdings" panose="05000000000000000000" pitchFamily="2" charset="2"/>
              <a:buChar char="ü"/>
            </a:pPr>
            <a:r>
              <a:rPr lang="en-US" altLang="en-US" sz="2400" dirty="0"/>
              <a:t>How confident are we feeling about implementing PT?</a:t>
            </a:r>
          </a:p>
          <a:p>
            <a:pPr marL="738188" lvl="2" indent="0" eaLnBrk="1" hangingPunct="1">
              <a:lnSpc>
                <a:spcPct val="90000"/>
              </a:lnSpc>
              <a:buNone/>
            </a:pPr>
            <a:endParaRPr lang="en-US" altLang="en-US" sz="2400" dirty="0"/>
          </a:p>
          <a:p>
            <a:pPr marL="1081088" lvl="2" indent="-342900" eaLnBrk="1" hangingPunct="1">
              <a:lnSpc>
                <a:spcPct val="90000"/>
              </a:lnSpc>
              <a:buFont typeface="Wingdings" panose="05000000000000000000" pitchFamily="2" charset="2"/>
              <a:buChar char="ü"/>
            </a:pPr>
            <a:r>
              <a:rPr lang="en-US" altLang="en-US" sz="2400" dirty="0"/>
              <a:t>Our views on PT:</a:t>
            </a:r>
          </a:p>
          <a:p>
            <a:pPr marL="1481138" lvl="3" indent="-285750" eaLnBrk="1" hangingPunct="1">
              <a:lnSpc>
                <a:spcPct val="90000"/>
              </a:lnSpc>
              <a:buFont typeface="Arial" panose="020B0604020202020204" pitchFamily="34" charset="0"/>
              <a:buChar char="•"/>
            </a:pPr>
            <a:r>
              <a:rPr lang="en-US" altLang="en-US" sz="2400" dirty="0"/>
              <a:t>Academic impact</a:t>
            </a:r>
          </a:p>
          <a:p>
            <a:pPr marL="1481138" lvl="3" indent="-285750" eaLnBrk="1" hangingPunct="1">
              <a:lnSpc>
                <a:spcPct val="90000"/>
              </a:lnSpc>
              <a:buFont typeface="Arial" panose="020B0604020202020204" pitchFamily="34" charset="0"/>
              <a:buChar char="•"/>
            </a:pPr>
            <a:r>
              <a:rPr lang="en-US" altLang="en-US" sz="2400" dirty="0"/>
              <a:t>Emotional/motivational impact</a:t>
            </a:r>
          </a:p>
          <a:p>
            <a:pPr marL="0" indent="0">
              <a:buNone/>
            </a:pPr>
            <a:endParaRPr lang="en-GB" dirty="0"/>
          </a:p>
        </p:txBody>
      </p:sp>
    </p:spTree>
    <p:extLst>
      <p:ext uri="{BB962C8B-B14F-4D97-AF65-F5344CB8AC3E}">
        <p14:creationId xmlns:p14="http://schemas.microsoft.com/office/powerpoint/2010/main" val="16717867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What is Precision Teaching?</a:t>
            </a:r>
          </a:p>
        </p:txBody>
      </p:sp>
      <p:sp>
        <p:nvSpPr>
          <p:cNvPr id="3" name="Content Placeholder 2"/>
          <p:cNvSpPr>
            <a:spLocks noGrp="1"/>
          </p:cNvSpPr>
          <p:nvPr>
            <p:ph idx="1"/>
          </p:nvPr>
        </p:nvSpPr>
        <p:spPr/>
        <p:txBody>
          <a:bodyPr/>
          <a:lstStyle/>
          <a:p>
            <a:pPr eaLnBrk="1" hangingPunct="1">
              <a:buFont typeface="Wingdings" panose="05000000000000000000" pitchFamily="2" charset="2"/>
              <a:buChar char="q"/>
            </a:pPr>
            <a:r>
              <a:rPr lang="en-GB" altLang="en-US" dirty="0"/>
              <a:t>A way to plan, monitor and evaluate a teaching programme for an individual child, helping him/her to learn a specific skill.</a:t>
            </a:r>
          </a:p>
          <a:p>
            <a:pPr marL="0" indent="0" eaLnBrk="1" hangingPunct="1">
              <a:buNone/>
            </a:pPr>
            <a:endParaRPr lang="en-GB" altLang="en-US" dirty="0"/>
          </a:p>
          <a:p>
            <a:pPr eaLnBrk="1" hangingPunct="1">
              <a:buFont typeface="Wingdings" panose="05000000000000000000" pitchFamily="2" charset="2"/>
              <a:buChar char="q"/>
            </a:pPr>
            <a:r>
              <a:rPr lang="en-US" altLang="en-US" dirty="0"/>
              <a:t>It is a method of </a:t>
            </a:r>
            <a:r>
              <a:rPr lang="en-US" altLang="en-US" u="sng" dirty="0"/>
              <a:t>precisely measuring</a:t>
            </a:r>
            <a:r>
              <a:rPr lang="en-US" altLang="en-US" dirty="0"/>
              <a:t> the effectiveness of teaching.</a:t>
            </a:r>
            <a:endParaRPr lang="en-GB" altLang="en-US" dirty="0"/>
          </a:p>
          <a:p>
            <a:pPr marL="0" indent="0" eaLnBrk="1" hangingPunct="1">
              <a:buNone/>
            </a:pPr>
            <a:endParaRPr lang="en-GB" altLang="en-US" dirty="0"/>
          </a:p>
          <a:p>
            <a:pPr eaLnBrk="1" hangingPunct="1">
              <a:buFont typeface="Wingdings" panose="05000000000000000000" pitchFamily="2" charset="2"/>
              <a:buChar char="q"/>
            </a:pPr>
            <a:r>
              <a:rPr lang="en-GB" altLang="en-US" dirty="0"/>
              <a:t>Precision Teaching is an </a:t>
            </a:r>
            <a:r>
              <a:rPr lang="en-GB" altLang="en-US" b="1" u="sng" dirty="0">
                <a:solidFill>
                  <a:srgbClr val="FF0000"/>
                </a:solidFill>
              </a:rPr>
              <a:t>ASSESSMENT</a:t>
            </a:r>
            <a:r>
              <a:rPr lang="en-GB" altLang="en-US" dirty="0"/>
              <a:t> tool and </a:t>
            </a:r>
            <a:r>
              <a:rPr lang="en-GB" altLang="en-US" b="1" u="sng" dirty="0">
                <a:solidFill>
                  <a:srgbClr val="FF0000"/>
                </a:solidFill>
              </a:rPr>
              <a:t>NOT</a:t>
            </a:r>
            <a:r>
              <a:rPr lang="en-GB" altLang="en-US" dirty="0"/>
              <a:t> a teaching method.</a:t>
            </a:r>
          </a:p>
          <a:p>
            <a:endParaRPr lang="en-GB" dirty="0"/>
          </a:p>
        </p:txBody>
      </p:sp>
    </p:spTree>
    <p:extLst>
      <p:ext uri="{BB962C8B-B14F-4D97-AF65-F5344CB8AC3E}">
        <p14:creationId xmlns:p14="http://schemas.microsoft.com/office/powerpoint/2010/main" val="2404675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dirty="0"/>
              <a:t>When can Precision Teaching be used?</a:t>
            </a:r>
          </a:p>
        </p:txBody>
      </p:sp>
      <p:sp>
        <p:nvSpPr>
          <p:cNvPr id="3" name="Content Placeholder 2"/>
          <p:cNvSpPr>
            <a:spLocks noGrp="1"/>
          </p:cNvSpPr>
          <p:nvPr>
            <p:ph idx="1"/>
          </p:nvPr>
        </p:nvSpPr>
        <p:spPr/>
        <p:txBody>
          <a:bodyPr/>
          <a:lstStyle/>
          <a:p>
            <a:pPr marL="423863" eaLnBrk="1" hangingPunct="1">
              <a:lnSpc>
                <a:spcPct val="80000"/>
              </a:lnSpc>
              <a:buFont typeface="Wingdings" panose="05000000000000000000" pitchFamily="2" charset="2"/>
              <a:buChar char="q"/>
            </a:pPr>
            <a:r>
              <a:rPr lang="en-US" altLang="en-US" dirty="0"/>
              <a:t>When a child is making little or no progress in an area</a:t>
            </a:r>
          </a:p>
          <a:p>
            <a:pPr marL="423863" eaLnBrk="1" hangingPunct="1">
              <a:lnSpc>
                <a:spcPct val="80000"/>
              </a:lnSpc>
              <a:buFont typeface="Century Gothic" pitchFamily="34" charset="0"/>
              <a:buNone/>
            </a:pPr>
            <a:endParaRPr lang="en-US" altLang="en-US" dirty="0"/>
          </a:p>
          <a:p>
            <a:pPr marL="423863" eaLnBrk="1" hangingPunct="1">
              <a:lnSpc>
                <a:spcPct val="80000"/>
              </a:lnSpc>
              <a:buFont typeface="Wingdings" panose="05000000000000000000" pitchFamily="2" charset="2"/>
              <a:buChar char="q"/>
            </a:pPr>
            <a:r>
              <a:rPr lang="en-US" altLang="en-US" dirty="0"/>
              <a:t>When development of speed is essential for progress, for example:</a:t>
            </a:r>
          </a:p>
          <a:p>
            <a:pPr marL="423863" eaLnBrk="1" hangingPunct="1">
              <a:lnSpc>
                <a:spcPct val="80000"/>
              </a:lnSpc>
              <a:buFont typeface="Century Gothic" pitchFamily="34" charset="0"/>
              <a:buNone/>
            </a:pPr>
            <a:endParaRPr lang="en-US" altLang="en-US" dirty="0"/>
          </a:p>
          <a:p>
            <a:pPr marL="423863" eaLnBrk="1" hangingPunct="1">
              <a:lnSpc>
                <a:spcPct val="80000"/>
              </a:lnSpc>
              <a:buFont typeface="Wingdings" panose="05000000000000000000" pitchFamily="2" charset="2"/>
              <a:buChar char="ü"/>
            </a:pPr>
            <a:r>
              <a:rPr lang="en-US" altLang="en-US" dirty="0"/>
              <a:t> phonics</a:t>
            </a:r>
          </a:p>
          <a:p>
            <a:pPr marL="423863" eaLnBrk="1" hangingPunct="1">
              <a:lnSpc>
                <a:spcPct val="80000"/>
              </a:lnSpc>
              <a:buFont typeface="Wingdings" panose="05000000000000000000" pitchFamily="2" charset="2"/>
              <a:buChar char="ü"/>
            </a:pPr>
            <a:r>
              <a:rPr lang="en-US" altLang="en-US" dirty="0"/>
              <a:t>sight vocabulary</a:t>
            </a:r>
          </a:p>
          <a:p>
            <a:pPr marL="423863" eaLnBrk="1" hangingPunct="1">
              <a:lnSpc>
                <a:spcPct val="80000"/>
              </a:lnSpc>
              <a:buFont typeface="Wingdings" panose="05000000000000000000" pitchFamily="2" charset="2"/>
              <a:buChar char="ü"/>
            </a:pPr>
            <a:r>
              <a:rPr lang="en-US" altLang="en-US" dirty="0"/>
              <a:t> spelling high frequency words</a:t>
            </a:r>
          </a:p>
          <a:p>
            <a:pPr marL="423863" eaLnBrk="1" hangingPunct="1">
              <a:lnSpc>
                <a:spcPct val="80000"/>
              </a:lnSpc>
              <a:buFont typeface="Wingdings" panose="05000000000000000000" pitchFamily="2" charset="2"/>
              <a:buChar char="ü"/>
            </a:pPr>
            <a:r>
              <a:rPr lang="en-US" altLang="en-US" dirty="0"/>
              <a:t>number recognition</a:t>
            </a:r>
          </a:p>
          <a:p>
            <a:pPr marL="423863" eaLnBrk="1" hangingPunct="1">
              <a:lnSpc>
                <a:spcPct val="80000"/>
              </a:lnSpc>
              <a:buFont typeface="Wingdings" panose="05000000000000000000" pitchFamily="2" charset="2"/>
              <a:buChar char="ü"/>
            </a:pPr>
            <a:r>
              <a:rPr lang="en-US" altLang="en-US" dirty="0"/>
              <a:t>number bonds</a:t>
            </a:r>
          </a:p>
          <a:p>
            <a:pPr marL="80963" indent="0" eaLnBrk="1" hangingPunct="1">
              <a:lnSpc>
                <a:spcPct val="80000"/>
              </a:lnSpc>
              <a:buNone/>
            </a:pPr>
            <a:endParaRPr lang="en-US" altLang="en-US" dirty="0"/>
          </a:p>
          <a:p>
            <a:pPr marL="423863" eaLnBrk="1" hangingPunct="1">
              <a:lnSpc>
                <a:spcPct val="80000"/>
              </a:lnSpc>
              <a:buFont typeface="Wingdings" panose="05000000000000000000" pitchFamily="2" charset="2"/>
              <a:buChar char="q"/>
            </a:pPr>
            <a:r>
              <a:rPr lang="en-US" altLang="en-US" dirty="0"/>
              <a:t>For teaching skills that are measurable and need to be acquired to make progress</a:t>
            </a:r>
          </a:p>
          <a:p>
            <a:endParaRPr lang="en-GB" dirty="0"/>
          </a:p>
        </p:txBody>
      </p:sp>
    </p:spTree>
    <p:extLst>
      <p:ext uri="{BB962C8B-B14F-4D97-AF65-F5344CB8AC3E}">
        <p14:creationId xmlns:p14="http://schemas.microsoft.com/office/powerpoint/2010/main" val="1486105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84213" y="404813"/>
            <a:ext cx="7772400" cy="874712"/>
          </a:xfrm>
        </p:spPr>
        <p:txBody>
          <a:bodyPr/>
          <a:lstStyle/>
          <a:p>
            <a:pPr algn="ctr" eaLnBrk="1" fontAlgn="auto" hangingPunct="1">
              <a:spcAft>
                <a:spcPts val="0"/>
              </a:spcAft>
              <a:defRPr/>
            </a:pPr>
            <a:r>
              <a:rPr lang="en-GB" altLang="en-US" sz="4000" dirty="0"/>
              <a:t>Activity</a:t>
            </a:r>
          </a:p>
        </p:txBody>
      </p:sp>
      <p:sp>
        <p:nvSpPr>
          <p:cNvPr id="134147" name="Rectangle 3"/>
          <p:cNvSpPr>
            <a:spLocks noGrp="1" noChangeArrowheads="1"/>
          </p:cNvSpPr>
          <p:nvPr>
            <p:ph idx="1"/>
          </p:nvPr>
        </p:nvSpPr>
        <p:spPr>
          <a:xfrm>
            <a:off x="395288" y="1628775"/>
            <a:ext cx="2952750" cy="1152525"/>
          </a:xfrm>
        </p:spPr>
        <p:txBody>
          <a:bodyPr/>
          <a:lstStyle/>
          <a:p>
            <a:pPr eaLnBrk="1" hangingPunct="1">
              <a:buFontTx/>
              <a:buNone/>
            </a:pPr>
            <a:r>
              <a:rPr lang="en-GB" altLang="en-US" sz="3600">
                <a:solidFill>
                  <a:srgbClr val="FF0000"/>
                </a:solidFill>
              </a:rPr>
              <a:t>Acquisition</a:t>
            </a:r>
          </a:p>
        </p:txBody>
      </p:sp>
      <p:sp>
        <p:nvSpPr>
          <p:cNvPr id="134148" name="Rectangle 4"/>
          <p:cNvSpPr>
            <a:spLocks noChangeArrowheads="1"/>
          </p:cNvSpPr>
          <p:nvPr/>
        </p:nvSpPr>
        <p:spPr bwMode="auto">
          <a:xfrm>
            <a:off x="1908175" y="3141663"/>
            <a:ext cx="3600450" cy="122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chemeClr val="accent2"/>
                </a:solidFill>
                <a:latin typeface="Arial" pitchFamily="34" charset="0"/>
              </a:rPr>
              <a:t>Generalisation</a:t>
            </a:r>
          </a:p>
        </p:txBody>
      </p:sp>
      <p:sp>
        <p:nvSpPr>
          <p:cNvPr id="134149" name="Rectangle 5"/>
          <p:cNvSpPr>
            <a:spLocks noChangeArrowheads="1"/>
          </p:cNvSpPr>
          <p:nvPr/>
        </p:nvSpPr>
        <p:spPr bwMode="auto">
          <a:xfrm>
            <a:off x="5651500" y="3860800"/>
            <a:ext cx="3143250" cy="936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rgbClr val="800080"/>
                </a:solidFill>
                <a:latin typeface="Arial" pitchFamily="34" charset="0"/>
              </a:rPr>
              <a:t>Adaptation</a:t>
            </a:r>
          </a:p>
        </p:txBody>
      </p:sp>
      <p:sp>
        <p:nvSpPr>
          <p:cNvPr id="134150" name="Rectangle 6"/>
          <p:cNvSpPr>
            <a:spLocks noChangeArrowheads="1"/>
          </p:cNvSpPr>
          <p:nvPr/>
        </p:nvSpPr>
        <p:spPr bwMode="auto">
          <a:xfrm>
            <a:off x="5148263" y="1844675"/>
            <a:ext cx="3384550"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chemeClr val="accent1"/>
                </a:solidFill>
                <a:latin typeface="Arial" pitchFamily="34" charset="0"/>
              </a:rPr>
              <a:t>Maintenance</a:t>
            </a:r>
          </a:p>
        </p:txBody>
      </p:sp>
      <p:sp>
        <p:nvSpPr>
          <p:cNvPr id="134151" name="Rectangle 7"/>
          <p:cNvSpPr>
            <a:spLocks noChangeArrowheads="1"/>
          </p:cNvSpPr>
          <p:nvPr/>
        </p:nvSpPr>
        <p:spPr bwMode="auto">
          <a:xfrm>
            <a:off x="971550" y="4581525"/>
            <a:ext cx="2566988"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buClrTx/>
              <a:buFontTx/>
              <a:buNone/>
            </a:pPr>
            <a:r>
              <a:rPr lang="en-GB" altLang="en-US" sz="3600">
                <a:solidFill>
                  <a:srgbClr val="FF6600"/>
                </a:solidFill>
                <a:latin typeface="Arial" pitchFamily="34" charset="0"/>
              </a:rPr>
              <a:t>Fluency</a:t>
            </a:r>
          </a:p>
        </p:txBody>
      </p:sp>
    </p:spTree>
    <p:extLst>
      <p:ext uri="{BB962C8B-B14F-4D97-AF65-F5344CB8AC3E}">
        <p14:creationId xmlns:p14="http://schemas.microsoft.com/office/powerpoint/2010/main" val="31343739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34147">
                                            <p:txEl>
                                              <p:pRg st="0" end="0"/>
                                            </p:txEl>
                                          </p:spTgt>
                                        </p:tgtEl>
                                        <p:attrNameLst>
                                          <p:attrName>style.visibility</p:attrName>
                                        </p:attrNameLst>
                                      </p:cBhvr>
                                      <p:to>
                                        <p:strVal val="visible"/>
                                      </p:to>
                                    </p:set>
                                    <p:animEffect transition="in" filter="fade">
                                      <p:cBhvr>
                                        <p:cTn id="7" dur="1000"/>
                                        <p:tgtEl>
                                          <p:spTgt spid="134147">
                                            <p:txEl>
                                              <p:pRg st="0" end="0"/>
                                            </p:txEl>
                                          </p:spTgt>
                                        </p:tgtEl>
                                      </p:cBhvr>
                                    </p:animEffect>
                                  </p:childTnLst>
                                </p:cTn>
                              </p:par>
                            </p:childTnLst>
                          </p:cTn>
                        </p:par>
                        <p:par>
                          <p:cTn id="8" fill="hold" nodeType="afterGroup">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134150"/>
                                        </p:tgtEl>
                                        <p:attrNameLst>
                                          <p:attrName>style.visibility</p:attrName>
                                        </p:attrNameLst>
                                      </p:cBhvr>
                                      <p:to>
                                        <p:strVal val="visible"/>
                                      </p:to>
                                    </p:set>
                                    <p:animEffect transition="in" filter="fade">
                                      <p:cBhvr>
                                        <p:cTn id="11" dur="1000"/>
                                        <p:tgtEl>
                                          <p:spTgt spid="134150"/>
                                        </p:tgtEl>
                                      </p:cBhvr>
                                    </p:animEffect>
                                  </p:childTnLst>
                                </p:cTn>
                              </p:par>
                            </p:childTnLst>
                          </p:cTn>
                        </p:par>
                        <p:par>
                          <p:cTn id="12" fill="hold" nodeType="afterGroup">
                            <p:stCondLst>
                              <p:cond delay="2000"/>
                            </p:stCondLst>
                            <p:childTnLst>
                              <p:par>
                                <p:cTn id="13" presetID="10" presetClass="entr" presetSubtype="0" fill="hold" grpId="0" nodeType="afterEffect">
                                  <p:stCondLst>
                                    <p:cond delay="0"/>
                                  </p:stCondLst>
                                  <p:childTnLst>
                                    <p:set>
                                      <p:cBhvr>
                                        <p:cTn id="14" dur="1" fill="hold">
                                          <p:stCondLst>
                                            <p:cond delay="0"/>
                                          </p:stCondLst>
                                        </p:cTn>
                                        <p:tgtEl>
                                          <p:spTgt spid="134151"/>
                                        </p:tgtEl>
                                        <p:attrNameLst>
                                          <p:attrName>style.visibility</p:attrName>
                                        </p:attrNameLst>
                                      </p:cBhvr>
                                      <p:to>
                                        <p:strVal val="visible"/>
                                      </p:to>
                                    </p:set>
                                    <p:animEffect transition="in" filter="fade">
                                      <p:cBhvr>
                                        <p:cTn id="15" dur="1000"/>
                                        <p:tgtEl>
                                          <p:spTgt spid="134151"/>
                                        </p:tgtEl>
                                      </p:cBhvr>
                                    </p:animEffect>
                                  </p:childTnLst>
                                </p:cTn>
                              </p:par>
                            </p:childTnLst>
                          </p:cTn>
                        </p:par>
                        <p:par>
                          <p:cTn id="16" fill="hold" nodeType="afterGroup">
                            <p:stCondLst>
                              <p:cond delay="3000"/>
                            </p:stCondLst>
                            <p:childTnLst>
                              <p:par>
                                <p:cTn id="17" presetID="10" presetClass="entr" presetSubtype="0" fill="hold" grpId="0" nodeType="afterEffect">
                                  <p:stCondLst>
                                    <p:cond delay="0"/>
                                  </p:stCondLst>
                                  <p:childTnLst>
                                    <p:set>
                                      <p:cBhvr>
                                        <p:cTn id="18" dur="1" fill="hold">
                                          <p:stCondLst>
                                            <p:cond delay="0"/>
                                          </p:stCondLst>
                                        </p:cTn>
                                        <p:tgtEl>
                                          <p:spTgt spid="134149"/>
                                        </p:tgtEl>
                                        <p:attrNameLst>
                                          <p:attrName>style.visibility</p:attrName>
                                        </p:attrNameLst>
                                      </p:cBhvr>
                                      <p:to>
                                        <p:strVal val="visible"/>
                                      </p:to>
                                    </p:set>
                                    <p:animEffect transition="in" filter="fade">
                                      <p:cBhvr>
                                        <p:cTn id="19" dur="1000"/>
                                        <p:tgtEl>
                                          <p:spTgt spid="134149"/>
                                        </p:tgtEl>
                                      </p:cBhvr>
                                    </p:animEffect>
                                  </p:childTnLst>
                                </p:cTn>
                              </p:par>
                            </p:childTnLst>
                          </p:cTn>
                        </p:par>
                        <p:par>
                          <p:cTn id="20" fill="hold" nodeType="afterGroup">
                            <p:stCondLst>
                              <p:cond delay="4000"/>
                            </p:stCondLst>
                            <p:childTnLst>
                              <p:par>
                                <p:cTn id="21" presetID="10" presetClass="entr" presetSubtype="0" fill="hold" grpId="0" nodeType="afterEffect">
                                  <p:stCondLst>
                                    <p:cond delay="0"/>
                                  </p:stCondLst>
                                  <p:childTnLst>
                                    <p:set>
                                      <p:cBhvr>
                                        <p:cTn id="22" dur="1" fill="hold">
                                          <p:stCondLst>
                                            <p:cond delay="0"/>
                                          </p:stCondLst>
                                        </p:cTn>
                                        <p:tgtEl>
                                          <p:spTgt spid="134148"/>
                                        </p:tgtEl>
                                        <p:attrNameLst>
                                          <p:attrName>style.visibility</p:attrName>
                                        </p:attrNameLst>
                                      </p:cBhvr>
                                      <p:to>
                                        <p:strVal val="visible"/>
                                      </p:to>
                                    </p:set>
                                    <p:animEffect transition="in" filter="fade">
                                      <p:cBhvr>
                                        <p:cTn id="23" dur="1000"/>
                                        <p:tgtEl>
                                          <p:spTgt spid="134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7" grpId="0" build="p"/>
      <p:bldP spid="134148" grpId="0"/>
      <p:bldP spid="134149" grpId="0"/>
      <p:bldP spid="134150" grpId="0"/>
      <p:bldP spid="13415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p:cNvSpPr>
            <a:spLocks noChangeArrowheads="1"/>
          </p:cNvSpPr>
          <p:nvPr/>
        </p:nvSpPr>
        <p:spPr bwMode="auto">
          <a:xfrm>
            <a:off x="395288" y="476250"/>
            <a:ext cx="8569325" cy="92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GB" altLang="en-US" sz="2800" dirty="0">
                <a:latin typeface="Arial" pitchFamily="34" charset="0"/>
              </a:rPr>
              <a:t>‘Hierarchy of Learning’</a:t>
            </a:r>
            <a:r>
              <a:rPr lang="en-GB" altLang="en-US" sz="2800" b="1" dirty="0">
                <a:latin typeface="Arial" pitchFamily="34" charset="0"/>
              </a:rPr>
              <a:t> </a:t>
            </a:r>
          </a:p>
          <a:p>
            <a:pPr algn="ctr" eaLnBrk="1" hangingPunct="1"/>
            <a:r>
              <a:rPr lang="en-GB" altLang="en-US" sz="2000" dirty="0">
                <a:latin typeface="Arial" pitchFamily="34" charset="0"/>
              </a:rPr>
              <a:t>(Haring and Eaton, 1978)</a:t>
            </a:r>
          </a:p>
        </p:txBody>
      </p:sp>
      <p:sp>
        <p:nvSpPr>
          <p:cNvPr id="7171" name="Rectangle 4"/>
          <p:cNvSpPr>
            <a:spLocks noChangeArrowheads="1"/>
          </p:cNvSpPr>
          <p:nvPr/>
        </p:nvSpPr>
        <p:spPr bwMode="auto">
          <a:xfrm>
            <a:off x="755650" y="1484784"/>
            <a:ext cx="304800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spcBef>
                <a:spcPct val="20000"/>
              </a:spcBef>
              <a:buClr>
                <a:schemeClr val="accent1"/>
              </a:buClr>
              <a:buFont typeface="Arial" pitchFamily="34" charset="0"/>
              <a:buChar char="•"/>
              <a:defRPr sz="2200">
                <a:solidFill>
                  <a:schemeClr val="tx1"/>
                </a:solidFill>
                <a:latin typeface="Calibri" pitchFamily="34" charset="0"/>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defRPr>
            </a:lvl2pPr>
            <a:lvl3pPr marL="1143000" indent="-228600" eaLnBrk="0" hangingPunct="0">
              <a:spcBef>
                <a:spcPct val="20000"/>
              </a:spcBef>
              <a:buClr>
                <a:srgbClr val="D2CB6C"/>
              </a:buClr>
              <a:buFont typeface="Arial" pitchFamily="34" charset="0"/>
              <a:buChar char="•"/>
              <a:defRPr>
                <a:solidFill>
                  <a:schemeClr val="tx1"/>
                </a:solidFill>
                <a:latin typeface="Calibri" pitchFamily="34" charset="0"/>
              </a:defRPr>
            </a:lvl3pPr>
            <a:lvl4pPr marL="1600200" indent="-228600" eaLnBrk="0" hangingPunct="0">
              <a:spcBef>
                <a:spcPct val="20000"/>
              </a:spcBef>
              <a:buClr>
                <a:srgbClr val="95A39D"/>
              </a:buClr>
              <a:buFont typeface="Arial" pitchFamily="34" charset="0"/>
              <a:buChar char="•"/>
              <a:defRPr sz="1600">
                <a:solidFill>
                  <a:schemeClr val="tx1"/>
                </a:solidFill>
                <a:latin typeface="Calibri" pitchFamily="34" charset="0"/>
              </a:defRPr>
            </a:lvl4pPr>
            <a:lvl5pPr marL="2057400" indent="-228600" eaLnBrk="0" hangingPunct="0">
              <a:spcBef>
                <a:spcPct val="20000"/>
              </a:spcBef>
              <a:buClr>
                <a:srgbClr val="C89F5D"/>
              </a:buClr>
              <a:buFont typeface="Arial" pitchFamily="34" charset="0"/>
              <a:buChar char="•"/>
              <a:defRPr sz="1400">
                <a:solidFill>
                  <a:schemeClr val="tx1"/>
                </a:solidFill>
                <a:latin typeface="Calibri" pitchFamily="34" charset="0"/>
              </a:defRPr>
            </a:lvl5pPr>
            <a:lvl6pPr marL="25146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6pPr>
            <a:lvl7pPr marL="29718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7pPr>
            <a:lvl8pPr marL="34290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8pPr>
            <a:lvl9pPr marL="3886200" indent="-228600" eaLnBrk="0" fontAlgn="base" hangingPunct="0">
              <a:spcBef>
                <a:spcPct val="20000"/>
              </a:spcBef>
              <a:spcAft>
                <a:spcPct val="0"/>
              </a:spcAft>
              <a:buClr>
                <a:srgbClr val="C89F5D"/>
              </a:buClr>
              <a:buFont typeface="Arial" pitchFamily="34" charset="0"/>
              <a:buChar char="•"/>
              <a:defRPr sz="1400">
                <a:solidFill>
                  <a:schemeClr val="tx1"/>
                </a:solidFill>
                <a:latin typeface="Calibri" pitchFamily="34" charset="0"/>
              </a:defRPr>
            </a:lvl9pPr>
          </a:lstStyle>
          <a:p>
            <a:pPr eaLnBrk="1" hangingPunct="1">
              <a:lnSpc>
                <a:spcPct val="90000"/>
              </a:lnSpc>
              <a:buClr>
                <a:srgbClr val="73801F"/>
              </a:buClr>
              <a:buFont typeface="Wingdings" pitchFamily="2" charset="2"/>
              <a:buNone/>
            </a:pPr>
            <a:r>
              <a:rPr lang="en-GB" altLang="en-US" sz="1800" b="1" dirty="0">
                <a:latin typeface="Arial" pitchFamily="34" charset="0"/>
              </a:rPr>
              <a:t>Acquisition</a:t>
            </a:r>
          </a:p>
          <a:p>
            <a:pPr eaLnBrk="1" hangingPunct="1">
              <a:lnSpc>
                <a:spcPct val="90000"/>
              </a:lnSpc>
              <a:buClr>
                <a:srgbClr val="73801F"/>
              </a:buClr>
              <a:buFont typeface="Wingdings" pitchFamily="2" charset="2"/>
              <a:buNone/>
            </a:pPr>
            <a:endParaRPr lang="en-GB" altLang="en-US" sz="1400" b="1" dirty="0">
              <a:latin typeface="Arial" pitchFamily="34" charset="0"/>
            </a:endParaRPr>
          </a:p>
          <a:p>
            <a:pPr eaLnBrk="1" hangingPunct="1">
              <a:lnSpc>
                <a:spcPct val="90000"/>
              </a:lnSpc>
              <a:buClr>
                <a:srgbClr val="73801F"/>
              </a:buClr>
              <a:buFont typeface="Wingdings" pitchFamily="2" charset="2"/>
              <a:buNone/>
            </a:pPr>
            <a:endParaRPr lang="en-GB" altLang="en-US" sz="1400" dirty="0">
              <a:latin typeface="Arial" pitchFamily="34" charset="0"/>
            </a:endParaRPr>
          </a:p>
          <a:p>
            <a:pPr eaLnBrk="1" hangingPunct="1">
              <a:lnSpc>
                <a:spcPct val="90000"/>
              </a:lnSpc>
              <a:buClr>
                <a:srgbClr val="73801F"/>
              </a:buClr>
              <a:buFont typeface="Wingdings" pitchFamily="2" charset="2"/>
              <a:buNone/>
            </a:pPr>
            <a:r>
              <a:rPr lang="en-GB" altLang="en-US" sz="1800" b="1" dirty="0">
                <a:latin typeface="Arial" pitchFamily="34" charset="0"/>
              </a:rPr>
              <a:t>Fluency</a:t>
            </a: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r>
              <a:rPr lang="en-GB" altLang="en-US" sz="1800" b="1" dirty="0">
                <a:latin typeface="Arial" pitchFamily="34" charset="0"/>
              </a:rPr>
              <a:t>Maintenance</a:t>
            </a: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r>
              <a:rPr lang="en-GB" altLang="en-US" sz="1800" dirty="0">
                <a:latin typeface="Arial" pitchFamily="34" charset="0"/>
              </a:rPr>
              <a:t>Generalisation</a:t>
            </a: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endParaRPr lang="en-GB" altLang="en-US" sz="1800" dirty="0">
              <a:latin typeface="Arial" pitchFamily="34" charset="0"/>
            </a:endParaRPr>
          </a:p>
          <a:p>
            <a:pPr eaLnBrk="1" hangingPunct="1">
              <a:lnSpc>
                <a:spcPct val="90000"/>
              </a:lnSpc>
              <a:buClr>
                <a:srgbClr val="73801F"/>
              </a:buClr>
              <a:buFont typeface="Wingdings" pitchFamily="2" charset="2"/>
              <a:buNone/>
            </a:pPr>
            <a:r>
              <a:rPr lang="en-GB" altLang="en-US" sz="1800" dirty="0">
                <a:latin typeface="Arial" pitchFamily="34" charset="0"/>
              </a:rPr>
              <a:t>Adaptation</a:t>
            </a:r>
          </a:p>
          <a:p>
            <a:pPr eaLnBrk="1" hangingPunct="1">
              <a:lnSpc>
                <a:spcPct val="90000"/>
              </a:lnSpc>
              <a:buClr>
                <a:srgbClr val="73801F"/>
              </a:buClr>
              <a:buFont typeface="Wingdings" pitchFamily="2" charset="2"/>
              <a:buChar char="§"/>
            </a:pPr>
            <a:endParaRPr lang="en-GB" altLang="en-US" sz="2000" dirty="0">
              <a:latin typeface="Arial" pitchFamily="34" charset="0"/>
            </a:endParaRPr>
          </a:p>
        </p:txBody>
      </p:sp>
      <p:sp>
        <p:nvSpPr>
          <p:cNvPr id="7172" name="Rectangle 5"/>
          <p:cNvSpPr>
            <a:spLocks noChangeArrowheads="1"/>
          </p:cNvSpPr>
          <p:nvPr/>
        </p:nvSpPr>
        <p:spPr bwMode="auto">
          <a:xfrm>
            <a:off x="3635375" y="1484784"/>
            <a:ext cx="4953000" cy="4032250"/>
          </a:xfrm>
          <a:prstGeom prst="rect">
            <a:avLst/>
          </a:prstGeom>
          <a:noFill/>
          <a:ln>
            <a:noFill/>
          </a:ln>
          <a:effectLst/>
          <a:extLst>
            <a:ext uri="{909E8E84-426E-40DD-AFC4-6F175D3DCCD1}">
              <a14:hiddenFill xmlns:a14="http://schemas.microsoft.com/office/drawing/2010/main">
                <a:solidFill>
                  <a:srgbClr val="FF66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pPr>
            <a:r>
              <a:rPr lang="en-GB" altLang="en-US" sz="1800" b="1" dirty="0">
                <a:latin typeface="Arial" pitchFamily="34" charset="0"/>
              </a:rPr>
              <a:t>Pupil performs skill with accuracy.</a:t>
            </a:r>
          </a:p>
          <a:p>
            <a:pPr eaLnBrk="1" hangingPunct="1">
              <a:spcBef>
                <a:spcPct val="50000"/>
              </a:spcBef>
            </a:pPr>
            <a:endParaRPr lang="en-GB" altLang="en-US" sz="1800" b="1" dirty="0">
              <a:latin typeface="Arial" pitchFamily="34" charset="0"/>
            </a:endParaRPr>
          </a:p>
          <a:p>
            <a:pPr eaLnBrk="1" hangingPunct="1">
              <a:spcBef>
                <a:spcPct val="50000"/>
              </a:spcBef>
            </a:pPr>
            <a:r>
              <a:rPr lang="en-GB" altLang="en-US" sz="1800" b="1" dirty="0">
                <a:latin typeface="Arial" pitchFamily="34" charset="0"/>
              </a:rPr>
              <a:t>Pupil performs skill with accuracy and fluency.</a:t>
            </a:r>
            <a:endParaRPr lang="en-GB" altLang="en-US" sz="1800" dirty="0">
              <a:latin typeface="Arial" pitchFamily="34" charset="0"/>
            </a:endParaRPr>
          </a:p>
          <a:p>
            <a:pPr eaLnBrk="1" hangingPunct="1">
              <a:spcBef>
                <a:spcPct val="50000"/>
              </a:spcBef>
            </a:pPr>
            <a:r>
              <a:rPr lang="en-GB" altLang="en-US" sz="1800" b="1" dirty="0">
                <a:latin typeface="Arial" pitchFamily="34" charset="0"/>
              </a:rPr>
              <a:t>Proficiency level reached, demonstrating maintenance in terms of accuracy and fluency.</a:t>
            </a:r>
          </a:p>
          <a:p>
            <a:pPr eaLnBrk="1" hangingPunct="1">
              <a:spcBef>
                <a:spcPct val="50000"/>
              </a:spcBef>
            </a:pPr>
            <a:r>
              <a:rPr lang="en-GB" altLang="en-US" sz="1800" dirty="0">
                <a:latin typeface="Arial" pitchFamily="34" charset="0"/>
              </a:rPr>
              <a:t>With support and instruction pupil can apply skill in new and different contexts.</a:t>
            </a:r>
          </a:p>
          <a:p>
            <a:pPr eaLnBrk="1" hangingPunct="1">
              <a:spcBef>
                <a:spcPct val="50000"/>
              </a:spcBef>
            </a:pPr>
            <a:endParaRPr lang="en-GB" altLang="en-US" sz="1000" dirty="0">
              <a:latin typeface="Arial" pitchFamily="34" charset="0"/>
            </a:endParaRPr>
          </a:p>
          <a:p>
            <a:pPr eaLnBrk="1" hangingPunct="1">
              <a:spcBef>
                <a:spcPct val="50000"/>
              </a:spcBef>
            </a:pPr>
            <a:r>
              <a:rPr lang="en-GB" altLang="en-US" sz="1800" dirty="0">
                <a:latin typeface="Arial" pitchFamily="34" charset="0"/>
              </a:rPr>
              <a:t>Without specific instruction pupils applies skill in new and different contexts.</a:t>
            </a:r>
          </a:p>
        </p:txBody>
      </p:sp>
      <p:sp>
        <p:nvSpPr>
          <p:cNvPr id="7173" name="AutoShape 6"/>
          <p:cNvSpPr>
            <a:spLocks noChangeArrowheads="1"/>
          </p:cNvSpPr>
          <p:nvPr/>
        </p:nvSpPr>
        <p:spPr bwMode="auto">
          <a:xfrm>
            <a:off x="1950368" y="4437112"/>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7174" name="AutoShape 7"/>
          <p:cNvSpPr>
            <a:spLocks noChangeArrowheads="1"/>
          </p:cNvSpPr>
          <p:nvPr/>
        </p:nvSpPr>
        <p:spPr bwMode="auto">
          <a:xfrm>
            <a:off x="1950368" y="3573016"/>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7175" name="AutoShape 8"/>
          <p:cNvSpPr>
            <a:spLocks noChangeArrowheads="1"/>
          </p:cNvSpPr>
          <p:nvPr/>
        </p:nvSpPr>
        <p:spPr bwMode="auto">
          <a:xfrm>
            <a:off x="1950368" y="2636912"/>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
        <p:nvSpPr>
          <p:cNvPr id="7176" name="AutoShape 9"/>
          <p:cNvSpPr>
            <a:spLocks noChangeArrowheads="1"/>
          </p:cNvSpPr>
          <p:nvPr/>
        </p:nvSpPr>
        <p:spPr bwMode="auto">
          <a:xfrm>
            <a:off x="1950368" y="1844824"/>
            <a:ext cx="533400" cy="457200"/>
          </a:xfrm>
          <a:prstGeom prst="downArrow">
            <a:avLst>
              <a:gd name="adj1" fmla="val 50000"/>
              <a:gd name="adj2" fmla="val 25000"/>
            </a:avLst>
          </a:prstGeom>
          <a:solidFill>
            <a:srgbClr val="99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eaLnBrk="1" hangingPunct="1"/>
            <a:endParaRPr lang="en-GB" altLang="en-US"/>
          </a:p>
        </p:txBody>
      </p:sp>
    </p:spTree>
    <p:extLst>
      <p:ext uri="{BB962C8B-B14F-4D97-AF65-F5344CB8AC3E}">
        <p14:creationId xmlns:p14="http://schemas.microsoft.com/office/powerpoint/2010/main" val="36978839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79388" y="476250"/>
            <a:ext cx="8569325" cy="1143000"/>
          </a:xfrm>
        </p:spPr>
        <p:txBody>
          <a:bodyPr>
            <a:normAutofit/>
          </a:bodyPr>
          <a:lstStyle/>
          <a:p>
            <a:pPr algn="ctr" eaLnBrk="1" fontAlgn="auto" hangingPunct="1">
              <a:spcAft>
                <a:spcPts val="0"/>
              </a:spcAft>
              <a:defRPr/>
            </a:pPr>
            <a:r>
              <a:rPr lang="en-GB" altLang="en-US" dirty="0"/>
              <a:t>How do you do Precision Teaching?</a:t>
            </a:r>
          </a:p>
        </p:txBody>
      </p:sp>
      <p:sp>
        <p:nvSpPr>
          <p:cNvPr id="8195" name="Rectangle 3"/>
          <p:cNvSpPr>
            <a:spLocks noGrp="1" noChangeArrowheads="1"/>
          </p:cNvSpPr>
          <p:nvPr>
            <p:ph idx="1"/>
          </p:nvPr>
        </p:nvSpPr>
        <p:spPr>
          <a:xfrm>
            <a:off x="179512" y="1698079"/>
            <a:ext cx="8353425" cy="4467225"/>
          </a:xfrm>
        </p:spPr>
        <p:txBody>
          <a:bodyPr/>
          <a:lstStyle/>
          <a:p>
            <a:pPr marL="609600" indent="-609600" eaLnBrk="1" hangingPunct="1">
              <a:lnSpc>
                <a:spcPct val="80000"/>
              </a:lnSpc>
              <a:buFontTx/>
              <a:buAutoNum type="arabicPeriod"/>
            </a:pPr>
            <a:r>
              <a:rPr lang="en-GB" altLang="en-US" sz="2400" dirty="0"/>
              <a:t>Identify a specific difficulty and acquire a baseline.</a:t>
            </a:r>
          </a:p>
          <a:p>
            <a:pPr marL="609600" indent="-609600" eaLnBrk="1" hangingPunct="1">
              <a:lnSpc>
                <a:spcPct val="80000"/>
              </a:lnSpc>
              <a:buFontTx/>
              <a:buNone/>
            </a:pPr>
            <a:endParaRPr lang="en-GB" altLang="en-US" sz="2400" dirty="0"/>
          </a:p>
          <a:p>
            <a:pPr marL="609600" indent="-609600" eaLnBrk="1" hangingPunct="1">
              <a:lnSpc>
                <a:spcPct val="80000"/>
              </a:lnSpc>
              <a:buFontTx/>
              <a:buAutoNum type="arabicPeriod" startAt="2"/>
            </a:pPr>
            <a:r>
              <a:rPr lang="en-GB" altLang="en-US" sz="2400" dirty="0"/>
              <a:t>Set a target.</a:t>
            </a:r>
          </a:p>
          <a:p>
            <a:pPr marL="609600" indent="-609600" eaLnBrk="1" hangingPunct="1">
              <a:lnSpc>
                <a:spcPct val="80000"/>
              </a:lnSpc>
              <a:buFontTx/>
              <a:buNone/>
            </a:pPr>
            <a:endParaRPr lang="en-GB" altLang="en-US" sz="2400" dirty="0"/>
          </a:p>
          <a:p>
            <a:pPr marL="609600" indent="-609600" eaLnBrk="1" hangingPunct="1">
              <a:lnSpc>
                <a:spcPct val="80000"/>
              </a:lnSpc>
              <a:buFontTx/>
              <a:buAutoNum type="arabicPeriod" startAt="3"/>
            </a:pPr>
            <a:r>
              <a:rPr lang="en-GB" altLang="en-US" sz="2400" dirty="0"/>
              <a:t>Teaching sessions: short, frequent and target specific.</a:t>
            </a:r>
          </a:p>
          <a:p>
            <a:pPr marL="609600" indent="-609600" eaLnBrk="1" hangingPunct="1">
              <a:lnSpc>
                <a:spcPct val="80000"/>
              </a:lnSpc>
              <a:buFontTx/>
              <a:buAutoNum type="arabicPeriod" startAt="3"/>
            </a:pPr>
            <a:endParaRPr lang="en-GB" altLang="en-US" sz="2400" dirty="0"/>
          </a:p>
          <a:p>
            <a:pPr marL="609600" indent="-609600" eaLnBrk="1" hangingPunct="1">
              <a:lnSpc>
                <a:spcPct val="80000"/>
              </a:lnSpc>
              <a:buFontTx/>
              <a:buAutoNum type="arabicPeriod" startAt="3"/>
            </a:pPr>
            <a:r>
              <a:rPr lang="en-GB" altLang="en-US" sz="2400" dirty="0"/>
              <a:t>Monitor child’s daily performance using a probe.</a:t>
            </a:r>
          </a:p>
          <a:p>
            <a:pPr marL="609600" indent="-609600" eaLnBrk="1" hangingPunct="1">
              <a:lnSpc>
                <a:spcPct val="80000"/>
              </a:lnSpc>
              <a:buFontTx/>
              <a:buAutoNum type="arabicPeriod" startAt="3"/>
            </a:pPr>
            <a:endParaRPr lang="en-GB" altLang="en-US" sz="2400" dirty="0"/>
          </a:p>
          <a:p>
            <a:pPr marL="609600" indent="-609600" eaLnBrk="1" hangingPunct="1">
              <a:lnSpc>
                <a:spcPct val="80000"/>
              </a:lnSpc>
              <a:buFontTx/>
              <a:buAutoNum type="arabicPeriod" startAt="5"/>
            </a:pPr>
            <a:r>
              <a:rPr lang="en-GB" altLang="en-US" sz="2400" dirty="0"/>
              <a:t>Chart results and make note of teaching methods.</a:t>
            </a:r>
          </a:p>
          <a:p>
            <a:pPr marL="0" indent="0" eaLnBrk="1" hangingPunct="1">
              <a:lnSpc>
                <a:spcPct val="80000"/>
              </a:lnSpc>
              <a:buNone/>
            </a:pPr>
            <a:endParaRPr lang="en-GB" altLang="en-US" sz="2400" dirty="0"/>
          </a:p>
          <a:p>
            <a:pPr marL="609600" indent="-609600" eaLnBrk="1" hangingPunct="1">
              <a:lnSpc>
                <a:spcPct val="80000"/>
              </a:lnSpc>
              <a:buFontTx/>
              <a:buAutoNum type="arabicPeriod" startAt="6"/>
            </a:pPr>
            <a:r>
              <a:rPr lang="en-GB" altLang="en-US" sz="2400" dirty="0"/>
              <a:t>Analyse the data to determine if a change of target is needed or change in teaching method.</a:t>
            </a:r>
          </a:p>
        </p:txBody>
      </p:sp>
    </p:spTree>
    <p:extLst>
      <p:ext uri="{BB962C8B-B14F-4D97-AF65-F5344CB8AC3E}">
        <p14:creationId xmlns:p14="http://schemas.microsoft.com/office/powerpoint/2010/main" val="14061869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395288" y="115888"/>
            <a:ext cx="8497887" cy="1368896"/>
          </a:xfrm>
        </p:spPr>
        <p:txBody>
          <a:bodyPr/>
          <a:lstStyle/>
          <a:p>
            <a:pPr algn="ctr" eaLnBrk="1" hangingPunct="1"/>
            <a:r>
              <a:rPr lang="en-GB" altLang="en-US" sz="3200" dirty="0">
                <a:latin typeface="Arial" charset="0"/>
              </a:rPr>
              <a:t>Initial Assessment – using ‘Letters and Sounds’</a:t>
            </a:r>
          </a:p>
        </p:txBody>
      </p:sp>
      <p:sp>
        <p:nvSpPr>
          <p:cNvPr id="12291" name="Rectangle 4"/>
          <p:cNvSpPr>
            <a:spLocks noGrp="1" noChangeArrowheads="1"/>
          </p:cNvSpPr>
          <p:nvPr>
            <p:ph type="body" sz="half" idx="1"/>
          </p:nvPr>
        </p:nvSpPr>
        <p:spPr>
          <a:xfrm>
            <a:off x="914400" y="2060848"/>
            <a:ext cx="3810000" cy="4530725"/>
          </a:xfrm>
        </p:spPr>
        <p:txBody>
          <a:bodyPr/>
          <a:lstStyle/>
          <a:p>
            <a:pPr eaLnBrk="1" hangingPunct="1"/>
            <a:r>
              <a:rPr lang="en-GB" altLang="en-US" sz="2400" dirty="0"/>
              <a:t>208 page manual</a:t>
            </a:r>
          </a:p>
          <a:p>
            <a:pPr eaLnBrk="1" hangingPunct="1"/>
            <a:r>
              <a:rPr lang="en-GB" altLang="en-US" sz="2400" dirty="0"/>
              <a:t>DVD</a:t>
            </a:r>
          </a:p>
          <a:p>
            <a:pPr eaLnBrk="1" hangingPunct="1"/>
            <a:r>
              <a:rPr lang="en-GB" altLang="en-US" sz="2400" dirty="0"/>
              <a:t>6 Phases</a:t>
            </a:r>
          </a:p>
          <a:p>
            <a:pPr eaLnBrk="1" hangingPunct="1"/>
            <a:r>
              <a:rPr lang="en-GB" altLang="en-US" sz="2400" dirty="0"/>
              <a:t>Designed to start in EY Foundation</a:t>
            </a:r>
          </a:p>
          <a:p>
            <a:pPr eaLnBrk="1" hangingPunct="1"/>
            <a:r>
              <a:rPr lang="en-GB" altLang="en-US" sz="2400" dirty="0"/>
              <a:t>By Phase 6, 100s of words known and most GPCs known</a:t>
            </a:r>
          </a:p>
          <a:p>
            <a:pPr eaLnBrk="1" hangingPunct="1"/>
            <a:endParaRPr lang="en-GB" altLang="en-US" sz="2400" dirty="0"/>
          </a:p>
        </p:txBody>
      </p:sp>
      <p:sp>
        <p:nvSpPr>
          <p:cNvPr id="12292" name="Rectangle 5"/>
          <p:cNvSpPr>
            <a:spLocks noGrp="1" noChangeArrowheads="1"/>
          </p:cNvSpPr>
          <p:nvPr>
            <p:ph type="body" sz="half" idx="2"/>
          </p:nvPr>
        </p:nvSpPr>
        <p:spPr>
          <a:xfrm>
            <a:off x="4876800" y="1994619"/>
            <a:ext cx="3810000" cy="4530725"/>
          </a:xfrm>
        </p:spPr>
        <p:txBody>
          <a:bodyPr/>
          <a:lstStyle/>
          <a:p>
            <a:pPr eaLnBrk="1" hangingPunct="1"/>
            <a:r>
              <a:rPr lang="en-GB" altLang="en-US" sz="2400" dirty="0"/>
              <a:t>Reading and writing taught together (phonemes and graphemes)</a:t>
            </a:r>
          </a:p>
          <a:p>
            <a:pPr eaLnBrk="1" hangingPunct="1"/>
            <a:r>
              <a:rPr lang="en-GB" altLang="en-US" sz="2400" dirty="0"/>
              <a:t>Decodable and Tricky words</a:t>
            </a:r>
          </a:p>
          <a:p>
            <a:pPr eaLnBrk="1" hangingPunct="1"/>
            <a:r>
              <a:rPr lang="en-GB" altLang="en-US" sz="2400" dirty="0"/>
              <a:t>Assessment built in at each stage</a:t>
            </a:r>
          </a:p>
          <a:p>
            <a:pPr eaLnBrk="1" hangingPunct="1"/>
            <a:endParaRPr lang="en-GB" altLang="en-US" dirty="0"/>
          </a:p>
        </p:txBody>
      </p:sp>
    </p:spTree>
    <p:extLst>
      <p:ext uri="{BB962C8B-B14F-4D97-AF65-F5344CB8AC3E}">
        <p14:creationId xmlns:p14="http://schemas.microsoft.com/office/powerpoint/2010/main" val="30227337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395288" y="115888"/>
            <a:ext cx="8497887" cy="1296888"/>
          </a:xfrm>
        </p:spPr>
        <p:txBody>
          <a:bodyPr/>
          <a:lstStyle/>
          <a:p>
            <a:pPr algn="ctr" eaLnBrk="1" hangingPunct="1"/>
            <a:r>
              <a:rPr lang="en-GB" altLang="en-US" sz="3200" dirty="0">
                <a:latin typeface="Arial" charset="0"/>
              </a:rPr>
              <a:t>Initial Assessment – using ‘Letters and Sounds’</a:t>
            </a:r>
          </a:p>
        </p:txBody>
      </p:sp>
      <p:sp>
        <p:nvSpPr>
          <p:cNvPr id="13315" name="Rectangle 4"/>
          <p:cNvSpPr>
            <a:spLocks noGrp="1" noChangeArrowheads="1"/>
          </p:cNvSpPr>
          <p:nvPr>
            <p:ph type="body" sz="half" idx="1"/>
          </p:nvPr>
        </p:nvSpPr>
        <p:spPr>
          <a:xfrm>
            <a:off x="611560" y="1922611"/>
            <a:ext cx="3810000" cy="4530725"/>
          </a:xfrm>
        </p:spPr>
        <p:txBody>
          <a:bodyPr/>
          <a:lstStyle/>
          <a:p>
            <a:pPr eaLnBrk="1" hangingPunct="1"/>
            <a:r>
              <a:rPr lang="en-GB" altLang="en-US" sz="2400" dirty="0"/>
              <a:t>Similar in philosophy to </a:t>
            </a:r>
            <a:r>
              <a:rPr lang="en-GB" altLang="en-US" sz="2400" dirty="0" err="1"/>
              <a:t>RWInc</a:t>
            </a:r>
            <a:endParaRPr lang="en-GB" altLang="en-US" sz="2400" dirty="0"/>
          </a:p>
          <a:p>
            <a:pPr eaLnBrk="1" hangingPunct="1"/>
            <a:r>
              <a:rPr lang="en-GB" altLang="en-US" sz="2400" dirty="0"/>
              <a:t>Can be used with any age group but aims to start (phase 1) with 5 year olds</a:t>
            </a:r>
          </a:p>
          <a:p>
            <a:pPr eaLnBrk="1" hangingPunct="1"/>
            <a:r>
              <a:rPr lang="en-GB" altLang="en-US" sz="2400" dirty="0"/>
              <a:t>Children move from one phase to next at their own pace</a:t>
            </a:r>
          </a:p>
          <a:p>
            <a:pPr eaLnBrk="1" hangingPunct="1"/>
            <a:endParaRPr lang="en-GB" altLang="en-US" sz="2600" dirty="0"/>
          </a:p>
        </p:txBody>
      </p:sp>
      <p:sp>
        <p:nvSpPr>
          <p:cNvPr id="13316" name="Rectangle 5"/>
          <p:cNvSpPr>
            <a:spLocks noGrp="1" noChangeArrowheads="1"/>
          </p:cNvSpPr>
          <p:nvPr>
            <p:ph type="body" sz="half" idx="2"/>
          </p:nvPr>
        </p:nvSpPr>
        <p:spPr>
          <a:xfrm>
            <a:off x="4427984" y="1922611"/>
            <a:ext cx="3810000" cy="4530725"/>
          </a:xfrm>
        </p:spPr>
        <p:txBody>
          <a:bodyPr/>
          <a:lstStyle/>
          <a:p>
            <a:pPr eaLnBrk="1" hangingPunct="1"/>
            <a:r>
              <a:rPr lang="en-GB" altLang="en-US" sz="2400" dirty="0"/>
              <a:t>Most children would complete phase 6 by end of KS1</a:t>
            </a:r>
          </a:p>
          <a:p>
            <a:pPr eaLnBrk="1" hangingPunct="1"/>
            <a:r>
              <a:rPr lang="en-GB" altLang="en-US" sz="2400" dirty="0"/>
              <a:t>Most SEN children will continue on programme in KS2</a:t>
            </a:r>
          </a:p>
          <a:p>
            <a:pPr eaLnBrk="1" hangingPunct="1"/>
            <a:r>
              <a:rPr lang="en-GB" altLang="en-US" sz="2400" dirty="0"/>
              <a:t>‘Stuck’ children can receive Precision Teaching approach</a:t>
            </a:r>
          </a:p>
        </p:txBody>
      </p:sp>
    </p:spTree>
    <p:extLst>
      <p:ext uri="{BB962C8B-B14F-4D97-AF65-F5344CB8AC3E}">
        <p14:creationId xmlns:p14="http://schemas.microsoft.com/office/powerpoint/2010/main" val="19473880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395289" y="115888"/>
            <a:ext cx="8281168" cy="864840"/>
          </a:xfrm>
        </p:spPr>
        <p:txBody>
          <a:bodyPr/>
          <a:lstStyle/>
          <a:p>
            <a:pPr algn="ctr" eaLnBrk="1" hangingPunct="1"/>
            <a:r>
              <a:rPr lang="en-GB" altLang="en-US" sz="3200" dirty="0">
                <a:latin typeface="Arial" charset="0"/>
              </a:rPr>
              <a:t>Probes</a:t>
            </a:r>
          </a:p>
        </p:txBody>
      </p:sp>
      <p:sp>
        <p:nvSpPr>
          <p:cNvPr id="14339" name="Rectangle 3"/>
          <p:cNvSpPr>
            <a:spLocks noGrp="1" noChangeArrowheads="1"/>
          </p:cNvSpPr>
          <p:nvPr>
            <p:ph type="body" idx="1"/>
          </p:nvPr>
        </p:nvSpPr>
        <p:spPr>
          <a:xfrm>
            <a:off x="683568" y="1499989"/>
            <a:ext cx="7344420" cy="4737323"/>
          </a:xfrm>
        </p:spPr>
        <p:txBody>
          <a:bodyPr/>
          <a:lstStyle/>
          <a:p>
            <a:pPr eaLnBrk="1" hangingPunct="1"/>
            <a:r>
              <a:rPr lang="en-GB" altLang="en-US" dirty="0"/>
              <a:t>Probes contain a defined set of items, often letters, words or sums on which the child is tested, usually for one minute.</a:t>
            </a:r>
          </a:p>
          <a:p>
            <a:pPr eaLnBrk="1" hangingPunct="1">
              <a:buFont typeface="Wingdings" pitchFamily="2" charset="2"/>
              <a:buNone/>
            </a:pPr>
            <a:endParaRPr lang="en-GB" altLang="en-US" dirty="0"/>
          </a:p>
          <a:p>
            <a:pPr eaLnBrk="1" hangingPunct="1"/>
            <a:r>
              <a:rPr lang="en-GB" altLang="en-US" dirty="0"/>
              <a:t>The items chosen reflect the skills the child is having difficulty acquiring, but contain some that the child knows. </a:t>
            </a:r>
          </a:p>
          <a:p>
            <a:pPr eaLnBrk="1" hangingPunct="1"/>
            <a:endParaRPr lang="en-GB" altLang="en-US" dirty="0"/>
          </a:p>
        </p:txBody>
      </p:sp>
    </p:spTree>
    <p:extLst>
      <p:ext uri="{BB962C8B-B14F-4D97-AF65-F5344CB8AC3E}">
        <p14:creationId xmlns:p14="http://schemas.microsoft.com/office/powerpoint/2010/main" val="34360816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395289" y="115888"/>
            <a:ext cx="8209160" cy="792832"/>
          </a:xfrm>
        </p:spPr>
        <p:txBody>
          <a:bodyPr/>
          <a:lstStyle/>
          <a:p>
            <a:pPr algn="ctr" eaLnBrk="1" hangingPunct="1"/>
            <a:r>
              <a:rPr lang="en-GB" altLang="en-US" sz="3200" dirty="0">
                <a:latin typeface="Arial" charset="0"/>
              </a:rPr>
              <a:t>Probes </a:t>
            </a:r>
          </a:p>
        </p:txBody>
      </p:sp>
      <p:sp>
        <p:nvSpPr>
          <p:cNvPr id="15363" name="Rectangle 3"/>
          <p:cNvSpPr>
            <a:spLocks noGrp="1" noChangeArrowheads="1"/>
          </p:cNvSpPr>
          <p:nvPr>
            <p:ph type="body" idx="1"/>
          </p:nvPr>
        </p:nvSpPr>
        <p:spPr>
          <a:xfrm>
            <a:off x="611560" y="1484461"/>
            <a:ext cx="7488436" cy="4968875"/>
          </a:xfrm>
        </p:spPr>
        <p:txBody>
          <a:bodyPr/>
          <a:lstStyle/>
          <a:p>
            <a:pPr eaLnBrk="1" hangingPunct="1"/>
            <a:r>
              <a:rPr lang="en-GB" altLang="en-US" dirty="0"/>
              <a:t>Wider ranging probes can be used to make an initial assessment of what the child knows and where the gaps are.</a:t>
            </a:r>
          </a:p>
          <a:p>
            <a:pPr eaLnBrk="1" hangingPunct="1"/>
            <a:r>
              <a:rPr lang="en-GB" altLang="en-US" dirty="0"/>
              <a:t>These will pinpoint a start point in the Letters and Sounds programme and show which phase to choose.</a:t>
            </a:r>
          </a:p>
          <a:p>
            <a:pPr eaLnBrk="1" hangingPunct="1"/>
            <a:r>
              <a:rPr lang="en-GB" altLang="en-US" dirty="0"/>
              <a:t>The teaching programme will use more narrow range probes to teach and monitor the acquisition of skills on a step-by-step basis</a:t>
            </a:r>
          </a:p>
          <a:p>
            <a:pPr eaLnBrk="1" hangingPunct="1"/>
            <a:endParaRPr lang="en-GB" altLang="en-US" dirty="0"/>
          </a:p>
        </p:txBody>
      </p:sp>
    </p:spTree>
    <p:extLst>
      <p:ext uri="{BB962C8B-B14F-4D97-AF65-F5344CB8AC3E}">
        <p14:creationId xmlns:p14="http://schemas.microsoft.com/office/powerpoint/2010/main" val="28644409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395289" y="115888"/>
            <a:ext cx="8281168" cy="649287"/>
          </a:xfrm>
        </p:spPr>
        <p:txBody>
          <a:bodyPr/>
          <a:lstStyle/>
          <a:p>
            <a:pPr algn="ctr" eaLnBrk="1" hangingPunct="1"/>
            <a:r>
              <a:rPr lang="en-GB" altLang="en-US" sz="3200" dirty="0">
                <a:latin typeface="Arial" charset="0"/>
              </a:rPr>
              <a:t>Letters and Probes</a:t>
            </a:r>
          </a:p>
        </p:txBody>
      </p:sp>
      <p:sp>
        <p:nvSpPr>
          <p:cNvPr id="16387" name="Rectangle 4"/>
          <p:cNvSpPr>
            <a:spLocks noGrp="1" noChangeArrowheads="1"/>
          </p:cNvSpPr>
          <p:nvPr>
            <p:ph type="body" sz="half" idx="1"/>
          </p:nvPr>
        </p:nvSpPr>
        <p:spPr>
          <a:xfrm>
            <a:off x="473968" y="1196752"/>
            <a:ext cx="3810000" cy="4530725"/>
          </a:xfrm>
        </p:spPr>
        <p:txBody>
          <a:bodyPr/>
          <a:lstStyle/>
          <a:p>
            <a:pPr marL="0" indent="0" eaLnBrk="1" hangingPunct="1">
              <a:buNone/>
            </a:pPr>
            <a:r>
              <a:rPr lang="en-GB" altLang="en-US" sz="2400" b="1" dirty="0"/>
              <a:t>Top Level Probes</a:t>
            </a:r>
          </a:p>
          <a:p>
            <a:pPr eaLnBrk="1" hangingPunct="1">
              <a:buFont typeface="Wingdings" pitchFamily="2" charset="2"/>
              <a:buNone/>
            </a:pPr>
            <a:endParaRPr lang="en-GB" altLang="en-US" sz="2400" dirty="0"/>
          </a:p>
          <a:p>
            <a:pPr eaLnBrk="1" hangingPunct="1"/>
            <a:r>
              <a:rPr lang="en-GB" altLang="en-US" sz="2400" dirty="0"/>
              <a:t>These are wide ranging probes which contain all the items and skills taught in a particular phase</a:t>
            </a:r>
          </a:p>
          <a:p>
            <a:pPr eaLnBrk="1" hangingPunct="1"/>
            <a:r>
              <a:rPr lang="en-GB" altLang="en-US" sz="2400" dirty="0"/>
              <a:t>Used for initial assessment, and end of phase skill checking</a:t>
            </a:r>
          </a:p>
          <a:p>
            <a:pPr eaLnBrk="1" hangingPunct="1"/>
            <a:endParaRPr lang="en-GB" altLang="en-US" sz="2400" dirty="0"/>
          </a:p>
        </p:txBody>
      </p:sp>
      <p:sp>
        <p:nvSpPr>
          <p:cNvPr id="16388" name="Rectangle 5"/>
          <p:cNvSpPr>
            <a:spLocks noGrp="1" noChangeArrowheads="1"/>
          </p:cNvSpPr>
          <p:nvPr>
            <p:ph type="body" sz="half" idx="2"/>
          </p:nvPr>
        </p:nvSpPr>
        <p:spPr>
          <a:xfrm>
            <a:off x="4499992" y="1196752"/>
            <a:ext cx="3810000" cy="4530725"/>
          </a:xfrm>
        </p:spPr>
        <p:txBody>
          <a:bodyPr/>
          <a:lstStyle/>
          <a:p>
            <a:pPr marL="0" indent="0" eaLnBrk="1" hangingPunct="1">
              <a:buNone/>
            </a:pPr>
            <a:r>
              <a:rPr lang="en-GB" altLang="en-US" sz="2400" b="1" dirty="0"/>
              <a:t>Subset probes</a:t>
            </a:r>
          </a:p>
          <a:p>
            <a:pPr eaLnBrk="1" hangingPunct="1"/>
            <a:endParaRPr lang="en-GB" altLang="en-US" sz="2400" b="1" dirty="0"/>
          </a:p>
          <a:p>
            <a:pPr eaLnBrk="1" hangingPunct="1"/>
            <a:r>
              <a:rPr lang="en-GB" altLang="en-US" sz="2400" dirty="0"/>
              <a:t>These are probes which contain a much narrower subset of skills</a:t>
            </a:r>
          </a:p>
          <a:p>
            <a:pPr eaLnBrk="1" hangingPunct="1"/>
            <a:r>
              <a:rPr lang="en-GB" altLang="en-US" sz="2400" dirty="0"/>
              <a:t>Can be used to make teaching decisions for slower learning children</a:t>
            </a:r>
          </a:p>
          <a:p>
            <a:pPr eaLnBrk="1" hangingPunct="1"/>
            <a:r>
              <a:rPr lang="en-GB" altLang="en-US" sz="2400" dirty="0"/>
              <a:t>Used to check whether children have achieved ‘mastery’</a:t>
            </a:r>
          </a:p>
          <a:p>
            <a:pPr eaLnBrk="1" hangingPunct="1"/>
            <a:endParaRPr lang="en-GB" altLang="en-US" sz="2400" dirty="0"/>
          </a:p>
        </p:txBody>
      </p:sp>
    </p:spTree>
    <p:extLst>
      <p:ext uri="{BB962C8B-B14F-4D97-AF65-F5344CB8AC3E}">
        <p14:creationId xmlns:p14="http://schemas.microsoft.com/office/powerpoint/2010/main" val="29620155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395288" y="115888"/>
            <a:ext cx="8497887" cy="792832"/>
          </a:xfrm>
        </p:spPr>
        <p:txBody>
          <a:bodyPr/>
          <a:lstStyle/>
          <a:p>
            <a:pPr algn="ctr" eaLnBrk="1" hangingPunct="1"/>
            <a:r>
              <a:rPr lang="en-GB" altLang="en-US" sz="3200" dirty="0">
                <a:latin typeface="Arial" charset="0"/>
              </a:rPr>
              <a:t>Initial Assessment</a:t>
            </a:r>
          </a:p>
        </p:txBody>
      </p:sp>
      <p:sp>
        <p:nvSpPr>
          <p:cNvPr id="17411" name="Rectangle 3"/>
          <p:cNvSpPr>
            <a:spLocks noGrp="1" noChangeArrowheads="1"/>
          </p:cNvSpPr>
          <p:nvPr>
            <p:ph type="body" idx="1"/>
          </p:nvPr>
        </p:nvSpPr>
        <p:spPr>
          <a:xfrm>
            <a:off x="755576" y="1412776"/>
            <a:ext cx="7272412" cy="4320480"/>
          </a:xfrm>
        </p:spPr>
        <p:txBody>
          <a:bodyPr/>
          <a:lstStyle/>
          <a:p>
            <a:pPr eaLnBrk="1" hangingPunct="1"/>
            <a:r>
              <a:rPr lang="en-GB" altLang="en-US" dirty="0"/>
              <a:t>Use the Top Level Probes from </a:t>
            </a:r>
            <a:r>
              <a:rPr lang="en-GB" altLang="en-US" b="1" dirty="0"/>
              <a:t>Phase 2 of </a:t>
            </a:r>
            <a:r>
              <a:rPr lang="en-GB" altLang="en-US" dirty="0"/>
              <a:t>Letters and Sounds (p48, p69-70).  Copies of these are in your pack.</a:t>
            </a:r>
          </a:p>
          <a:p>
            <a:pPr eaLnBrk="1" hangingPunct="1"/>
            <a:r>
              <a:rPr lang="en-GB" altLang="en-US" dirty="0"/>
              <a:t>Start at the beginning of the probe sheets and work your way through the pack. It is worthwhile giving easier probes even if you think the pupil is already competent in those skills as this confirms earlier skills and provides the pupil with a ‘warm-up’ opportunity.</a:t>
            </a:r>
          </a:p>
          <a:p>
            <a:pPr eaLnBrk="1" hangingPunct="1"/>
            <a:endParaRPr lang="en-GB" altLang="en-US" dirty="0"/>
          </a:p>
          <a:p>
            <a:pPr eaLnBrk="1" hangingPunct="1"/>
            <a:endParaRPr lang="en-GB" altLang="en-US" dirty="0"/>
          </a:p>
        </p:txBody>
      </p:sp>
    </p:spTree>
    <p:extLst>
      <p:ext uri="{BB962C8B-B14F-4D97-AF65-F5344CB8AC3E}">
        <p14:creationId xmlns:p14="http://schemas.microsoft.com/office/powerpoint/2010/main" val="23910107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900113" y="260350"/>
            <a:ext cx="7772400" cy="1143000"/>
          </a:xfrm>
        </p:spPr>
        <p:txBody>
          <a:bodyPr/>
          <a:lstStyle/>
          <a:p>
            <a:pPr algn="ctr" eaLnBrk="1" hangingPunct="1"/>
            <a:r>
              <a:rPr lang="en-GB" altLang="en-US" sz="3200" dirty="0">
                <a:latin typeface="Arial" charset="0"/>
              </a:rPr>
              <a:t>Initial Assessment</a:t>
            </a:r>
          </a:p>
        </p:txBody>
      </p:sp>
      <p:sp>
        <p:nvSpPr>
          <p:cNvPr id="18435" name="Rectangle 3"/>
          <p:cNvSpPr>
            <a:spLocks noGrp="1" noChangeArrowheads="1"/>
          </p:cNvSpPr>
          <p:nvPr>
            <p:ph type="body" idx="1"/>
          </p:nvPr>
        </p:nvSpPr>
        <p:spPr>
          <a:xfrm>
            <a:off x="899592" y="1628800"/>
            <a:ext cx="7128396" cy="4305275"/>
          </a:xfrm>
        </p:spPr>
        <p:txBody>
          <a:bodyPr/>
          <a:lstStyle/>
          <a:p>
            <a:pPr eaLnBrk="1" hangingPunct="1"/>
            <a:r>
              <a:rPr lang="en-GB" altLang="en-US" dirty="0"/>
              <a:t>Tell the child you are going to show him/her a grid of words which you want him to read out loud to you, once you say “start”.</a:t>
            </a:r>
          </a:p>
          <a:p>
            <a:pPr eaLnBrk="1" hangingPunct="1"/>
            <a:r>
              <a:rPr lang="en-GB" altLang="en-US" dirty="0"/>
              <a:t>Use a 1 minute </a:t>
            </a:r>
            <a:r>
              <a:rPr lang="en-GB" altLang="en-US" dirty="0" err="1"/>
              <a:t>sandtimer</a:t>
            </a:r>
            <a:r>
              <a:rPr lang="en-GB" altLang="en-US" dirty="0"/>
              <a:t> or </a:t>
            </a:r>
            <a:r>
              <a:rPr lang="en-GB" altLang="en-US" dirty="0" err="1"/>
              <a:t>stopclock</a:t>
            </a:r>
            <a:r>
              <a:rPr lang="en-GB" altLang="en-US" dirty="0"/>
              <a:t> counting down from 60 seconds to tell you when the 1 minute probe is up</a:t>
            </a:r>
          </a:p>
          <a:p>
            <a:pPr eaLnBrk="1" hangingPunct="1"/>
            <a:r>
              <a:rPr lang="en-GB" altLang="en-US" dirty="0"/>
              <a:t>Keep a note of right/wrong responses as the child reads, but do not correct or help the child</a:t>
            </a:r>
          </a:p>
          <a:p>
            <a:pPr eaLnBrk="1" hangingPunct="1"/>
            <a:endParaRPr lang="en-GB" altLang="en-US" dirty="0"/>
          </a:p>
        </p:txBody>
      </p:sp>
    </p:spTree>
    <p:extLst>
      <p:ext uri="{BB962C8B-B14F-4D97-AF65-F5344CB8AC3E}">
        <p14:creationId xmlns:p14="http://schemas.microsoft.com/office/powerpoint/2010/main" val="18905864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395289" y="115888"/>
            <a:ext cx="8209160" cy="864840"/>
          </a:xfrm>
        </p:spPr>
        <p:txBody>
          <a:bodyPr/>
          <a:lstStyle/>
          <a:p>
            <a:pPr algn="ctr" eaLnBrk="1" hangingPunct="1"/>
            <a:r>
              <a:rPr lang="en-GB" altLang="en-US" sz="3200" dirty="0">
                <a:latin typeface="Arial" charset="0"/>
              </a:rPr>
              <a:t>Initial Assessment</a:t>
            </a:r>
          </a:p>
        </p:txBody>
      </p:sp>
      <p:sp>
        <p:nvSpPr>
          <p:cNvPr id="19459" name="Rectangle 3"/>
          <p:cNvSpPr>
            <a:spLocks noGrp="1" noChangeArrowheads="1"/>
          </p:cNvSpPr>
          <p:nvPr>
            <p:ph type="body" idx="1"/>
          </p:nvPr>
        </p:nvSpPr>
        <p:spPr>
          <a:xfrm>
            <a:off x="755576" y="1499989"/>
            <a:ext cx="7272412" cy="4737323"/>
          </a:xfrm>
        </p:spPr>
        <p:txBody>
          <a:bodyPr/>
          <a:lstStyle/>
          <a:p>
            <a:pPr eaLnBrk="1" hangingPunct="1">
              <a:lnSpc>
                <a:spcPct val="90000"/>
              </a:lnSpc>
            </a:pPr>
            <a:r>
              <a:rPr lang="en-GB" altLang="en-US" dirty="0"/>
              <a:t>When the </a:t>
            </a:r>
            <a:r>
              <a:rPr lang="en-GB" altLang="en-US" dirty="0" err="1"/>
              <a:t>sandtimer</a:t>
            </a:r>
            <a:r>
              <a:rPr lang="en-GB" altLang="en-US" dirty="0"/>
              <a:t> finishes/</a:t>
            </a:r>
            <a:r>
              <a:rPr lang="en-GB" altLang="en-US" dirty="0" err="1"/>
              <a:t>stopclock</a:t>
            </a:r>
            <a:r>
              <a:rPr lang="en-GB" altLang="en-US" dirty="0"/>
              <a:t> beeps, stop the child, thank them, and share how they did.</a:t>
            </a:r>
          </a:p>
          <a:p>
            <a:pPr eaLnBrk="1" hangingPunct="1">
              <a:lnSpc>
                <a:spcPct val="90000"/>
              </a:lnSpc>
            </a:pPr>
            <a:r>
              <a:rPr lang="en-GB" altLang="en-US" dirty="0"/>
              <a:t>On your chart, note the probe given, put in the number of correct/incorrect responses the child gives, and make a note of specific problem words.</a:t>
            </a:r>
          </a:p>
          <a:p>
            <a:pPr eaLnBrk="1" hangingPunct="1">
              <a:lnSpc>
                <a:spcPct val="90000"/>
              </a:lnSpc>
            </a:pPr>
            <a:r>
              <a:rPr lang="en-GB" altLang="en-US" dirty="0"/>
              <a:t>Stop when the pupil shows more errors than correct responses or earlier if failure is becoming obvious.</a:t>
            </a:r>
          </a:p>
        </p:txBody>
      </p:sp>
    </p:spTree>
    <p:extLst>
      <p:ext uri="{BB962C8B-B14F-4D97-AF65-F5344CB8AC3E}">
        <p14:creationId xmlns:p14="http://schemas.microsoft.com/office/powerpoint/2010/main" val="10153504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395289" y="115888"/>
            <a:ext cx="8209160" cy="864840"/>
          </a:xfrm>
        </p:spPr>
        <p:txBody>
          <a:bodyPr/>
          <a:lstStyle/>
          <a:p>
            <a:pPr algn="ctr" eaLnBrk="1" hangingPunct="1"/>
            <a:r>
              <a:rPr lang="en-GB" altLang="en-US" sz="3200" dirty="0">
                <a:latin typeface="Arial" charset="0"/>
              </a:rPr>
              <a:t>Initial Assessment</a:t>
            </a:r>
          </a:p>
        </p:txBody>
      </p:sp>
      <p:sp>
        <p:nvSpPr>
          <p:cNvPr id="20483" name="Rectangle 3"/>
          <p:cNvSpPr>
            <a:spLocks noGrp="1" noChangeArrowheads="1"/>
          </p:cNvSpPr>
          <p:nvPr>
            <p:ph type="body" idx="1"/>
          </p:nvPr>
        </p:nvSpPr>
        <p:spPr>
          <a:xfrm>
            <a:off x="827584" y="1556792"/>
            <a:ext cx="7200404" cy="4176464"/>
          </a:xfrm>
        </p:spPr>
        <p:txBody>
          <a:bodyPr/>
          <a:lstStyle/>
          <a:p>
            <a:pPr eaLnBrk="1" hangingPunct="1"/>
            <a:r>
              <a:rPr lang="en-GB" altLang="en-US" dirty="0"/>
              <a:t>Use the ‘</a:t>
            </a:r>
            <a:r>
              <a:rPr lang="en-GB" altLang="en-US" b="1" dirty="0"/>
              <a:t>100 high-frequency words in order’, (Letters and Sounds Page 193). </a:t>
            </a:r>
            <a:r>
              <a:rPr lang="en-GB" altLang="en-US" dirty="0"/>
              <a:t>Copies of these are in your pack.</a:t>
            </a:r>
          </a:p>
          <a:p>
            <a:pPr eaLnBrk="1" hangingPunct="1"/>
            <a:r>
              <a:rPr lang="en-GB" altLang="en-US" dirty="0"/>
              <a:t>Start at the beginning of the probe sheets and work your way through the pack. It is worthwhile giving easier probes even if you think the pupil is already competent in those skills as this confirms earlier skills and provides the pupil for a ‘warm-up’ opportunity.</a:t>
            </a:r>
          </a:p>
        </p:txBody>
      </p:sp>
    </p:spTree>
    <p:extLst>
      <p:ext uri="{BB962C8B-B14F-4D97-AF65-F5344CB8AC3E}">
        <p14:creationId xmlns:p14="http://schemas.microsoft.com/office/powerpoint/2010/main" val="26130360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395288" y="115888"/>
            <a:ext cx="8497887" cy="792832"/>
          </a:xfrm>
        </p:spPr>
        <p:txBody>
          <a:bodyPr/>
          <a:lstStyle/>
          <a:p>
            <a:pPr algn="ctr" eaLnBrk="1" hangingPunct="1"/>
            <a:r>
              <a:rPr lang="en-GB" altLang="en-US" sz="3200" dirty="0">
                <a:latin typeface="Arial" charset="0"/>
              </a:rPr>
              <a:t>Initial Assessment</a:t>
            </a:r>
          </a:p>
        </p:txBody>
      </p:sp>
      <p:sp>
        <p:nvSpPr>
          <p:cNvPr id="21507" name="Rectangle 3"/>
          <p:cNvSpPr>
            <a:spLocks noGrp="1" noChangeArrowheads="1"/>
          </p:cNvSpPr>
          <p:nvPr>
            <p:ph type="body" idx="1"/>
          </p:nvPr>
        </p:nvSpPr>
        <p:spPr>
          <a:xfrm>
            <a:off x="683568" y="1484784"/>
            <a:ext cx="7488684" cy="3528392"/>
          </a:xfrm>
        </p:spPr>
        <p:txBody>
          <a:bodyPr/>
          <a:lstStyle/>
          <a:p>
            <a:pPr eaLnBrk="1" hangingPunct="1"/>
            <a:r>
              <a:rPr lang="en-GB" altLang="en-US" dirty="0"/>
              <a:t>Remember to record your results for each probe sheet administered on the summary sheet in your pack.</a:t>
            </a:r>
          </a:p>
          <a:p>
            <a:pPr eaLnBrk="1" hangingPunct="1"/>
            <a:r>
              <a:rPr lang="en-GB" altLang="en-US" dirty="0"/>
              <a:t>Bring your results back to session 2.  We will use these to plan the next steps in using a Precision Teaching Programme.</a:t>
            </a:r>
          </a:p>
        </p:txBody>
      </p:sp>
    </p:spTree>
    <p:extLst>
      <p:ext uri="{BB962C8B-B14F-4D97-AF65-F5344CB8AC3E}">
        <p14:creationId xmlns:p14="http://schemas.microsoft.com/office/powerpoint/2010/main" val="35698432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395288" y="115888"/>
            <a:ext cx="8497887" cy="864840"/>
          </a:xfrm>
        </p:spPr>
        <p:txBody>
          <a:bodyPr/>
          <a:lstStyle/>
          <a:p>
            <a:pPr algn="ctr" eaLnBrk="1" hangingPunct="1"/>
            <a:r>
              <a:rPr lang="en-GB" altLang="en-US" sz="3200" dirty="0">
                <a:latin typeface="Arial" charset="0"/>
              </a:rPr>
              <a:t>Thank You</a:t>
            </a:r>
          </a:p>
        </p:txBody>
      </p:sp>
      <p:sp>
        <p:nvSpPr>
          <p:cNvPr id="22531" name="Rectangle 3"/>
          <p:cNvSpPr>
            <a:spLocks noGrp="1" noChangeArrowheads="1"/>
          </p:cNvSpPr>
          <p:nvPr>
            <p:ph type="body" idx="1"/>
          </p:nvPr>
        </p:nvSpPr>
        <p:spPr>
          <a:xfrm>
            <a:off x="1403648" y="965201"/>
            <a:ext cx="6264696" cy="3471912"/>
          </a:xfrm>
        </p:spPr>
        <p:txBody>
          <a:bodyPr/>
          <a:lstStyle/>
          <a:p>
            <a:pPr eaLnBrk="1" hangingPunct="1">
              <a:buFont typeface="Wingdings" pitchFamily="2" charset="2"/>
              <a:buNone/>
            </a:pPr>
            <a:endParaRPr lang="en-US" altLang="en-US" dirty="0"/>
          </a:p>
          <a:p>
            <a:pPr eaLnBrk="1" hangingPunct="1">
              <a:buFont typeface="Wingdings" pitchFamily="2" charset="2"/>
              <a:buNone/>
            </a:pPr>
            <a:endParaRPr lang="en-US" altLang="en-US" dirty="0"/>
          </a:p>
          <a:p>
            <a:pPr eaLnBrk="1" hangingPunct="1">
              <a:buFont typeface="Wingdings" pitchFamily="2" charset="2"/>
              <a:buNone/>
            </a:pPr>
            <a:endParaRPr lang="en-US" altLang="en-US" dirty="0"/>
          </a:p>
          <a:p>
            <a:pPr algn="ctr" eaLnBrk="1" hangingPunct="1">
              <a:buFont typeface="Wingdings" pitchFamily="2" charset="2"/>
              <a:buNone/>
            </a:pPr>
            <a:r>
              <a:rPr lang="en-US" altLang="en-US" dirty="0"/>
              <a:t>Please do not use or copy any slides without prior permission from RBWM EPS</a:t>
            </a:r>
          </a:p>
          <a:p>
            <a:pPr eaLnBrk="1" hangingPunct="1">
              <a:buFont typeface="Wingdings" pitchFamily="2" charset="2"/>
              <a:buNone/>
            </a:pPr>
            <a:endParaRPr lang="en-US" altLang="en-US" dirty="0"/>
          </a:p>
          <a:p>
            <a:pPr eaLnBrk="1" hangingPunct="1"/>
            <a:endParaRPr lang="en-GB" altLang="en-US" dirty="0"/>
          </a:p>
        </p:txBody>
      </p:sp>
    </p:spTree>
    <p:extLst>
      <p:ext uri="{BB962C8B-B14F-4D97-AF65-F5344CB8AC3E}">
        <p14:creationId xmlns:p14="http://schemas.microsoft.com/office/powerpoint/2010/main" val="2364710165"/>
      </p:ext>
    </p:extLst>
  </p:cSld>
  <p:clrMapOvr>
    <a:masterClrMapping/>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Custom Design">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2353</TotalTime>
  <Words>2117</Words>
  <Application>Microsoft Office PowerPoint</Application>
  <PresentationFormat>On-screen Show (4:3)</PresentationFormat>
  <Paragraphs>242</Paragraphs>
  <Slides>20</Slides>
  <Notes>19</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20</vt:i4>
      </vt:variant>
    </vt:vector>
  </HeadingPairs>
  <TitlesOfParts>
    <vt:vector size="30" baseType="lpstr">
      <vt:lpstr>Arial</vt:lpstr>
      <vt:lpstr>Arial Black</vt:lpstr>
      <vt:lpstr>Calibri</vt:lpstr>
      <vt:lpstr>Century Gothic</vt:lpstr>
      <vt:lpstr>Times New Roman</vt:lpstr>
      <vt:lpstr>Wingdings</vt:lpstr>
      <vt:lpstr>Default Design</vt:lpstr>
      <vt:lpstr>1_Custom Design</vt:lpstr>
      <vt:lpstr>Custom Design</vt:lpstr>
      <vt:lpstr>2_Custom Design</vt:lpstr>
      <vt:lpstr>PowerPoint Presentation</vt:lpstr>
      <vt:lpstr>Aim for Session 1</vt:lpstr>
      <vt:lpstr>Preview of upcoming sessions</vt:lpstr>
      <vt:lpstr>Preview of upcoming sessions</vt:lpstr>
      <vt:lpstr>What is Precision Teaching?</vt:lpstr>
      <vt:lpstr>When can Precision Teaching be used?</vt:lpstr>
      <vt:lpstr>Activity</vt:lpstr>
      <vt:lpstr>PowerPoint Presentation</vt:lpstr>
      <vt:lpstr>How do you do Precision Teaching?</vt:lpstr>
      <vt:lpstr>Initial Assessment – using ‘Letters and Sounds’</vt:lpstr>
      <vt:lpstr>Initial Assessment – using ‘Letters and Sounds’</vt:lpstr>
      <vt:lpstr>Probes</vt:lpstr>
      <vt:lpstr>Probes </vt:lpstr>
      <vt:lpstr>Letters and Probes</vt:lpstr>
      <vt:lpstr>Initial Assessment</vt:lpstr>
      <vt:lpstr>Initial Assessment</vt:lpstr>
      <vt:lpstr>Initial Assessment</vt:lpstr>
      <vt:lpstr>Initial Assessment</vt:lpstr>
      <vt:lpstr>Initial Assessment</vt:lpstr>
      <vt:lpstr>Thank You</vt:lpstr>
    </vt:vector>
  </TitlesOfParts>
  <Company>RBWM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RBWM</dc:creator>
  <cp:lastModifiedBy>Scott Ighavongbe-Patrick</cp:lastModifiedBy>
  <cp:revision>270</cp:revision>
  <cp:lastPrinted>2016-10-27T13:33:55Z</cp:lastPrinted>
  <dcterms:created xsi:type="dcterms:W3CDTF">2009-10-14T09:14:19Z</dcterms:created>
  <dcterms:modified xsi:type="dcterms:W3CDTF">2022-12-01T15:34:29Z</dcterms:modified>
</cp:coreProperties>
</file>