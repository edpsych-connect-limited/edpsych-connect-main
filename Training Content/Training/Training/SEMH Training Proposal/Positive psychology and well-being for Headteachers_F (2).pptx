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4.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5.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6.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7.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8.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9.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0.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1.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22.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95" r:id="rId3"/>
    <p:sldId id="296" r:id="rId4"/>
    <p:sldId id="297" r:id="rId5"/>
    <p:sldId id="298" r:id="rId6"/>
    <p:sldId id="299" r:id="rId7"/>
    <p:sldId id="300" r:id="rId8"/>
    <p:sldId id="301" r:id="rId9"/>
    <p:sldId id="289" r:id="rId10"/>
    <p:sldId id="286" r:id="rId11"/>
    <p:sldId id="291" r:id="rId12"/>
    <p:sldId id="302" r:id="rId13"/>
    <p:sldId id="303" r:id="rId14"/>
    <p:sldId id="304" r:id="rId15"/>
    <p:sldId id="305" r:id="rId16"/>
    <p:sldId id="306" r:id="rId17"/>
    <p:sldId id="307" r:id="rId18"/>
    <p:sldId id="308" r:id="rId19"/>
    <p:sldId id="309" r:id="rId20"/>
    <p:sldId id="310" r:id="rId21"/>
    <p:sldId id="311" r:id="rId22"/>
    <p:sldId id="312" r:id="rId23"/>
    <p:sldId id="313" r:id="rId24"/>
    <p:sldId id="315" r:id="rId25"/>
  </p:sldIdLst>
  <p:sldSz cx="9144000" cy="6858000" type="screen4x3"/>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08D08B6-9F61-4E19-A977-FA521AF77CE7}">
          <p14:sldIdLst>
            <p14:sldId id="256"/>
            <p14:sldId id="295"/>
            <p14:sldId id="296"/>
            <p14:sldId id="297"/>
            <p14:sldId id="298"/>
            <p14:sldId id="299"/>
            <p14:sldId id="300"/>
            <p14:sldId id="301"/>
            <p14:sldId id="289"/>
            <p14:sldId id="286"/>
            <p14:sldId id="291"/>
            <p14:sldId id="302"/>
            <p14:sldId id="303"/>
            <p14:sldId id="304"/>
            <p14:sldId id="305"/>
            <p14:sldId id="306"/>
            <p14:sldId id="307"/>
            <p14:sldId id="308"/>
            <p14:sldId id="309"/>
            <p14:sldId id="310"/>
            <p14:sldId id="311"/>
            <p14:sldId id="312"/>
            <p14:sldId id="313"/>
            <p14:sldId id="315"/>
          </p14:sldIdLst>
        </p14:section>
        <p14:section name="Untitled Section" id="{5BCB6861-1928-49F0-AE97-B994B13A8B1A}">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2D84"/>
    <a:srgbClr val="9FC63B"/>
    <a:srgbClr val="006A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FDA182-360A-4F22-8713-A4F83D1C8414}" v="81" dt="2023-10-05T08:26:25.7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796" autoAdjust="0"/>
  </p:normalViewPr>
  <p:slideViewPr>
    <p:cSldViewPr snapToGrid="0">
      <p:cViewPr varScale="1">
        <p:scale>
          <a:sx n="75" d="100"/>
          <a:sy n="75" d="100"/>
        </p:scale>
        <p:origin x="1004" y="5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Scott Ighavongbe-Patrick" userId="b5ab16ac-412e-47fd-a1c7-60cd4a201f0e" providerId="ADAL" clId="{ABFDA182-360A-4F22-8713-A4F83D1C8414}"/>
    <pc:docChg chg="undo custSel addSld delSld modSld sldOrd modSection modNotesMaster">
      <pc:chgData name="Dr Scott Ighavongbe-Patrick" userId="b5ab16ac-412e-47fd-a1c7-60cd4a201f0e" providerId="ADAL" clId="{ABFDA182-360A-4F22-8713-A4F83D1C8414}" dt="2023-10-05T08:26:25.769" v="2529"/>
      <pc:docMkLst>
        <pc:docMk/>
      </pc:docMkLst>
      <pc:sldChg chg="modSp mod">
        <pc:chgData name="Dr Scott Ighavongbe-Patrick" userId="b5ab16ac-412e-47fd-a1c7-60cd4a201f0e" providerId="ADAL" clId="{ABFDA182-360A-4F22-8713-A4F83D1C8414}" dt="2023-10-04T22:12:23.053" v="141" actId="20577"/>
        <pc:sldMkLst>
          <pc:docMk/>
          <pc:sldMk cId="1775890208" sldId="256"/>
        </pc:sldMkLst>
        <pc:spChg chg="mod">
          <ac:chgData name="Dr Scott Ighavongbe-Patrick" userId="b5ab16ac-412e-47fd-a1c7-60cd4a201f0e" providerId="ADAL" clId="{ABFDA182-360A-4F22-8713-A4F83D1C8414}" dt="2023-10-04T22:11:40.960" v="104" actId="20577"/>
          <ac:spMkLst>
            <pc:docMk/>
            <pc:sldMk cId="1775890208" sldId="256"/>
            <ac:spMk id="22" creationId="{00000000-0000-0000-0000-000000000000}"/>
          </ac:spMkLst>
        </pc:spChg>
        <pc:spChg chg="mod">
          <ac:chgData name="Dr Scott Ighavongbe-Patrick" userId="b5ab16ac-412e-47fd-a1c7-60cd4a201f0e" providerId="ADAL" clId="{ABFDA182-360A-4F22-8713-A4F83D1C8414}" dt="2023-10-04T22:12:23.053" v="141" actId="20577"/>
          <ac:spMkLst>
            <pc:docMk/>
            <pc:sldMk cId="1775890208" sldId="256"/>
            <ac:spMk id="23" creationId="{00000000-0000-0000-0000-000000000000}"/>
          </ac:spMkLst>
        </pc:spChg>
      </pc:sldChg>
      <pc:sldChg chg="del">
        <pc:chgData name="Dr Scott Ighavongbe-Patrick" userId="b5ab16ac-412e-47fd-a1c7-60cd4a201f0e" providerId="ADAL" clId="{ABFDA182-360A-4F22-8713-A4F83D1C8414}" dt="2023-10-04T22:14:20.225" v="143" actId="47"/>
        <pc:sldMkLst>
          <pc:docMk/>
          <pc:sldMk cId="4623230" sldId="283"/>
        </pc:sldMkLst>
      </pc:sldChg>
      <pc:sldChg chg="add del">
        <pc:chgData name="Dr Scott Ighavongbe-Patrick" userId="b5ab16ac-412e-47fd-a1c7-60cd4a201f0e" providerId="ADAL" clId="{ABFDA182-360A-4F22-8713-A4F83D1C8414}" dt="2023-10-04T23:58:21.451" v="985"/>
        <pc:sldMkLst>
          <pc:docMk/>
          <pc:sldMk cId="1334271884" sldId="284"/>
        </pc:sldMkLst>
      </pc:sldChg>
      <pc:sldChg chg="add del">
        <pc:chgData name="Dr Scott Ighavongbe-Patrick" userId="b5ab16ac-412e-47fd-a1c7-60cd4a201f0e" providerId="ADAL" clId="{ABFDA182-360A-4F22-8713-A4F83D1C8414}" dt="2023-10-04T23:58:14.298" v="983"/>
        <pc:sldMkLst>
          <pc:docMk/>
          <pc:sldMk cId="2164898988" sldId="284"/>
        </pc:sldMkLst>
      </pc:sldChg>
      <pc:sldChg chg="add del">
        <pc:chgData name="Dr Scott Ighavongbe-Patrick" userId="b5ab16ac-412e-47fd-a1c7-60cd4a201f0e" providerId="ADAL" clId="{ABFDA182-360A-4F22-8713-A4F83D1C8414}" dt="2023-10-04T23:57:27.721" v="977" actId="2696"/>
        <pc:sldMkLst>
          <pc:docMk/>
          <pc:sldMk cId="2300559935" sldId="284"/>
        </pc:sldMkLst>
      </pc:sldChg>
      <pc:sldChg chg="add del">
        <pc:chgData name="Dr Scott Ighavongbe-Patrick" userId="b5ab16ac-412e-47fd-a1c7-60cd4a201f0e" providerId="ADAL" clId="{ABFDA182-360A-4F22-8713-A4F83D1C8414}" dt="2023-10-05T01:49:43.423" v="2406" actId="47"/>
        <pc:sldMkLst>
          <pc:docMk/>
          <pc:sldMk cId="3486527744" sldId="285"/>
        </pc:sldMkLst>
      </pc:sldChg>
      <pc:sldChg chg="modSp add del ord modNotesTx">
        <pc:chgData name="Dr Scott Ighavongbe-Patrick" userId="b5ab16ac-412e-47fd-a1c7-60cd4a201f0e" providerId="ADAL" clId="{ABFDA182-360A-4F22-8713-A4F83D1C8414}" dt="2023-10-05T00:07:35.778" v="1047" actId="20577"/>
        <pc:sldMkLst>
          <pc:docMk/>
          <pc:sldMk cId="856171657" sldId="286"/>
        </pc:sldMkLst>
        <pc:graphicFrameChg chg="mod">
          <ac:chgData name="Dr Scott Ighavongbe-Patrick" userId="b5ab16ac-412e-47fd-a1c7-60cd4a201f0e" providerId="ADAL" clId="{ABFDA182-360A-4F22-8713-A4F83D1C8414}" dt="2023-10-04T23:51:13.914" v="975" actId="20577"/>
          <ac:graphicFrameMkLst>
            <pc:docMk/>
            <pc:sldMk cId="856171657" sldId="286"/>
            <ac:graphicFrameMk id="6" creationId="{9F515F72-3307-7737-AC44-95350552837D}"/>
          </ac:graphicFrameMkLst>
        </pc:graphicFrameChg>
      </pc:sldChg>
      <pc:sldChg chg="add del">
        <pc:chgData name="Dr Scott Ighavongbe-Patrick" userId="b5ab16ac-412e-47fd-a1c7-60cd4a201f0e" providerId="ADAL" clId="{ABFDA182-360A-4F22-8713-A4F83D1C8414}" dt="2023-10-05T01:49:46.669" v="2407" actId="47"/>
        <pc:sldMkLst>
          <pc:docMk/>
          <pc:sldMk cId="2362671432" sldId="287"/>
        </pc:sldMkLst>
      </pc:sldChg>
      <pc:sldChg chg="add del">
        <pc:chgData name="Dr Scott Ighavongbe-Patrick" userId="b5ab16ac-412e-47fd-a1c7-60cd4a201f0e" providerId="ADAL" clId="{ABFDA182-360A-4F22-8713-A4F83D1C8414}" dt="2023-10-05T01:49:48.672" v="2408" actId="47"/>
        <pc:sldMkLst>
          <pc:docMk/>
          <pc:sldMk cId="4140024388" sldId="288"/>
        </pc:sldMkLst>
      </pc:sldChg>
      <pc:sldChg chg="add del ord modNotesTx">
        <pc:chgData name="Dr Scott Ighavongbe-Patrick" userId="b5ab16ac-412e-47fd-a1c7-60cd4a201f0e" providerId="ADAL" clId="{ABFDA182-360A-4F22-8713-A4F83D1C8414}" dt="2023-10-05T00:05:16.011" v="1001" actId="6549"/>
        <pc:sldMkLst>
          <pc:docMk/>
          <pc:sldMk cId="1226512030" sldId="289"/>
        </pc:sldMkLst>
      </pc:sldChg>
      <pc:sldChg chg="add del">
        <pc:chgData name="Dr Scott Ighavongbe-Patrick" userId="b5ab16ac-412e-47fd-a1c7-60cd4a201f0e" providerId="ADAL" clId="{ABFDA182-360A-4F22-8713-A4F83D1C8414}" dt="2023-10-05T01:49:59.849" v="2409" actId="47"/>
        <pc:sldMkLst>
          <pc:docMk/>
          <pc:sldMk cId="300304162" sldId="290"/>
        </pc:sldMkLst>
      </pc:sldChg>
      <pc:sldChg chg="ord modNotesTx">
        <pc:chgData name="Dr Scott Ighavongbe-Patrick" userId="b5ab16ac-412e-47fd-a1c7-60cd4a201f0e" providerId="ADAL" clId="{ABFDA182-360A-4F22-8713-A4F83D1C8414}" dt="2023-10-05T00:09:13.406" v="1051" actId="20577"/>
        <pc:sldMkLst>
          <pc:docMk/>
          <pc:sldMk cId="3141451954" sldId="291"/>
        </pc:sldMkLst>
      </pc:sldChg>
      <pc:sldChg chg="del">
        <pc:chgData name="Dr Scott Ighavongbe-Patrick" userId="b5ab16ac-412e-47fd-a1c7-60cd4a201f0e" providerId="ADAL" clId="{ABFDA182-360A-4F22-8713-A4F83D1C8414}" dt="2023-10-05T01:50:02.090" v="2410" actId="47"/>
        <pc:sldMkLst>
          <pc:docMk/>
          <pc:sldMk cId="1836548521" sldId="292"/>
        </pc:sldMkLst>
      </pc:sldChg>
      <pc:sldChg chg="del">
        <pc:chgData name="Dr Scott Ighavongbe-Patrick" userId="b5ab16ac-412e-47fd-a1c7-60cd4a201f0e" providerId="ADAL" clId="{ABFDA182-360A-4F22-8713-A4F83D1C8414}" dt="2023-10-05T01:50:04.262" v="2411" actId="47"/>
        <pc:sldMkLst>
          <pc:docMk/>
          <pc:sldMk cId="453788486" sldId="293"/>
        </pc:sldMkLst>
      </pc:sldChg>
      <pc:sldChg chg="del">
        <pc:chgData name="Dr Scott Ighavongbe-Patrick" userId="b5ab16ac-412e-47fd-a1c7-60cd4a201f0e" providerId="ADAL" clId="{ABFDA182-360A-4F22-8713-A4F83D1C8414}" dt="2023-10-05T02:01:47.418" v="2508" actId="2696"/>
        <pc:sldMkLst>
          <pc:docMk/>
          <pc:sldMk cId="2349582180" sldId="294"/>
        </pc:sldMkLst>
      </pc:sldChg>
      <pc:sldChg chg="addSp delSp modSp new mod modClrScheme chgLayout modNotesTx">
        <pc:chgData name="Dr Scott Ighavongbe-Patrick" userId="b5ab16ac-412e-47fd-a1c7-60cd4a201f0e" providerId="ADAL" clId="{ABFDA182-360A-4F22-8713-A4F83D1C8414}" dt="2023-10-04T22:47:42.698" v="353" actId="20577"/>
        <pc:sldMkLst>
          <pc:docMk/>
          <pc:sldMk cId="1201554062" sldId="295"/>
        </pc:sldMkLst>
        <pc:spChg chg="mod">
          <ac:chgData name="Dr Scott Ighavongbe-Patrick" userId="b5ab16ac-412e-47fd-a1c7-60cd4a201f0e" providerId="ADAL" clId="{ABFDA182-360A-4F22-8713-A4F83D1C8414}" dt="2023-10-04T22:37:28.673" v="280" actId="26606"/>
          <ac:spMkLst>
            <pc:docMk/>
            <pc:sldMk cId="1201554062" sldId="295"/>
            <ac:spMk id="2" creationId="{FFAB4678-8D2B-2057-CC57-9D3619AA6417}"/>
          </ac:spMkLst>
        </pc:spChg>
        <pc:spChg chg="del mod">
          <ac:chgData name="Dr Scott Ighavongbe-Patrick" userId="b5ab16ac-412e-47fd-a1c7-60cd4a201f0e" providerId="ADAL" clId="{ABFDA182-360A-4F22-8713-A4F83D1C8414}" dt="2023-10-04T22:36:55.337" v="278" actId="478"/>
          <ac:spMkLst>
            <pc:docMk/>
            <pc:sldMk cId="1201554062" sldId="295"/>
            <ac:spMk id="3" creationId="{554547B6-87DA-DA9C-28B1-30CF9C9F8E04}"/>
          </ac:spMkLst>
        </pc:spChg>
        <pc:spChg chg="add del mod">
          <ac:chgData name="Dr Scott Ighavongbe-Patrick" userId="b5ab16ac-412e-47fd-a1c7-60cd4a201f0e" providerId="ADAL" clId="{ABFDA182-360A-4F22-8713-A4F83D1C8414}" dt="2023-10-04T22:36:57.699" v="279" actId="478"/>
          <ac:spMkLst>
            <pc:docMk/>
            <pc:sldMk cId="1201554062" sldId="295"/>
            <ac:spMk id="5" creationId="{CE2DF5A6-BA46-CAC0-F915-567EC0CF225C}"/>
          </ac:spMkLst>
        </pc:spChg>
        <pc:spChg chg="add del mod">
          <ac:chgData name="Dr Scott Ighavongbe-Patrick" userId="b5ab16ac-412e-47fd-a1c7-60cd4a201f0e" providerId="ADAL" clId="{ABFDA182-360A-4F22-8713-A4F83D1C8414}" dt="2023-10-04T22:39:52.669" v="302" actId="26606"/>
          <ac:spMkLst>
            <pc:docMk/>
            <pc:sldMk cId="1201554062" sldId="295"/>
            <ac:spMk id="7" creationId="{5BC29AE1-71B1-C9F0-4E5B-0D8FB871692E}"/>
          </ac:spMkLst>
        </pc:spChg>
        <pc:spChg chg="add del mod">
          <ac:chgData name="Dr Scott Ighavongbe-Patrick" userId="b5ab16ac-412e-47fd-a1c7-60cd4a201f0e" providerId="ADAL" clId="{ABFDA182-360A-4F22-8713-A4F83D1C8414}" dt="2023-10-04T22:34:57.728" v="217" actId="26606"/>
          <ac:spMkLst>
            <pc:docMk/>
            <pc:sldMk cId="1201554062" sldId="295"/>
            <ac:spMk id="8" creationId="{AD98D1CD-A16C-A46F-4759-4663DF5CE4A5}"/>
          </ac:spMkLst>
        </pc:spChg>
        <pc:graphicFrameChg chg="add">
          <ac:chgData name="Dr Scott Ighavongbe-Patrick" userId="b5ab16ac-412e-47fd-a1c7-60cd4a201f0e" providerId="ADAL" clId="{ABFDA182-360A-4F22-8713-A4F83D1C8414}" dt="2023-10-04T22:39:52.669" v="302" actId="26606"/>
          <ac:graphicFrameMkLst>
            <pc:docMk/>
            <pc:sldMk cId="1201554062" sldId="295"/>
            <ac:graphicFrameMk id="9" creationId="{E3EE744D-5FD3-2A74-3AD0-F05DD85B8B25}"/>
          </ac:graphicFrameMkLst>
        </pc:graphicFrameChg>
        <pc:graphicFrameChg chg="add del">
          <ac:chgData name="Dr Scott Ighavongbe-Patrick" userId="b5ab16ac-412e-47fd-a1c7-60cd4a201f0e" providerId="ADAL" clId="{ABFDA182-360A-4F22-8713-A4F83D1C8414}" dt="2023-10-04T22:34:33.894" v="214" actId="26606"/>
          <ac:graphicFrameMkLst>
            <pc:docMk/>
            <pc:sldMk cId="1201554062" sldId="295"/>
            <ac:graphicFrameMk id="10" creationId="{1AC93B9A-E87A-AD4D-37CD-DA6928F8B028}"/>
          </ac:graphicFrameMkLst>
        </pc:graphicFrameChg>
        <pc:graphicFrameChg chg="add del mod">
          <ac:chgData name="Dr Scott Ighavongbe-Patrick" userId="b5ab16ac-412e-47fd-a1c7-60cd4a201f0e" providerId="ADAL" clId="{ABFDA182-360A-4F22-8713-A4F83D1C8414}" dt="2023-10-04T22:34:57.695" v="216" actId="26606"/>
          <ac:graphicFrameMkLst>
            <pc:docMk/>
            <pc:sldMk cId="1201554062" sldId="295"/>
            <ac:graphicFrameMk id="12" creationId="{EF91717C-2B3D-67EB-7AB8-B4D32A68F36A}"/>
          </ac:graphicFrameMkLst>
        </pc:graphicFrameChg>
        <pc:graphicFrameChg chg="add del mod modGraphic">
          <ac:chgData name="Dr Scott Ighavongbe-Patrick" userId="b5ab16ac-412e-47fd-a1c7-60cd4a201f0e" providerId="ADAL" clId="{ABFDA182-360A-4F22-8713-A4F83D1C8414}" dt="2023-10-04T22:39:09.255" v="300" actId="21"/>
          <ac:graphicFrameMkLst>
            <pc:docMk/>
            <pc:sldMk cId="1201554062" sldId="295"/>
            <ac:graphicFrameMk id="14" creationId="{E691D2EE-1D4D-59B0-2498-9EE41A89D7E3}"/>
          </ac:graphicFrameMkLst>
        </pc:graphicFrameChg>
      </pc:sldChg>
      <pc:sldChg chg="modSp new mod modClrScheme chgLayout modNotesTx">
        <pc:chgData name="Dr Scott Ighavongbe-Patrick" userId="b5ab16ac-412e-47fd-a1c7-60cd4a201f0e" providerId="ADAL" clId="{ABFDA182-360A-4F22-8713-A4F83D1C8414}" dt="2023-10-04T22:47:58.851" v="360" actId="20577"/>
        <pc:sldMkLst>
          <pc:docMk/>
          <pc:sldMk cId="3676885744" sldId="296"/>
        </pc:sldMkLst>
        <pc:spChg chg="mod">
          <ac:chgData name="Dr Scott Ighavongbe-Patrick" userId="b5ab16ac-412e-47fd-a1c7-60cd4a201f0e" providerId="ADAL" clId="{ABFDA182-360A-4F22-8713-A4F83D1C8414}" dt="2023-10-04T22:41:40.025" v="322" actId="26606"/>
          <ac:spMkLst>
            <pc:docMk/>
            <pc:sldMk cId="3676885744" sldId="296"/>
            <ac:spMk id="2" creationId="{833EC1A0-1654-E26F-3AE8-DC828E09BB56}"/>
          </ac:spMkLst>
        </pc:spChg>
        <pc:spChg chg="mod">
          <ac:chgData name="Dr Scott Ighavongbe-Patrick" userId="b5ab16ac-412e-47fd-a1c7-60cd4a201f0e" providerId="ADAL" clId="{ABFDA182-360A-4F22-8713-A4F83D1C8414}" dt="2023-10-04T22:41:40.025" v="322" actId="26606"/>
          <ac:spMkLst>
            <pc:docMk/>
            <pc:sldMk cId="3676885744" sldId="296"/>
            <ac:spMk id="3" creationId="{4F1409E8-07FD-273D-FF99-CF95497C91F9}"/>
          </ac:spMkLst>
        </pc:spChg>
      </pc:sldChg>
      <pc:sldChg chg="addSp delSp modSp new mod modClrScheme chgLayout">
        <pc:chgData name="Dr Scott Ighavongbe-Patrick" userId="b5ab16ac-412e-47fd-a1c7-60cd4a201f0e" providerId="ADAL" clId="{ABFDA182-360A-4F22-8713-A4F83D1C8414}" dt="2023-10-04T22:57:13.616" v="902" actId="26606"/>
        <pc:sldMkLst>
          <pc:docMk/>
          <pc:sldMk cId="38045050" sldId="297"/>
        </pc:sldMkLst>
        <pc:spChg chg="del">
          <ac:chgData name="Dr Scott Ighavongbe-Patrick" userId="b5ab16ac-412e-47fd-a1c7-60cd4a201f0e" providerId="ADAL" clId="{ABFDA182-360A-4F22-8713-A4F83D1C8414}" dt="2023-10-04T22:50:13.435" v="364" actId="21"/>
          <ac:spMkLst>
            <pc:docMk/>
            <pc:sldMk cId="38045050" sldId="297"/>
            <ac:spMk id="2" creationId="{3A1F403C-5C64-710F-81EE-91276C68FE90}"/>
          </ac:spMkLst>
        </pc:spChg>
        <pc:spChg chg="mod">
          <ac:chgData name="Dr Scott Ighavongbe-Patrick" userId="b5ab16ac-412e-47fd-a1c7-60cd4a201f0e" providerId="ADAL" clId="{ABFDA182-360A-4F22-8713-A4F83D1C8414}" dt="2023-10-04T22:57:13.616" v="902" actId="26606"/>
          <ac:spMkLst>
            <pc:docMk/>
            <pc:sldMk cId="38045050" sldId="297"/>
            <ac:spMk id="3" creationId="{D3509E5E-F779-CDB2-A48E-1608DEB82215}"/>
          </ac:spMkLst>
        </pc:spChg>
        <pc:spChg chg="add mod">
          <ac:chgData name="Dr Scott Ighavongbe-Patrick" userId="b5ab16ac-412e-47fd-a1c7-60cd4a201f0e" providerId="ADAL" clId="{ABFDA182-360A-4F22-8713-A4F83D1C8414}" dt="2023-10-04T22:57:13.616" v="902" actId="26606"/>
          <ac:spMkLst>
            <pc:docMk/>
            <pc:sldMk cId="38045050" sldId="297"/>
            <ac:spMk id="8" creationId="{966AF527-B6AB-0433-705D-21D91AEE30BF}"/>
          </ac:spMkLst>
        </pc:spChg>
      </pc:sldChg>
      <pc:sldChg chg="new del">
        <pc:chgData name="Dr Scott Ighavongbe-Patrick" userId="b5ab16ac-412e-47fd-a1c7-60cd4a201f0e" providerId="ADAL" clId="{ABFDA182-360A-4F22-8713-A4F83D1C8414}" dt="2023-10-04T22:49:30.117" v="362" actId="2696"/>
        <pc:sldMkLst>
          <pc:docMk/>
          <pc:sldMk cId="219145595" sldId="297"/>
        </pc:sldMkLst>
      </pc:sldChg>
      <pc:sldChg chg="addSp delSp modSp new mod modClrScheme chgLayout modNotesTx">
        <pc:chgData name="Dr Scott Ighavongbe-Patrick" userId="b5ab16ac-412e-47fd-a1c7-60cd4a201f0e" providerId="ADAL" clId="{ABFDA182-360A-4F22-8713-A4F83D1C8414}" dt="2023-10-04T23:15:53.275" v="915" actId="1076"/>
        <pc:sldMkLst>
          <pc:docMk/>
          <pc:sldMk cId="1973042527" sldId="298"/>
        </pc:sldMkLst>
        <pc:spChg chg="mod">
          <ac:chgData name="Dr Scott Ighavongbe-Patrick" userId="b5ab16ac-412e-47fd-a1c7-60cd4a201f0e" providerId="ADAL" clId="{ABFDA182-360A-4F22-8713-A4F83D1C8414}" dt="2023-10-04T23:12:43.326" v="913" actId="26606"/>
          <ac:spMkLst>
            <pc:docMk/>
            <pc:sldMk cId="1973042527" sldId="298"/>
            <ac:spMk id="2" creationId="{32B917F0-BEBD-9473-55DF-435C221ABD26}"/>
          </ac:spMkLst>
        </pc:spChg>
        <pc:spChg chg="del mod">
          <ac:chgData name="Dr Scott Ighavongbe-Patrick" userId="b5ab16ac-412e-47fd-a1c7-60cd4a201f0e" providerId="ADAL" clId="{ABFDA182-360A-4F22-8713-A4F83D1C8414}" dt="2023-10-04T23:12:43.326" v="913" actId="26606"/>
          <ac:spMkLst>
            <pc:docMk/>
            <pc:sldMk cId="1973042527" sldId="298"/>
            <ac:spMk id="3" creationId="{2AA0C3FA-2B74-C58E-BFDC-35A414F3A4D8}"/>
          </ac:spMkLst>
        </pc:spChg>
        <pc:spChg chg="add del mod">
          <ac:chgData name="Dr Scott Ighavongbe-Patrick" userId="b5ab16ac-412e-47fd-a1c7-60cd4a201f0e" providerId="ADAL" clId="{ABFDA182-360A-4F22-8713-A4F83D1C8414}" dt="2023-10-04T23:13:36.405" v="914" actId="931"/>
          <ac:spMkLst>
            <pc:docMk/>
            <pc:sldMk cId="1973042527" sldId="298"/>
            <ac:spMk id="9" creationId="{10CE813B-72EE-5840-00CA-D731B77624A6}"/>
          </ac:spMkLst>
        </pc:spChg>
        <pc:graphicFrameChg chg="add mod">
          <ac:chgData name="Dr Scott Ighavongbe-Patrick" userId="b5ab16ac-412e-47fd-a1c7-60cd4a201f0e" providerId="ADAL" clId="{ABFDA182-360A-4F22-8713-A4F83D1C8414}" dt="2023-10-04T23:12:43.326" v="913" actId="26606"/>
          <ac:graphicFrameMkLst>
            <pc:docMk/>
            <pc:sldMk cId="1973042527" sldId="298"/>
            <ac:graphicFrameMk id="5" creationId="{ABFBC6F5-467A-DA53-497C-98BFAA067340}"/>
          </ac:graphicFrameMkLst>
        </pc:graphicFrameChg>
        <pc:picChg chg="add mod">
          <ac:chgData name="Dr Scott Ighavongbe-Patrick" userId="b5ab16ac-412e-47fd-a1c7-60cd4a201f0e" providerId="ADAL" clId="{ABFDA182-360A-4F22-8713-A4F83D1C8414}" dt="2023-10-04T23:15:53.275" v="915" actId="1076"/>
          <ac:picMkLst>
            <pc:docMk/>
            <pc:sldMk cId="1973042527" sldId="298"/>
            <ac:picMk id="6" creationId="{1182B4A8-CC1F-C390-F8E0-BEA75DFD8B2A}"/>
          </ac:picMkLst>
        </pc:picChg>
      </pc:sldChg>
      <pc:sldChg chg="addSp delSp modSp new mod modNotesTx">
        <pc:chgData name="Dr Scott Ighavongbe-Patrick" userId="b5ab16ac-412e-47fd-a1c7-60cd4a201f0e" providerId="ADAL" clId="{ABFDA182-360A-4F22-8713-A4F83D1C8414}" dt="2023-10-04T23:35:21.320" v="933"/>
        <pc:sldMkLst>
          <pc:docMk/>
          <pc:sldMk cId="1165634490" sldId="299"/>
        </pc:sldMkLst>
        <pc:spChg chg="mod">
          <ac:chgData name="Dr Scott Ighavongbe-Patrick" userId="b5ab16ac-412e-47fd-a1c7-60cd4a201f0e" providerId="ADAL" clId="{ABFDA182-360A-4F22-8713-A4F83D1C8414}" dt="2023-10-04T23:20:31.840" v="932" actId="20577"/>
          <ac:spMkLst>
            <pc:docMk/>
            <pc:sldMk cId="1165634490" sldId="299"/>
            <ac:spMk id="2" creationId="{18BCE39A-0D45-7D0D-0055-9D8BBCC18509}"/>
          </ac:spMkLst>
        </pc:spChg>
        <pc:spChg chg="del mod">
          <ac:chgData name="Dr Scott Ighavongbe-Patrick" userId="b5ab16ac-412e-47fd-a1c7-60cd4a201f0e" providerId="ADAL" clId="{ABFDA182-360A-4F22-8713-A4F83D1C8414}" dt="2023-10-04T23:20:00.394" v="920" actId="26606"/>
          <ac:spMkLst>
            <pc:docMk/>
            <pc:sldMk cId="1165634490" sldId="299"/>
            <ac:spMk id="3" creationId="{2E1C445C-3E2F-6DC5-9B74-4E9F19219E0C}"/>
          </ac:spMkLst>
        </pc:spChg>
        <pc:graphicFrameChg chg="add">
          <ac:chgData name="Dr Scott Ighavongbe-Patrick" userId="b5ab16ac-412e-47fd-a1c7-60cd4a201f0e" providerId="ADAL" clId="{ABFDA182-360A-4F22-8713-A4F83D1C8414}" dt="2023-10-04T23:20:00.394" v="920" actId="26606"/>
          <ac:graphicFrameMkLst>
            <pc:docMk/>
            <pc:sldMk cId="1165634490" sldId="299"/>
            <ac:graphicFrameMk id="5" creationId="{E8EF2F05-CA40-7554-9EB3-46D66F227A8B}"/>
          </ac:graphicFrameMkLst>
        </pc:graphicFrameChg>
      </pc:sldChg>
      <pc:sldChg chg="addSp delSp modSp new mod modNotesTx">
        <pc:chgData name="Dr Scott Ighavongbe-Patrick" userId="b5ab16ac-412e-47fd-a1c7-60cd4a201f0e" providerId="ADAL" clId="{ABFDA182-360A-4F22-8713-A4F83D1C8414}" dt="2023-10-05T00:27:07.573" v="1288" actId="5793"/>
        <pc:sldMkLst>
          <pc:docMk/>
          <pc:sldMk cId="3484891655" sldId="300"/>
        </pc:sldMkLst>
        <pc:spChg chg="mod">
          <ac:chgData name="Dr Scott Ighavongbe-Patrick" userId="b5ab16ac-412e-47fd-a1c7-60cd4a201f0e" providerId="ADAL" clId="{ABFDA182-360A-4F22-8713-A4F83D1C8414}" dt="2023-10-04T23:38:20.528" v="937" actId="26606"/>
          <ac:spMkLst>
            <pc:docMk/>
            <pc:sldMk cId="3484891655" sldId="300"/>
            <ac:spMk id="2" creationId="{E2B27A7C-21DB-2463-367F-8F4A34A79144}"/>
          </ac:spMkLst>
        </pc:spChg>
        <pc:spChg chg="del mod">
          <ac:chgData name="Dr Scott Ighavongbe-Patrick" userId="b5ab16ac-412e-47fd-a1c7-60cd4a201f0e" providerId="ADAL" clId="{ABFDA182-360A-4F22-8713-A4F83D1C8414}" dt="2023-10-04T23:38:20.528" v="937" actId="26606"/>
          <ac:spMkLst>
            <pc:docMk/>
            <pc:sldMk cId="3484891655" sldId="300"/>
            <ac:spMk id="3" creationId="{AD2F57D1-3172-43B0-434E-183DCE99A34B}"/>
          </ac:spMkLst>
        </pc:spChg>
        <pc:graphicFrameChg chg="add">
          <ac:chgData name="Dr Scott Ighavongbe-Patrick" userId="b5ab16ac-412e-47fd-a1c7-60cd4a201f0e" providerId="ADAL" clId="{ABFDA182-360A-4F22-8713-A4F83D1C8414}" dt="2023-10-04T23:38:20.528" v="937" actId="26606"/>
          <ac:graphicFrameMkLst>
            <pc:docMk/>
            <pc:sldMk cId="3484891655" sldId="300"/>
            <ac:graphicFrameMk id="5" creationId="{48C8DDD4-EF97-E33A-AE36-EFD84BE083EB}"/>
          </ac:graphicFrameMkLst>
        </pc:graphicFrameChg>
      </pc:sldChg>
      <pc:sldChg chg="modSp new del mod">
        <pc:chgData name="Dr Scott Ighavongbe-Patrick" userId="b5ab16ac-412e-47fd-a1c7-60cd4a201f0e" providerId="ADAL" clId="{ABFDA182-360A-4F22-8713-A4F83D1C8414}" dt="2023-10-04T23:43:45.573" v="942" actId="2696"/>
        <pc:sldMkLst>
          <pc:docMk/>
          <pc:sldMk cId="1085523038" sldId="301"/>
        </pc:sldMkLst>
        <pc:spChg chg="mod">
          <ac:chgData name="Dr Scott Ighavongbe-Patrick" userId="b5ab16ac-412e-47fd-a1c7-60cd4a201f0e" providerId="ADAL" clId="{ABFDA182-360A-4F22-8713-A4F83D1C8414}" dt="2023-10-04T23:42:42.729" v="940"/>
          <ac:spMkLst>
            <pc:docMk/>
            <pc:sldMk cId="1085523038" sldId="301"/>
            <ac:spMk id="2" creationId="{1F2B9F6E-02E9-5307-9922-201E5563A371}"/>
          </ac:spMkLst>
        </pc:spChg>
        <pc:spChg chg="mod">
          <ac:chgData name="Dr Scott Ighavongbe-Patrick" userId="b5ab16ac-412e-47fd-a1c7-60cd4a201f0e" providerId="ADAL" clId="{ABFDA182-360A-4F22-8713-A4F83D1C8414}" dt="2023-10-04T23:43:14.300" v="941"/>
          <ac:spMkLst>
            <pc:docMk/>
            <pc:sldMk cId="1085523038" sldId="301"/>
            <ac:spMk id="3" creationId="{0E20FA68-1DBE-8BAF-D59C-ED58EDB7BAF2}"/>
          </ac:spMkLst>
        </pc:spChg>
      </pc:sldChg>
      <pc:sldChg chg="addSp delSp modSp new mod modNotesTx">
        <pc:chgData name="Dr Scott Ighavongbe-Patrick" userId="b5ab16ac-412e-47fd-a1c7-60cd4a201f0e" providerId="ADAL" clId="{ABFDA182-360A-4F22-8713-A4F83D1C8414}" dt="2023-10-05T00:02:11.277" v="995"/>
        <pc:sldMkLst>
          <pc:docMk/>
          <pc:sldMk cId="3659385432" sldId="301"/>
        </pc:sldMkLst>
        <pc:spChg chg="mod">
          <ac:chgData name="Dr Scott Ighavongbe-Patrick" userId="b5ab16ac-412e-47fd-a1c7-60cd4a201f0e" providerId="ADAL" clId="{ABFDA182-360A-4F22-8713-A4F83D1C8414}" dt="2023-10-04T23:44:44.616" v="946" actId="26606"/>
          <ac:spMkLst>
            <pc:docMk/>
            <pc:sldMk cId="3659385432" sldId="301"/>
            <ac:spMk id="2" creationId="{2E048A13-F025-3288-EED8-4427D4D61A47}"/>
          </ac:spMkLst>
        </pc:spChg>
        <pc:spChg chg="del mod">
          <ac:chgData name="Dr Scott Ighavongbe-Patrick" userId="b5ab16ac-412e-47fd-a1c7-60cd4a201f0e" providerId="ADAL" clId="{ABFDA182-360A-4F22-8713-A4F83D1C8414}" dt="2023-10-04T23:44:44.616" v="946" actId="26606"/>
          <ac:spMkLst>
            <pc:docMk/>
            <pc:sldMk cId="3659385432" sldId="301"/>
            <ac:spMk id="3" creationId="{8F2A6650-4492-DDD8-D4DC-C813D555F742}"/>
          </ac:spMkLst>
        </pc:spChg>
        <pc:graphicFrameChg chg="add">
          <ac:chgData name="Dr Scott Ighavongbe-Patrick" userId="b5ab16ac-412e-47fd-a1c7-60cd4a201f0e" providerId="ADAL" clId="{ABFDA182-360A-4F22-8713-A4F83D1C8414}" dt="2023-10-04T23:44:44.616" v="946" actId="26606"/>
          <ac:graphicFrameMkLst>
            <pc:docMk/>
            <pc:sldMk cId="3659385432" sldId="301"/>
            <ac:graphicFrameMk id="5" creationId="{5DF05C61-08AC-0C28-A8D7-FE74821B974E}"/>
          </ac:graphicFrameMkLst>
        </pc:graphicFrameChg>
      </pc:sldChg>
      <pc:sldChg chg="addSp delSp modSp new mod modNotesTx">
        <pc:chgData name="Dr Scott Ighavongbe-Patrick" userId="b5ab16ac-412e-47fd-a1c7-60cd4a201f0e" providerId="ADAL" clId="{ABFDA182-360A-4F22-8713-A4F83D1C8414}" dt="2023-10-05T00:12:42.970" v="1104" actId="20577"/>
        <pc:sldMkLst>
          <pc:docMk/>
          <pc:sldMk cId="1148716003" sldId="302"/>
        </pc:sldMkLst>
        <pc:spChg chg="mod">
          <ac:chgData name="Dr Scott Ighavongbe-Patrick" userId="b5ab16ac-412e-47fd-a1c7-60cd4a201f0e" providerId="ADAL" clId="{ABFDA182-360A-4F22-8713-A4F83D1C8414}" dt="2023-10-05T00:11:32.930" v="1102" actId="26606"/>
          <ac:spMkLst>
            <pc:docMk/>
            <pc:sldMk cId="1148716003" sldId="302"/>
            <ac:spMk id="2" creationId="{BEB42CA7-EEEF-C35D-7ACE-D3815607942C}"/>
          </ac:spMkLst>
        </pc:spChg>
        <pc:spChg chg="del mod">
          <ac:chgData name="Dr Scott Ighavongbe-Patrick" userId="b5ab16ac-412e-47fd-a1c7-60cd4a201f0e" providerId="ADAL" clId="{ABFDA182-360A-4F22-8713-A4F83D1C8414}" dt="2023-10-05T00:11:32.930" v="1102" actId="26606"/>
          <ac:spMkLst>
            <pc:docMk/>
            <pc:sldMk cId="1148716003" sldId="302"/>
            <ac:spMk id="3" creationId="{213F943D-A4FE-504A-D024-AE194608F80D}"/>
          </ac:spMkLst>
        </pc:spChg>
        <pc:graphicFrameChg chg="add">
          <ac:chgData name="Dr Scott Ighavongbe-Patrick" userId="b5ab16ac-412e-47fd-a1c7-60cd4a201f0e" providerId="ADAL" clId="{ABFDA182-360A-4F22-8713-A4F83D1C8414}" dt="2023-10-05T00:11:32.930" v="1102" actId="26606"/>
          <ac:graphicFrameMkLst>
            <pc:docMk/>
            <pc:sldMk cId="1148716003" sldId="302"/>
            <ac:graphicFrameMk id="5" creationId="{8446FC98-FAEC-964A-B873-BCEF46382B03}"/>
          </ac:graphicFrameMkLst>
        </pc:graphicFrameChg>
      </pc:sldChg>
      <pc:sldChg chg="addSp delSp modSp new mod modClrScheme chgLayout modNotesTx">
        <pc:chgData name="Dr Scott Ighavongbe-Patrick" userId="b5ab16ac-412e-47fd-a1c7-60cd4a201f0e" providerId="ADAL" clId="{ABFDA182-360A-4F22-8713-A4F83D1C8414}" dt="2023-10-05T00:18:01.105" v="1159" actId="12"/>
        <pc:sldMkLst>
          <pc:docMk/>
          <pc:sldMk cId="3182186036" sldId="303"/>
        </pc:sldMkLst>
        <pc:spChg chg="mod">
          <ac:chgData name="Dr Scott Ighavongbe-Patrick" userId="b5ab16ac-412e-47fd-a1c7-60cd4a201f0e" providerId="ADAL" clId="{ABFDA182-360A-4F22-8713-A4F83D1C8414}" dt="2023-10-05T00:15:23.649" v="1157" actId="26606"/>
          <ac:spMkLst>
            <pc:docMk/>
            <pc:sldMk cId="3182186036" sldId="303"/>
            <ac:spMk id="2" creationId="{073F0E66-162C-D0CE-C580-CAEED28968C7}"/>
          </ac:spMkLst>
        </pc:spChg>
        <pc:spChg chg="del mod">
          <ac:chgData name="Dr Scott Ighavongbe-Patrick" userId="b5ab16ac-412e-47fd-a1c7-60cd4a201f0e" providerId="ADAL" clId="{ABFDA182-360A-4F22-8713-A4F83D1C8414}" dt="2023-10-05T00:15:23.649" v="1157" actId="26606"/>
          <ac:spMkLst>
            <pc:docMk/>
            <pc:sldMk cId="3182186036" sldId="303"/>
            <ac:spMk id="3" creationId="{78920157-FBB4-DCBD-20C6-A69D206831AE}"/>
          </ac:spMkLst>
        </pc:spChg>
        <pc:spChg chg="add del mod">
          <ac:chgData name="Dr Scott Ighavongbe-Patrick" userId="b5ab16ac-412e-47fd-a1c7-60cd4a201f0e" providerId="ADAL" clId="{ABFDA182-360A-4F22-8713-A4F83D1C8414}" dt="2023-10-05T00:17:37.497" v="1158" actId="931"/>
          <ac:spMkLst>
            <pc:docMk/>
            <pc:sldMk cId="3182186036" sldId="303"/>
            <ac:spMk id="9" creationId="{C259F890-7B97-390C-2C7C-C6830B03B9E6}"/>
          </ac:spMkLst>
        </pc:spChg>
        <pc:graphicFrameChg chg="add mod">
          <ac:chgData name="Dr Scott Ighavongbe-Patrick" userId="b5ab16ac-412e-47fd-a1c7-60cd4a201f0e" providerId="ADAL" clId="{ABFDA182-360A-4F22-8713-A4F83D1C8414}" dt="2023-10-05T00:15:23.649" v="1157" actId="26606"/>
          <ac:graphicFrameMkLst>
            <pc:docMk/>
            <pc:sldMk cId="3182186036" sldId="303"/>
            <ac:graphicFrameMk id="5" creationId="{6BEA3BDD-2853-2186-B89A-CCB79CD2CAAC}"/>
          </ac:graphicFrameMkLst>
        </pc:graphicFrameChg>
        <pc:picChg chg="add mod">
          <ac:chgData name="Dr Scott Ighavongbe-Patrick" userId="b5ab16ac-412e-47fd-a1c7-60cd4a201f0e" providerId="ADAL" clId="{ABFDA182-360A-4F22-8713-A4F83D1C8414}" dt="2023-10-05T00:17:37.497" v="1158" actId="931"/>
          <ac:picMkLst>
            <pc:docMk/>
            <pc:sldMk cId="3182186036" sldId="303"/>
            <ac:picMk id="6" creationId="{5F53C3DF-170F-D1F6-89EB-02F38DDB37AD}"/>
          </ac:picMkLst>
        </pc:picChg>
      </pc:sldChg>
      <pc:sldChg chg="addSp delSp modSp new mod modNotesTx">
        <pc:chgData name="Dr Scott Ighavongbe-Patrick" userId="b5ab16ac-412e-47fd-a1c7-60cd4a201f0e" providerId="ADAL" clId="{ABFDA182-360A-4F22-8713-A4F83D1C8414}" dt="2023-10-05T00:21:35.094" v="1215" actId="12"/>
        <pc:sldMkLst>
          <pc:docMk/>
          <pc:sldMk cId="20179889" sldId="304"/>
        </pc:sldMkLst>
        <pc:spChg chg="mod">
          <ac:chgData name="Dr Scott Ighavongbe-Patrick" userId="b5ab16ac-412e-47fd-a1c7-60cd4a201f0e" providerId="ADAL" clId="{ABFDA182-360A-4F22-8713-A4F83D1C8414}" dt="2023-10-05T00:19:51.329" v="1211" actId="26606"/>
          <ac:spMkLst>
            <pc:docMk/>
            <pc:sldMk cId="20179889" sldId="304"/>
            <ac:spMk id="2" creationId="{960F785B-1C94-450B-8663-FACD4AF07E4B}"/>
          </ac:spMkLst>
        </pc:spChg>
        <pc:spChg chg="del mod">
          <ac:chgData name="Dr Scott Ighavongbe-Patrick" userId="b5ab16ac-412e-47fd-a1c7-60cd4a201f0e" providerId="ADAL" clId="{ABFDA182-360A-4F22-8713-A4F83D1C8414}" dt="2023-10-05T00:19:51.329" v="1211" actId="26606"/>
          <ac:spMkLst>
            <pc:docMk/>
            <pc:sldMk cId="20179889" sldId="304"/>
            <ac:spMk id="3" creationId="{CB20F152-2818-79E3-1013-7EEDEF2F905C}"/>
          </ac:spMkLst>
        </pc:spChg>
        <pc:graphicFrameChg chg="add">
          <ac:chgData name="Dr Scott Ighavongbe-Patrick" userId="b5ab16ac-412e-47fd-a1c7-60cd4a201f0e" providerId="ADAL" clId="{ABFDA182-360A-4F22-8713-A4F83D1C8414}" dt="2023-10-05T00:19:51.329" v="1211" actId="26606"/>
          <ac:graphicFrameMkLst>
            <pc:docMk/>
            <pc:sldMk cId="20179889" sldId="304"/>
            <ac:graphicFrameMk id="5" creationId="{E8FDB447-404D-FA39-E8D5-166F2743143E}"/>
          </ac:graphicFrameMkLst>
        </pc:graphicFrameChg>
      </pc:sldChg>
      <pc:sldChg chg="addSp delSp modSp new mod modNotesTx">
        <pc:chgData name="Dr Scott Ighavongbe-Patrick" userId="b5ab16ac-412e-47fd-a1c7-60cd4a201f0e" providerId="ADAL" clId="{ABFDA182-360A-4F22-8713-A4F83D1C8414}" dt="2023-10-05T00:24:27.581" v="1269" actId="12"/>
        <pc:sldMkLst>
          <pc:docMk/>
          <pc:sldMk cId="2877122170" sldId="305"/>
        </pc:sldMkLst>
        <pc:spChg chg="mod">
          <ac:chgData name="Dr Scott Ighavongbe-Patrick" userId="b5ab16ac-412e-47fd-a1c7-60cd4a201f0e" providerId="ADAL" clId="{ABFDA182-360A-4F22-8713-A4F83D1C8414}" dt="2023-10-05T00:23:26.235" v="1267" actId="26606"/>
          <ac:spMkLst>
            <pc:docMk/>
            <pc:sldMk cId="2877122170" sldId="305"/>
            <ac:spMk id="2" creationId="{E8DAC0BF-253D-4EEE-B98E-A5EAE4F3F9F3}"/>
          </ac:spMkLst>
        </pc:spChg>
        <pc:spChg chg="del mod">
          <ac:chgData name="Dr Scott Ighavongbe-Patrick" userId="b5ab16ac-412e-47fd-a1c7-60cd4a201f0e" providerId="ADAL" clId="{ABFDA182-360A-4F22-8713-A4F83D1C8414}" dt="2023-10-05T00:23:26.235" v="1267" actId="26606"/>
          <ac:spMkLst>
            <pc:docMk/>
            <pc:sldMk cId="2877122170" sldId="305"/>
            <ac:spMk id="3" creationId="{1088A04F-BB87-C5A5-5DEC-298B89FCB365}"/>
          </ac:spMkLst>
        </pc:spChg>
        <pc:graphicFrameChg chg="add">
          <ac:chgData name="Dr Scott Ighavongbe-Patrick" userId="b5ab16ac-412e-47fd-a1c7-60cd4a201f0e" providerId="ADAL" clId="{ABFDA182-360A-4F22-8713-A4F83D1C8414}" dt="2023-10-05T00:23:26.235" v="1267" actId="26606"/>
          <ac:graphicFrameMkLst>
            <pc:docMk/>
            <pc:sldMk cId="2877122170" sldId="305"/>
            <ac:graphicFrameMk id="5" creationId="{FD2E4770-A90E-BFED-6811-0A7A552A6F7F}"/>
          </ac:graphicFrameMkLst>
        </pc:graphicFrameChg>
      </pc:sldChg>
      <pc:sldChg chg="addSp delSp modSp new mod modNotesTx">
        <pc:chgData name="Dr Scott Ighavongbe-Patrick" userId="b5ab16ac-412e-47fd-a1c7-60cd4a201f0e" providerId="ADAL" clId="{ABFDA182-360A-4F22-8713-A4F83D1C8414}" dt="2023-10-05T00:58:30.727" v="1445" actId="20577"/>
        <pc:sldMkLst>
          <pc:docMk/>
          <pc:sldMk cId="2575912968" sldId="306"/>
        </pc:sldMkLst>
        <pc:spChg chg="mod">
          <ac:chgData name="Dr Scott Ighavongbe-Patrick" userId="b5ab16ac-412e-47fd-a1c7-60cd4a201f0e" providerId="ADAL" clId="{ABFDA182-360A-4F22-8713-A4F83D1C8414}" dt="2023-10-05T00:57:32.441" v="1421" actId="26606"/>
          <ac:spMkLst>
            <pc:docMk/>
            <pc:sldMk cId="2575912968" sldId="306"/>
            <ac:spMk id="2" creationId="{9EDCBC1C-7D3F-3094-D7D7-947D349FD5AE}"/>
          </ac:spMkLst>
        </pc:spChg>
        <pc:spChg chg="del mod">
          <ac:chgData name="Dr Scott Ighavongbe-Patrick" userId="b5ab16ac-412e-47fd-a1c7-60cd4a201f0e" providerId="ADAL" clId="{ABFDA182-360A-4F22-8713-A4F83D1C8414}" dt="2023-10-05T00:57:32.441" v="1421" actId="26606"/>
          <ac:spMkLst>
            <pc:docMk/>
            <pc:sldMk cId="2575912968" sldId="306"/>
            <ac:spMk id="3" creationId="{A61EDEEB-EFD7-B40F-E348-22CED3A2E127}"/>
          </ac:spMkLst>
        </pc:spChg>
        <pc:graphicFrameChg chg="add mod">
          <ac:chgData name="Dr Scott Ighavongbe-Patrick" userId="b5ab16ac-412e-47fd-a1c7-60cd4a201f0e" providerId="ADAL" clId="{ABFDA182-360A-4F22-8713-A4F83D1C8414}" dt="2023-10-05T00:58:30.727" v="1445" actId="20577"/>
          <ac:graphicFrameMkLst>
            <pc:docMk/>
            <pc:sldMk cId="2575912968" sldId="306"/>
            <ac:graphicFrameMk id="5" creationId="{590405B1-4D3F-E46F-5299-30D344466331}"/>
          </ac:graphicFrameMkLst>
        </pc:graphicFrameChg>
      </pc:sldChg>
      <pc:sldChg chg="addSp delSp modSp new mod modNotesTx">
        <pc:chgData name="Dr Scott Ighavongbe-Patrick" userId="b5ab16ac-412e-47fd-a1c7-60cd4a201f0e" providerId="ADAL" clId="{ABFDA182-360A-4F22-8713-A4F83D1C8414}" dt="2023-10-05T01:10:23.417" v="1455" actId="26606"/>
        <pc:sldMkLst>
          <pc:docMk/>
          <pc:sldMk cId="2889081624" sldId="307"/>
        </pc:sldMkLst>
        <pc:spChg chg="mod">
          <ac:chgData name="Dr Scott Ighavongbe-Patrick" userId="b5ab16ac-412e-47fd-a1c7-60cd4a201f0e" providerId="ADAL" clId="{ABFDA182-360A-4F22-8713-A4F83D1C8414}" dt="2023-10-05T01:10:23.417" v="1455" actId="26606"/>
          <ac:spMkLst>
            <pc:docMk/>
            <pc:sldMk cId="2889081624" sldId="307"/>
            <ac:spMk id="2" creationId="{0591CBEA-0BE5-2615-CD94-E819CD268281}"/>
          </ac:spMkLst>
        </pc:spChg>
        <pc:spChg chg="del mod">
          <ac:chgData name="Dr Scott Ighavongbe-Patrick" userId="b5ab16ac-412e-47fd-a1c7-60cd4a201f0e" providerId="ADAL" clId="{ABFDA182-360A-4F22-8713-A4F83D1C8414}" dt="2023-10-05T01:10:23.417" v="1455" actId="26606"/>
          <ac:spMkLst>
            <pc:docMk/>
            <pc:sldMk cId="2889081624" sldId="307"/>
            <ac:spMk id="3" creationId="{D3D94C9F-5F48-6C0E-3D1E-71A52D152140}"/>
          </ac:spMkLst>
        </pc:spChg>
        <pc:graphicFrameChg chg="add">
          <ac:chgData name="Dr Scott Ighavongbe-Patrick" userId="b5ab16ac-412e-47fd-a1c7-60cd4a201f0e" providerId="ADAL" clId="{ABFDA182-360A-4F22-8713-A4F83D1C8414}" dt="2023-10-05T01:10:23.417" v="1455" actId="26606"/>
          <ac:graphicFrameMkLst>
            <pc:docMk/>
            <pc:sldMk cId="2889081624" sldId="307"/>
            <ac:graphicFrameMk id="5" creationId="{6ED02725-7C9A-CB81-0312-963C7046E22B}"/>
          </ac:graphicFrameMkLst>
        </pc:graphicFrameChg>
      </pc:sldChg>
      <pc:sldChg chg="addSp delSp modSp new mod modNotesTx">
        <pc:chgData name="Dr Scott Ighavongbe-Patrick" userId="b5ab16ac-412e-47fd-a1c7-60cd4a201f0e" providerId="ADAL" clId="{ABFDA182-360A-4F22-8713-A4F83D1C8414}" dt="2023-10-05T01:25:09.948" v="2248" actId="26606"/>
        <pc:sldMkLst>
          <pc:docMk/>
          <pc:sldMk cId="2277299647" sldId="308"/>
        </pc:sldMkLst>
        <pc:spChg chg="mod">
          <ac:chgData name="Dr Scott Ighavongbe-Patrick" userId="b5ab16ac-412e-47fd-a1c7-60cd4a201f0e" providerId="ADAL" clId="{ABFDA182-360A-4F22-8713-A4F83D1C8414}" dt="2023-10-05T01:25:09.948" v="2248" actId="26606"/>
          <ac:spMkLst>
            <pc:docMk/>
            <pc:sldMk cId="2277299647" sldId="308"/>
            <ac:spMk id="2" creationId="{C71357F2-1AF2-0E3F-B963-F8BDB5FBA2E9}"/>
          </ac:spMkLst>
        </pc:spChg>
        <pc:spChg chg="del mod">
          <ac:chgData name="Dr Scott Ighavongbe-Patrick" userId="b5ab16ac-412e-47fd-a1c7-60cd4a201f0e" providerId="ADAL" clId="{ABFDA182-360A-4F22-8713-A4F83D1C8414}" dt="2023-10-05T01:25:09.948" v="2248" actId="26606"/>
          <ac:spMkLst>
            <pc:docMk/>
            <pc:sldMk cId="2277299647" sldId="308"/>
            <ac:spMk id="3" creationId="{2AB036BE-6710-994C-1B42-736BC89E468D}"/>
          </ac:spMkLst>
        </pc:spChg>
        <pc:graphicFrameChg chg="add">
          <ac:chgData name="Dr Scott Ighavongbe-Patrick" userId="b5ab16ac-412e-47fd-a1c7-60cd4a201f0e" providerId="ADAL" clId="{ABFDA182-360A-4F22-8713-A4F83D1C8414}" dt="2023-10-05T01:25:09.948" v="2248" actId="26606"/>
          <ac:graphicFrameMkLst>
            <pc:docMk/>
            <pc:sldMk cId="2277299647" sldId="308"/>
            <ac:graphicFrameMk id="5" creationId="{C880F623-8528-C561-1506-626BD6DD5F29}"/>
          </ac:graphicFrameMkLst>
        </pc:graphicFrameChg>
      </pc:sldChg>
      <pc:sldChg chg="addSp delSp modSp new mod modNotesTx">
        <pc:chgData name="Dr Scott Ighavongbe-Patrick" userId="b5ab16ac-412e-47fd-a1c7-60cd4a201f0e" providerId="ADAL" clId="{ABFDA182-360A-4F22-8713-A4F83D1C8414}" dt="2023-10-05T01:31:19.601" v="2333" actId="26606"/>
        <pc:sldMkLst>
          <pc:docMk/>
          <pc:sldMk cId="306654594" sldId="309"/>
        </pc:sldMkLst>
        <pc:spChg chg="mod">
          <ac:chgData name="Dr Scott Ighavongbe-Patrick" userId="b5ab16ac-412e-47fd-a1c7-60cd4a201f0e" providerId="ADAL" clId="{ABFDA182-360A-4F22-8713-A4F83D1C8414}" dt="2023-10-05T01:30:39.691" v="2329" actId="26606"/>
          <ac:spMkLst>
            <pc:docMk/>
            <pc:sldMk cId="306654594" sldId="309"/>
            <ac:spMk id="2" creationId="{8A4C0081-3B33-387D-A53C-B70140435881}"/>
          </ac:spMkLst>
        </pc:spChg>
        <pc:spChg chg="del mod">
          <ac:chgData name="Dr Scott Ighavongbe-Patrick" userId="b5ab16ac-412e-47fd-a1c7-60cd4a201f0e" providerId="ADAL" clId="{ABFDA182-360A-4F22-8713-A4F83D1C8414}" dt="2023-10-05T01:30:39.691" v="2329" actId="26606"/>
          <ac:spMkLst>
            <pc:docMk/>
            <pc:sldMk cId="306654594" sldId="309"/>
            <ac:spMk id="3" creationId="{CF63F3AE-747C-18F8-13E9-DCA4D8D8D68F}"/>
          </ac:spMkLst>
        </pc:spChg>
        <pc:graphicFrameChg chg="add mod modGraphic">
          <ac:chgData name="Dr Scott Ighavongbe-Patrick" userId="b5ab16ac-412e-47fd-a1c7-60cd4a201f0e" providerId="ADAL" clId="{ABFDA182-360A-4F22-8713-A4F83D1C8414}" dt="2023-10-05T01:31:19.601" v="2333" actId="26606"/>
          <ac:graphicFrameMkLst>
            <pc:docMk/>
            <pc:sldMk cId="306654594" sldId="309"/>
            <ac:graphicFrameMk id="5" creationId="{AF8DA8D6-8425-6BCE-450B-0DD544FF4659}"/>
          </ac:graphicFrameMkLst>
        </pc:graphicFrameChg>
      </pc:sldChg>
      <pc:sldChg chg="addSp delSp modSp new mod modNotesTx">
        <pc:chgData name="Dr Scott Ighavongbe-Patrick" userId="b5ab16ac-412e-47fd-a1c7-60cd4a201f0e" providerId="ADAL" clId="{ABFDA182-360A-4F22-8713-A4F83D1C8414}" dt="2023-10-05T01:34:28.756" v="2339"/>
        <pc:sldMkLst>
          <pc:docMk/>
          <pc:sldMk cId="2412685226" sldId="310"/>
        </pc:sldMkLst>
        <pc:spChg chg="mod">
          <ac:chgData name="Dr Scott Ighavongbe-Patrick" userId="b5ab16ac-412e-47fd-a1c7-60cd4a201f0e" providerId="ADAL" clId="{ABFDA182-360A-4F22-8713-A4F83D1C8414}" dt="2023-10-05T01:33:41.876" v="2338" actId="26606"/>
          <ac:spMkLst>
            <pc:docMk/>
            <pc:sldMk cId="2412685226" sldId="310"/>
            <ac:spMk id="2" creationId="{4FC23FF9-2BAD-D0C5-4A99-9FDF8760611E}"/>
          </ac:spMkLst>
        </pc:spChg>
        <pc:spChg chg="del mod">
          <ac:chgData name="Dr Scott Ighavongbe-Patrick" userId="b5ab16ac-412e-47fd-a1c7-60cd4a201f0e" providerId="ADAL" clId="{ABFDA182-360A-4F22-8713-A4F83D1C8414}" dt="2023-10-05T01:33:41.876" v="2338" actId="26606"/>
          <ac:spMkLst>
            <pc:docMk/>
            <pc:sldMk cId="2412685226" sldId="310"/>
            <ac:spMk id="3" creationId="{A0107776-2266-DE7E-A523-CAAEA66985EE}"/>
          </ac:spMkLst>
        </pc:spChg>
        <pc:graphicFrameChg chg="add">
          <ac:chgData name="Dr Scott Ighavongbe-Patrick" userId="b5ab16ac-412e-47fd-a1c7-60cd4a201f0e" providerId="ADAL" clId="{ABFDA182-360A-4F22-8713-A4F83D1C8414}" dt="2023-10-05T01:33:41.876" v="2338" actId="26606"/>
          <ac:graphicFrameMkLst>
            <pc:docMk/>
            <pc:sldMk cId="2412685226" sldId="310"/>
            <ac:graphicFrameMk id="5" creationId="{DE0859A1-F4AB-32EA-0DB8-2060E8CEFCA6}"/>
          </ac:graphicFrameMkLst>
        </pc:graphicFrameChg>
      </pc:sldChg>
      <pc:sldChg chg="addSp delSp modSp new mod modNotesTx">
        <pc:chgData name="Dr Scott Ighavongbe-Patrick" userId="b5ab16ac-412e-47fd-a1c7-60cd4a201f0e" providerId="ADAL" clId="{ABFDA182-360A-4F22-8713-A4F83D1C8414}" dt="2023-10-05T01:40:10.883" v="2355" actId="26606"/>
        <pc:sldMkLst>
          <pc:docMk/>
          <pc:sldMk cId="1827397230" sldId="311"/>
        </pc:sldMkLst>
        <pc:spChg chg="mod">
          <ac:chgData name="Dr Scott Ighavongbe-Patrick" userId="b5ab16ac-412e-47fd-a1c7-60cd4a201f0e" providerId="ADAL" clId="{ABFDA182-360A-4F22-8713-A4F83D1C8414}" dt="2023-10-05T01:40:10.883" v="2355" actId="26606"/>
          <ac:spMkLst>
            <pc:docMk/>
            <pc:sldMk cId="1827397230" sldId="311"/>
            <ac:spMk id="2" creationId="{A3F6CAAB-21FB-27BD-9B05-01F12DB66B31}"/>
          </ac:spMkLst>
        </pc:spChg>
        <pc:spChg chg="del mod">
          <ac:chgData name="Dr Scott Ighavongbe-Patrick" userId="b5ab16ac-412e-47fd-a1c7-60cd4a201f0e" providerId="ADAL" clId="{ABFDA182-360A-4F22-8713-A4F83D1C8414}" dt="2023-10-05T01:40:10.883" v="2355" actId="26606"/>
          <ac:spMkLst>
            <pc:docMk/>
            <pc:sldMk cId="1827397230" sldId="311"/>
            <ac:spMk id="3" creationId="{9224BD95-436D-DE1D-55F4-F391135FB16C}"/>
          </ac:spMkLst>
        </pc:spChg>
        <pc:graphicFrameChg chg="add">
          <ac:chgData name="Dr Scott Ighavongbe-Patrick" userId="b5ab16ac-412e-47fd-a1c7-60cd4a201f0e" providerId="ADAL" clId="{ABFDA182-360A-4F22-8713-A4F83D1C8414}" dt="2023-10-05T01:40:10.883" v="2355" actId="26606"/>
          <ac:graphicFrameMkLst>
            <pc:docMk/>
            <pc:sldMk cId="1827397230" sldId="311"/>
            <ac:graphicFrameMk id="5" creationId="{498A6522-6BFB-45F4-11B1-A20CF97101AB}"/>
          </ac:graphicFrameMkLst>
        </pc:graphicFrameChg>
      </pc:sldChg>
      <pc:sldChg chg="addSp delSp modSp new mod modNotesTx">
        <pc:chgData name="Dr Scott Ighavongbe-Patrick" userId="b5ab16ac-412e-47fd-a1c7-60cd4a201f0e" providerId="ADAL" clId="{ABFDA182-360A-4F22-8713-A4F83D1C8414}" dt="2023-10-05T01:42:50.577" v="2361" actId="26606"/>
        <pc:sldMkLst>
          <pc:docMk/>
          <pc:sldMk cId="1113624845" sldId="312"/>
        </pc:sldMkLst>
        <pc:spChg chg="mod">
          <ac:chgData name="Dr Scott Ighavongbe-Patrick" userId="b5ab16ac-412e-47fd-a1c7-60cd4a201f0e" providerId="ADAL" clId="{ABFDA182-360A-4F22-8713-A4F83D1C8414}" dt="2023-10-05T01:42:50.577" v="2361" actId="26606"/>
          <ac:spMkLst>
            <pc:docMk/>
            <pc:sldMk cId="1113624845" sldId="312"/>
            <ac:spMk id="2" creationId="{B8E504C6-65A5-C3D3-A01E-B3103238EA16}"/>
          </ac:spMkLst>
        </pc:spChg>
        <pc:spChg chg="del mod">
          <ac:chgData name="Dr Scott Ighavongbe-Patrick" userId="b5ab16ac-412e-47fd-a1c7-60cd4a201f0e" providerId="ADAL" clId="{ABFDA182-360A-4F22-8713-A4F83D1C8414}" dt="2023-10-05T01:42:50.577" v="2361" actId="26606"/>
          <ac:spMkLst>
            <pc:docMk/>
            <pc:sldMk cId="1113624845" sldId="312"/>
            <ac:spMk id="3" creationId="{A8E9ACF5-852D-7595-3251-8B9B0A512AE0}"/>
          </ac:spMkLst>
        </pc:spChg>
        <pc:graphicFrameChg chg="add">
          <ac:chgData name="Dr Scott Ighavongbe-Patrick" userId="b5ab16ac-412e-47fd-a1c7-60cd4a201f0e" providerId="ADAL" clId="{ABFDA182-360A-4F22-8713-A4F83D1C8414}" dt="2023-10-05T01:42:50.577" v="2361" actId="26606"/>
          <ac:graphicFrameMkLst>
            <pc:docMk/>
            <pc:sldMk cId="1113624845" sldId="312"/>
            <ac:graphicFrameMk id="5" creationId="{E60448F6-5821-5724-47FF-3500CBFD7167}"/>
          </ac:graphicFrameMkLst>
        </pc:graphicFrameChg>
      </pc:sldChg>
      <pc:sldChg chg="modSp new mod modClrScheme chgLayout modNotesTx">
        <pc:chgData name="Dr Scott Ighavongbe-Patrick" userId="b5ab16ac-412e-47fd-a1c7-60cd4a201f0e" providerId="ADAL" clId="{ABFDA182-360A-4F22-8713-A4F83D1C8414}" dt="2023-10-05T02:06:03.544" v="2528" actId="27636"/>
        <pc:sldMkLst>
          <pc:docMk/>
          <pc:sldMk cId="868376385" sldId="313"/>
        </pc:sldMkLst>
        <pc:spChg chg="mod">
          <ac:chgData name="Dr Scott Ighavongbe-Patrick" userId="b5ab16ac-412e-47fd-a1c7-60cd4a201f0e" providerId="ADAL" clId="{ABFDA182-360A-4F22-8713-A4F83D1C8414}" dt="2023-10-05T02:05:59.578" v="2526" actId="1076"/>
          <ac:spMkLst>
            <pc:docMk/>
            <pc:sldMk cId="868376385" sldId="313"/>
            <ac:spMk id="2" creationId="{2685B7DE-9B0D-4DA7-461C-2267B42BA09C}"/>
          </ac:spMkLst>
        </pc:spChg>
        <pc:spChg chg="mod">
          <ac:chgData name="Dr Scott Ighavongbe-Patrick" userId="b5ab16ac-412e-47fd-a1c7-60cd4a201f0e" providerId="ADAL" clId="{ABFDA182-360A-4F22-8713-A4F83D1C8414}" dt="2023-10-05T02:06:03.544" v="2528" actId="27636"/>
          <ac:spMkLst>
            <pc:docMk/>
            <pc:sldMk cId="868376385" sldId="313"/>
            <ac:spMk id="3" creationId="{5C7A942B-3036-5938-6E1D-6CB91D444301}"/>
          </ac:spMkLst>
        </pc:spChg>
      </pc:sldChg>
      <pc:sldChg chg="addSp delSp modSp new del mod modClrScheme chgLayout">
        <pc:chgData name="Dr Scott Ighavongbe-Patrick" userId="b5ab16ac-412e-47fd-a1c7-60cd4a201f0e" providerId="ADAL" clId="{ABFDA182-360A-4F22-8713-A4F83D1C8414}" dt="2023-10-05T02:01:42.972" v="2507" actId="2696"/>
        <pc:sldMkLst>
          <pc:docMk/>
          <pc:sldMk cId="3478962280" sldId="314"/>
        </pc:sldMkLst>
        <pc:spChg chg="add del mod">
          <ac:chgData name="Dr Scott Ighavongbe-Patrick" userId="b5ab16ac-412e-47fd-a1c7-60cd4a201f0e" providerId="ADAL" clId="{ABFDA182-360A-4F22-8713-A4F83D1C8414}" dt="2023-10-05T01:56:36.219" v="2455" actId="21"/>
          <ac:spMkLst>
            <pc:docMk/>
            <pc:sldMk cId="3478962280" sldId="314"/>
            <ac:spMk id="2" creationId="{1412E1CE-DFA0-9812-CEDF-CFBC33559981}"/>
          </ac:spMkLst>
        </pc:spChg>
        <pc:spChg chg="add del">
          <ac:chgData name="Dr Scott Ighavongbe-Patrick" userId="b5ab16ac-412e-47fd-a1c7-60cd4a201f0e" providerId="ADAL" clId="{ABFDA182-360A-4F22-8713-A4F83D1C8414}" dt="2023-10-05T01:56:15.552" v="2451" actId="26606"/>
          <ac:spMkLst>
            <pc:docMk/>
            <pc:sldMk cId="3478962280" sldId="314"/>
            <ac:spMk id="3" creationId="{0BFB6D04-5E4A-594D-891C-85B1295BD12F}"/>
          </ac:spMkLst>
        </pc:spChg>
        <pc:spChg chg="add del mod">
          <ac:chgData name="Dr Scott Ighavongbe-Patrick" userId="b5ab16ac-412e-47fd-a1c7-60cd4a201f0e" providerId="ADAL" clId="{ABFDA182-360A-4F22-8713-A4F83D1C8414}" dt="2023-10-05T01:55:45.120" v="2449" actId="21"/>
          <ac:spMkLst>
            <pc:docMk/>
            <pc:sldMk cId="3478962280" sldId="314"/>
            <ac:spMk id="5" creationId="{D5AE78A1-5752-C3BB-07C3-8F94BFC0562B}"/>
          </ac:spMkLst>
        </pc:spChg>
        <pc:spChg chg="add del mod">
          <ac:chgData name="Dr Scott Ighavongbe-Patrick" userId="b5ab16ac-412e-47fd-a1c7-60cd4a201f0e" providerId="ADAL" clId="{ABFDA182-360A-4F22-8713-A4F83D1C8414}" dt="2023-10-05T01:59:26.690" v="2466" actId="22"/>
          <ac:spMkLst>
            <pc:docMk/>
            <pc:sldMk cId="3478962280" sldId="314"/>
            <ac:spMk id="6" creationId="{DDC0CC3C-775D-9768-C425-23BB68859508}"/>
          </ac:spMkLst>
        </pc:spChg>
        <pc:spChg chg="add mod">
          <ac:chgData name="Dr Scott Ighavongbe-Patrick" userId="b5ab16ac-412e-47fd-a1c7-60cd4a201f0e" providerId="ADAL" clId="{ABFDA182-360A-4F22-8713-A4F83D1C8414}" dt="2023-10-05T01:56:29.950" v="2454"/>
          <ac:spMkLst>
            <pc:docMk/>
            <pc:sldMk cId="3478962280" sldId="314"/>
            <ac:spMk id="7" creationId="{413D71E7-F048-DD37-D264-40043464E93B}"/>
          </ac:spMkLst>
        </pc:spChg>
        <pc:spChg chg="add del mod">
          <ac:chgData name="Dr Scott Ighavongbe-Patrick" userId="b5ab16ac-412e-47fd-a1c7-60cd4a201f0e" providerId="ADAL" clId="{ABFDA182-360A-4F22-8713-A4F83D1C8414}" dt="2023-10-05T01:55:45.814" v="2450" actId="26606"/>
          <ac:spMkLst>
            <pc:docMk/>
            <pc:sldMk cId="3478962280" sldId="314"/>
            <ac:spMk id="8" creationId="{18F56353-F411-B4DC-EFA0-D99B8AE45FD3}"/>
          </ac:spMkLst>
        </pc:spChg>
        <pc:spChg chg="add del mod">
          <ac:chgData name="Dr Scott Ighavongbe-Patrick" userId="b5ab16ac-412e-47fd-a1c7-60cd4a201f0e" providerId="ADAL" clId="{ABFDA182-360A-4F22-8713-A4F83D1C8414}" dt="2023-10-05T01:55:45.814" v="2450" actId="26606"/>
          <ac:spMkLst>
            <pc:docMk/>
            <pc:sldMk cId="3478962280" sldId="314"/>
            <ac:spMk id="10" creationId="{4CB0C3B8-36EC-E702-93B5-D82F833320A8}"/>
          </ac:spMkLst>
        </pc:spChg>
        <pc:spChg chg="add del mod">
          <ac:chgData name="Dr Scott Ighavongbe-Patrick" userId="b5ab16ac-412e-47fd-a1c7-60cd4a201f0e" providerId="ADAL" clId="{ABFDA182-360A-4F22-8713-A4F83D1C8414}" dt="2023-10-05T01:56:42.151" v="2456" actId="21"/>
          <ac:spMkLst>
            <pc:docMk/>
            <pc:sldMk cId="3478962280" sldId="314"/>
            <ac:spMk id="12" creationId="{1119BA00-10E0-EC1A-B74D-B84015119B6C}"/>
          </ac:spMkLst>
        </pc:spChg>
        <pc:picChg chg="add del">
          <ac:chgData name="Dr Scott Ighavongbe-Patrick" userId="b5ab16ac-412e-47fd-a1c7-60cd4a201f0e" providerId="ADAL" clId="{ABFDA182-360A-4F22-8713-A4F83D1C8414}" dt="2023-10-05T01:56:23.292" v="2453"/>
          <ac:picMkLst>
            <pc:docMk/>
            <pc:sldMk cId="3478962280" sldId="314"/>
            <ac:picMk id="9" creationId="{7FA892F7-E11B-D8B7-FA46-B3E27DFBCA32}"/>
          </ac:picMkLst>
        </pc:picChg>
        <pc:picChg chg="add del mod">
          <ac:chgData name="Dr Scott Ighavongbe-Patrick" userId="b5ab16ac-412e-47fd-a1c7-60cd4a201f0e" providerId="ADAL" clId="{ABFDA182-360A-4F22-8713-A4F83D1C8414}" dt="2023-10-05T01:57:32.493" v="2462" actId="931"/>
          <ac:picMkLst>
            <pc:docMk/>
            <pc:sldMk cId="3478962280" sldId="314"/>
            <ac:picMk id="14" creationId="{EC57FF98-149A-DD08-5734-2FFE832F6082}"/>
          </ac:picMkLst>
        </pc:picChg>
        <pc:picChg chg="add del mod">
          <ac:chgData name="Dr Scott Ighavongbe-Patrick" userId="b5ab16ac-412e-47fd-a1c7-60cd4a201f0e" providerId="ADAL" clId="{ABFDA182-360A-4F22-8713-A4F83D1C8414}" dt="2023-10-05T01:59:16.852" v="2464"/>
          <ac:picMkLst>
            <pc:docMk/>
            <pc:sldMk cId="3478962280" sldId="314"/>
            <ac:picMk id="16" creationId="{786863DC-1000-0EA6-5F1E-238CC08BDE00}"/>
          </ac:picMkLst>
        </pc:picChg>
        <pc:picChg chg="add del mod ord">
          <ac:chgData name="Dr Scott Ighavongbe-Patrick" userId="b5ab16ac-412e-47fd-a1c7-60cd4a201f0e" providerId="ADAL" clId="{ABFDA182-360A-4F22-8713-A4F83D1C8414}" dt="2023-10-05T01:59:26.690" v="2466" actId="22"/>
          <ac:picMkLst>
            <pc:docMk/>
            <pc:sldMk cId="3478962280" sldId="314"/>
            <ac:picMk id="18" creationId="{B05B71AB-7195-D36F-2668-B4571488C650}"/>
          </ac:picMkLst>
        </pc:picChg>
      </pc:sldChg>
      <pc:sldChg chg="addSp modSp new mod">
        <pc:chgData name="Dr Scott Ighavongbe-Patrick" userId="b5ab16ac-412e-47fd-a1c7-60cd4a201f0e" providerId="ADAL" clId="{ABFDA182-360A-4F22-8713-A4F83D1C8414}" dt="2023-10-05T02:00:56.651" v="2506" actId="255"/>
        <pc:sldMkLst>
          <pc:docMk/>
          <pc:sldMk cId="312066602" sldId="315"/>
        </pc:sldMkLst>
        <pc:spChg chg="add mod">
          <ac:chgData name="Dr Scott Ighavongbe-Patrick" userId="b5ab16ac-412e-47fd-a1c7-60cd4a201f0e" providerId="ADAL" clId="{ABFDA182-360A-4F22-8713-A4F83D1C8414}" dt="2023-10-05T02:00:56.651" v="2506" actId="255"/>
          <ac:spMkLst>
            <pc:docMk/>
            <pc:sldMk cId="312066602" sldId="315"/>
            <ac:spMk id="4" creationId="{A7547759-F738-9664-8D59-B16A8A7C2D79}"/>
          </ac:spMkLst>
        </pc:spChg>
        <pc:picChg chg="add mod">
          <ac:chgData name="Dr Scott Ighavongbe-Patrick" userId="b5ab16ac-412e-47fd-a1c7-60cd4a201f0e" providerId="ADAL" clId="{ABFDA182-360A-4F22-8713-A4F83D1C8414}" dt="2023-10-05T01:59:52.013" v="2469" actId="1076"/>
          <ac:picMkLst>
            <pc:docMk/>
            <pc:sldMk cId="312066602" sldId="315"/>
            <ac:picMk id="3" creationId="{4A160D57-7F36-2A64-350A-E168270C312A}"/>
          </ac:picMkLst>
        </pc:pic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ata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9.svg"/></Relationships>
</file>

<file path=ppt/diagrams/_rels/data4.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diagrams/_rels/data9.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6.png"/><Relationship Id="rId7" Type="http://schemas.openxmlformats.org/officeDocument/2006/relationships/image" Target="../media/image13.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17.svg"/></Relationships>
</file>

<file path=ppt/diagrams/_rels/data10.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_rels/data1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svg"/><Relationship Id="rId1" Type="http://schemas.openxmlformats.org/officeDocument/2006/relationships/image" Target="../media/image45.png"/><Relationship Id="rId4" Type="http://schemas.openxmlformats.org/officeDocument/2006/relationships/image" Target="../media/image48.svg"/></Relationships>
</file>

<file path=ppt/diagrams/_rels/data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0.svg"/><Relationship Id="rId1" Type="http://schemas.openxmlformats.org/officeDocument/2006/relationships/image" Target="../media/image49.png"/><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14.svg"/></Relationships>
</file>

<file path=ppt/diagrams/_rels/data13.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26.png"/><Relationship Id="rId7" Type="http://schemas.openxmlformats.org/officeDocument/2006/relationships/image" Target="../media/image57.png"/><Relationship Id="rId2" Type="http://schemas.openxmlformats.org/officeDocument/2006/relationships/image" Target="../media/image54.svg"/><Relationship Id="rId1" Type="http://schemas.openxmlformats.org/officeDocument/2006/relationships/image" Target="../media/image53.png"/><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2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9.svg"/></Relationships>
</file>

<file path=ppt/diagrams/_rels/drawing4.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diagrams/_rels/drawing9.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6.png"/><Relationship Id="rId7" Type="http://schemas.openxmlformats.org/officeDocument/2006/relationships/image" Target="../media/image13.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17.svg"/></Relationships>
</file>

<file path=ppt/diagrams/_rels/drawing10.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svg"/><Relationship Id="rId1" Type="http://schemas.openxmlformats.org/officeDocument/2006/relationships/image" Target="../media/image45.png"/><Relationship Id="rId4" Type="http://schemas.openxmlformats.org/officeDocument/2006/relationships/image" Target="../media/image48.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0.svg"/><Relationship Id="rId1" Type="http://schemas.openxmlformats.org/officeDocument/2006/relationships/image" Target="../media/image49.png"/><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14.svg"/></Relationships>
</file>

<file path=ppt/diagrams/_rels/drawing13.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26.png"/><Relationship Id="rId7" Type="http://schemas.openxmlformats.org/officeDocument/2006/relationships/image" Target="../media/image57.png"/><Relationship Id="rId2" Type="http://schemas.openxmlformats.org/officeDocument/2006/relationships/image" Target="../media/image54.svg"/><Relationship Id="rId1" Type="http://schemas.openxmlformats.org/officeDocument/2006/relationships/image" Target="../media/image53.png"/><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27.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493038-2251-4008-8F52-A9E0DF8975F8}"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B2FD493D-ED62-43BA-86AF-38936FC9B2B3}">
      <dgm:prSet/>
      <dgm:spPr/>
      <dgm:t>
        <a:bodyPr/>
        <a:lstStyle/>
        <a:p>
          <a:r>
            <a:rPr lang="en-GB"/>
            <a:t>Understand Positive Psychology</a:t>
          </a:r>
          <a:endParaRPr lang="en-US"/>
        </a:p>
      </dgm:t>
    </dgm:pt>
    <dgm:pt modelId="{8AF6727C-5266-40C7-8E15-339389762927}" type="parTrans" cxnId="{E6650A06-02CD-4865-8224-91F5B2F25164}">
      <dgm:prSet/>
      <dgm:spPr/>
      <dgm:t>
        <a:bodyPr/>
        <a:lstStyle/>
        <a:p>
          <a:endParaRPr lang="en-US"/>
        </a:p>
      </dgm:t>
    </dgm:pt>
    <dgm:pt modelId="{B43EFB13-7E68-4595-8111-802E39B79504}" type="sibTrans" cxnId="{E6650A06-02CD-4865-8224-91F5B2F25164}">
      <dgm:prSet/>
      <dgm:spPr/>
      <dgm:t>
        <a:bodyPr/>
        <a:lstStyle/>
        <a:p>
          <a:endParaRPr lang="en-US"/>
        </a:p>
      </dgm:t>
    </dgm:pt>
    <dgm:pt modelId="{55483795-DD53-42CC-8DC9-25023273B8D7}">
      <dgm:prSet/>
      <dgm:spPr/>
      <dgm:t>
        <a:bodyPr/>
        <a:lstStyle/>
        <a:p>
          <a:r>
            <a:rPr lang="en-GB"/>
            <a:t>Learn about the PERMA Model</a:t>
          </a:r>
          <a:endParaRPr lang="en-US"/>
        </a:p>
      </dgm:t>
    </dgm:pt>
    <dgm:pt modelId="{B2BAB4B8-6E52-42AE-8C9F-D15B18D120B1}" type="parTrans" cxnId="{F941AE36-D569-482B-83B8-08BA1CB767DA}">
      <dgm:prSet/>
      <dgm:spPr/>
      <dgm:t>
        <a:bodyPr/>
        <a:lstStyle/>
        <a:p>
          <a:endParaRPr lang="en-US"/>
        </a:p>
      </dgm:t>
    </dgm:pt>
    <dgm:pt modelId="{F1E48ED1-FE54-4B09-96E8-797EF5C05698}" type="sibTrans" cxnId="{F941AE36-D569-482B-83B8-08BA1CB767DA}">
      <dgm:prSet/>
      <dgm:spPr/>
      <dgm:t>
        <a:bodyPr/>
        <a:lstStyle/>
        <a:p>
          <a:endParaRPr lang="en-US"/>
        </a:p>
      </dgm:t>
    </dgm:pt>
    <dgm:pt modelId="{0CFB1C50-F2D1-4501-B82C-F025F21FECCC}">
      <dgm:prSet/>
      <dgm:spPr/>
      <dgm:t>
        <a:bodyPr/>
        <a:lstStyle/>
        <a:p>
          <a:r>
            <a:rPr lang="en-GB"/>
            <a:t>Explore Innate Predispositions for Joy</a:t>
          </a:r>
          <a:endParaRPr lang="en-US"/>
        </a:p>
      </dgm:t>
    </dgm:pt>
    <dgm:pt modelId="{EFEB24E6-FB97-48E3-9CA3-07BD326F7F9D}" type="parTrans" cxnId="{8ADA78A5-26F4-470D-8A65-7972554C4979}">
      <dgm:prSet/>
      <dgm:spPr/>
      <dgm:t>
        <a:bodyPr/>
        <a:lstStyle/>
        <a:p>
          <a:endParaRPr lang="en-US"/>
        </a:p>
      </dgm:t>
    </dgm:pt>
    <dgm:pt modelId="{D6E1EFBA-8A05-43CF-A454-354BDAD62128}" type="sibTrans" cxnId="{8ADA78A5-26F4-470D-8A65-7972554C4979}">
      <dgm:prSet/>
      <dgm:spPr/>
      <dgm:t>
        <a:bodyPr/>
        <a:lstStyle/>
        <a:p>
          <a:endParaRPr lang="en-US"/>
        </a:p>
      </dgm:t>
    </dgm:pt>
    <dgm:pt modelId="{F2D61EE3-8855-4002-8282-5BA8C6C86B64}">
      <dgm:prSet/>
      <dgm:spPr/>
      <dgm:t>
        <a:bodyPr/>
        <a:lstStyle/>
        <a:p>
          <a:r>
            <a:rPr lang="en-GB"/>
            <a:t>Participate in an Interactive Activity</a:t>
          </a:r>
          <a:endParaRPr lang="en-US"/>
        </a:p>
      </dgm:t>
    </dgm:pt>
    <dgm:pt modelId="{8C46E9F9-0ADE-4A12-AD07-2A877B088E81}" type="parTrans" cxnId="{E09209F2-CE8F-45CE-9D76-8FB2404F3F28}">
      <dgm:prSet/>
      <dgm:spPr/>
      <dgm:t>
        <a:bodyPr/>
        <a:lstStyle/>
        <a:p>
          <a:endParaRPr lang="en-US"/>
        </a:p>
      </dgm:t>
    </dgm:pt>
    <dgm:pt modelId="{F457EEDB-180A-4FA1-873D-ADFFAE759146}" type="sibTrans" cxnId="{E09209F2-CE8F-45CE-9D76-8FB2404F3F28}">
      <dgm:prSet/>
      <dgm:spPr/>
      <dgm:t>
        <a:bodyPr/>
        <a:lstStyle/>
        <a:p>
          <a:endParaRPr lang="en-US"/>
        </a:p>
      </dgm:t>
    </dgm:pt>
    <dgm:pt modelId="{D6AE398F-2BB6-440D-86B1-EB17FBBCD807}">
      <dgm:prSet/>
      <dgm:spPr/>
      <dgm:t>
        <a:bodyPr/>
        <a:lstStyle/>
        <a:p>
          <a:r>
            <a:rPr lang="en-GB"/>
            <a:t>Introduction to Appreciative Inquiry</a:t>
          </a:r>
          <a:endParaRPr lang="en-US"/>
        </a:p>
      </dgm:t>
    </dgm:pt>
    <dgm:pt modelId="{9395E061-DCF7-4582-ADB1-03A0AB3455CE}" type="parTrans" cxnId="{4BDAC005-0513-4090-86B5-E5F14F59A1DE}">
      <dgm:prSet/>
      <dgm:spPr/>
      <dgm:t>
        <a:bodyPr/>
        <a:lstStyle/>
        <a:p>
          <a:endParaRPr lang="en-US"/>
        </a:p>
      </dgm:t>
    </dgm:pt>
    <dgm:pt modelId="{E9FE7E23-A60E-4C30-B352-AB96E5C176E7}" type="sibTrans" cxnId="{4BDAC005-0513-4090-86B5-E5F14F59A1DE}">
      <dgm:prSet/>
      <dgm:spPr/>
      <dgm:t>
        <a:bodyPr/>
        <a:lstStyle/>
        <a:p>
          <a:endParaRPr lang="en-US"/>
        </a:p>
      </dgm:t>
    </dgm:pt>
    <dgm:pt modelId="{EFB778FE-77A5-47FB-A1A7-6E8D63D2A43B}">
      <dgm:prSet/>
      <dgm:spPr/>
      <dgm:t>
        <a:bodyPr/>
        <a:lstStyle/>
        <a:p>
          <a:r>
            <a:rPr lang="en-GB"/>
            <a:t>Further Reading and Resources</a:t>
          </a:r>
          <a:endParaRPr lang="en-US"/>
        </a:p>
      </dgm:t>
    </dgm:pt>
    <dgm:pt modelId="{31316AC3-01C6-4353-93CF-AFF0499B9687}" type="parTrans" cxnId="{419926A9-2DF4-4FC0-BDB3-3DB5B2D88515}">
      <dgm:prSet/>
      <dgm:spPr/>
      <dgm:t>
        <a:bodyPr/>
        <a:lstStyle/>
        <a:p>
          <a:endParaRPr lang="en-US"/>
        </a:p>
      </dgm:t>
    </dgm:pt>
    <dgm:pt modelId="{1AC6E426-F48E-43AD-AADA-6793C4B0F0DA}" type="sibTrans" cxnId="{419926A9-2DF4-4FC0-BDB3-3DB5B2D88515}">
      <dgm:prSet/>
      <dgm:spPr/>
      <dgm:t>
        <a:bodyPr/>
        <a:lstStyle/>
        <a:p>
          <a:endParaRPr lang="en-US"/>
        </a:p>
      </dgm:t>
    </dgm:pt>
    <dgm:pt modelId="{CED629F3-D1FA-4E77-9B13-3434B00D6ACF}" type="pres">
      <dgm:prSet presAssocID="{B5493038-2251-4008-8F52-A9E0DF8975F8}" presName="root" presStyleCnt="0">
        <dgm:presLayoutVars>
          <dgm:dir/>
          <dgm:resizeHandles val="exact"/>
        </dgm:presLayoutVars>
      </dgm:prSet>
      <dgm:spPr/>
    </dgm:pt>
    <dgm:pt modelId="{670B4D99-FF15-41E3-AC64-1FCAA82617D1}" type="pres">
      <dgm:prSet presAssocID="{B2FD493D-ED62-43BA-86AF-38936FC9B2B3}" presName="compNode" presStyleCnt="0"/>
      <dgm:spPr/>
    </dgm:pt>
    <dgm:pt modelId="{8B0CF5E7-4E37-4683-B71E-7A049C6A7EB7}" type="pres">
      <dgm:prSet presAssocID="{B2FD493D-ED62-43BA-86AF-38936FC9B2B3}" presName="bgRect" presStyleLbl="bgShp" presStyleIdx="0" presStyleCnt="6"/>
      <dgm:spPr/>
    </dgm:pt>
    <dgm:pt modelId="{89AB0063-AC26-498B-97E0-B6300A1758AF}" type="pres">
      <dgm:prSet presAssocID="{B2FD493D-ED62-43BA-86AF-38936FC9B2B3}"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ain in head"/>
        </a:ext>
      </dgm:extLst>
    </dgm:pt>
    <dgm:pt modelId="{3069775E-B80B-42B3-BA8D-4841E25AE84F}" type="pres">
      <dgm:prSet presAssocID="{B2FD493D-ED62-43BA-86AF-38936FC9B2B3}" presName="spaceRect" presStyleCnt="0"/>
      <dgm:spPr/>
    </dgm:pt>
    <dgm:pt modelId="{92F10925-2D90-4A0C-9E0F-C540A8B16601}" type="pres">
      <dgm:prSet presAssocID="{B2FD493D-ED62-43BA-86AF-38936FC9B2B3}" presName="parTx" presStyleLbl="revTx" presStyleIdx="0" presStyleCnt="6">
        <dgm:presLayoutVars>
          <dgm:chMax val="0"/>
          <dgm:chPref val="0"/>
        </dgm:presLayoutVars>
      </dgm:prSet>
      <dgm:spPr/>
    </dgm:pt>
    <dgm:pt modelId="{40590F93-66C2-495E-9194-E694B96EBF46}" type="pres">
      <dgm:prSet presAssocID="{B43EFB13-7E68-4595-8111-802E39B79504}" presName="sibTrans" presStyleCnt="0"/>
      <dgm:spPr/>
    </dgm:pt>
    <dgm:pt modelId="{9794C0B7-85F3-48C9-A460-93F3D7C9F344}" type="pres">
      <dgm:prSet presAssocID="{55483795-DD53-42CC-8DC9-25023273B8D7}" presName="compNode" presStyleCnt="0"/>
      <dgm:spPr/>
    </dgm:pt>
    <dgm:pt modelId="{11829D38-D027-4A1A-BCB4-5459EDD96097}" type="pres">
      <dgm:prSet presAssocID="{55483795-DD53-42CC-8DC9-25023273B8D7}" presName="bgRect" presStyleLbl="bgShp" presStyleIdx="1" presStyleCnt="6"/>
      <dgm:spPr/>
    </dgm:pt>
    <dgm:pt modelId="{72982F05-EF0B-419B-8142-1F993F2939F9}" type="pres">
      <dgm:prSet presAssocID="{55483795-DD53-42CC-8DC9-25023273B8D7}"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1DD5CED2-973D-4E59-8D52-BDE55B7F04C1}" type="pres">
      <dgm:prSet presAssocID="{55483795-DD53-42CC-8DC9-25023273B8D7}" presName="spaceRect" presStyleCnt="0"/>
      <dgm:spPr/>
    </dgm:pt>
    <dgm:pt modelId="{D1266B42-8097-4842-9A45-BE0915F4A437}" type="pres">
      <dgm:prSet presAssocID="{55483795-DD53-42CC-8DC9-25023273B8D7}" presName="parTx" presStyleLbl="revTx" presStyleIdx="1" presStyleCnt="6">
        <dgm:presLayoutVars>
          <dgm:chMax val="0"/>
          <dgm:chPref val="0"/>
        </dgm:presLayoutVars>
      </dgm:prSet>
      <dgm:spPr/>
    </dgm:pt>
    <dgm:pt modelId="{065E8B5B-180F-4923-A569-F967390EFC49}" type="pres">
      <dgm:prSet presAssocID="{F1E48ED1-FE54-4B09-96E8-797EF5C05698}" presName="sibTrans" presStyleCnt="0"/>
      <dgm:spPr/>
    </dgm:pt>
    <dgm:pt modelId="{8B21FADD-569F-4D4D-95D3-8B067AD3EE18}" type="pres">
      <dgm:prSet presAssocID="{0CFB1C50-F2D1-4501-B82C-F025F21FECCC}" presName="compNode" presStyleCnt="0"/>
      <dgm:spPr/>
    </dgm:pt>
    <dgm:pt modelId="{79B5CC38-74B1-4AB7-BF3F-24E2D4AB884E}" type="pres">
      <dgm:prSet presAssocID="{0CFB1C50-F2D1-4501-B82C-F025F21FECCC}" presName="bgRect" presStyleLbl="bgShp" presStyleIdx="2" presStyleCnt="6"/>
      <dgm:spPr/>
    </dgm:pt>
    <dgm:pt modelId="{D4D769CE-CAD9-49A4-A2C8-DE11C33F4347}" type="pres">
      <dgm:prSet presAssocID="{0CFB1C50-F2D1-4501-B82C-F025F21FECCC}"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rt"/>
        </a:ext>
      </dgm:extLst>
    </dgm:pt>
    <dgm:pt modelId="{AAE7AF5A-88B3-45C4-9D5C-C665393F4BF8}" type="pres">
      <dgm:prSet presAssocID="{0CFB1C50-F2D1-4501-B82C-F025F21FECCC}" presName="spaceRect" presStyleCnt="0"/>
      <dgm:spPr/>
    </dgm:pt>
    <dgm:pt modelId="{20F24B84-3602-4F13-908C-95BEA9AD2B4C}" type="pres">
      <dgm:prSet presAssocID="{0CFB1C50-F2D1-4501-B82C-F025F21FECCC}" presName="parTx" presStyleLbl="revTx" presStyleIdx="2" presStyleCnt="6">
        <dgm:presLayoutVars>
          <dgm:chMax val="0"/>
          <dgm:chPref val="0"/>
        </dgm:presLayoutVars>
      </dgm:prSet>
      <dgm:spPr/>
    </dgm:pt>
    <dgm:pt modelId="{2F0DD4FB-C9DF-4B98-A080-2B16F2FD6CDE}" type="pres">
      <dgm:prSet presAssocID="{D6E1EFBA-8A05-43CF-A454-354BDAD62128}" presName="sibTrans" presStyleCnt="0"/>
      <dgm:spPr/>
    </dgm:pt>
    <dgm:pt modelId="{27860A7C-8B11-4F22-8470-43FB7D152A2F}" type="pres">
      <dgm:prSet presAssocID="{F2D61EE3-8855-4002-8282-5BA8C6C86B64}" presName="compNode" presStyleCnt="0"/>
      <dgm:spPr/>
    </dgm:pt>
    <dgm:pt modelId="{9D1EF035-EC21-4926-B43A-BB1447730D53}" type="pres">
      <dgm:prSet presAssocID="{F2D61EE3-8855-4002-8282-5BA8C6C86B64}" presName="bgRect" presStyleLbl="bgShp" presStyleIdx="3" presStyleCnt="6"/>
      <dgm:spPr/>
    </dgm:pt>
    <dgm:pt modelId="{98A14FD8-05FE-429F-BFD5-EE863B3F2930}" type="pres">
      <dgm:prSet presAssocID="{F2D61EE3-8855-4002-8282-5BA8C6C86B64}"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sers"/>
        </a:ext>
      </dgm:extLst>
    </dgm:pt>
    <dgm:pt modelId="{12AD92AD-57E1-4817-A9E6-1DFAE6984A97}" type="pres">
      <dgm:prSet presAssocID="{F2D61EE3-8855-4002-8282-5BA8C6C86B64}" presName="spaceRect" presStyleCnt="0"/>
      <dgm:spPr/>
    </dgm:pt>
    <dgm:pt modelId="{17765738-B0DB-48FC-9480-7E1FB91F28FC}" type="pres">
      <dgm:prSet presAssocID="{F2D61EE3-8855-4002-8282-5BA8C6C86B64}" presName="parTx" presStyleLbl="revTx" presStyleIdx="3" presStyleCnt="6">
        <dgm:presLayoutVars>
          <dgm:chMax val="0"/>
          <dgm:chPref val="0"/>
        </dgm:presLayoutVars>
      </dgm:prSet>
      <dgm:spPr/>
    </dgm:pt>
    <dgm:pt modelId="{737A335A-7356-471B-99D8-77CDE0F9CE34}" type="pres">
      <dgm:prSet presAssocID="{F457EEDB-180A-4FA1-873D-ADFFAE759146}" presName="sibTrans" presStyleCnt="0"/>
      <dgm:spPr/>
    </dgm:pt>
    <dgm:pt modelId="{890B275B-9CCC-4CE9-9804-0872ED344071}" type="pres">
      <dgm:prSet presAssocID="{D6AE398F-2BB6-440D-86B1-EB17FBBCD807}" presName="compNode" presStyleCnt="0"/>
      <dgm:spPr/>
    </dgm:pt>
    <dgm:pt modelId="{B0DB5C01-2009-462A-8231-2C05B8B0B9AD}" type="pres">
      <dgm:prSet presAssocID="{D6AE398F-2BB6-440D-86B1-EB17FBBCD807}" presName="bgRect" presStyleLbl="bgShp" presStyleIdx="4" presStyleCnt="6"/>
      <dgm:spPr/>
    </dgm:pt>
    <dgm:pt modelId="{757DD318-289A-4571-A561-01ED12261AFD}" type="pres">
      <dgm:prSet presAssocID="{D6AE398F-2BB6-440D-86B1-EB17FBBCD807}"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Help"/>
        </a:ext>
      </dgm:extLst>
    </dgm:pt>
    <dgm:pt modelId="{39469BB2-B7FD-41DB-B3E3-811E5B1CF39D}" type="pres">
      <dgm:prSet presAssocID="{D6AE398F-2BB6-440D-86B1-EB17FBBCD807}" presName="spaceRect" presStyleCnt="0"/>
      <dgm:spPr/>
    </dgm:pt>
    <dgm:pt modelId="{A42D3808-FA7F-42B6-9871-AEB791FD382D}" type="pres">
      <dgm:prSet presAssocID="{D6AE398F-2BB6-440D-86B1-EB17FBBCD807}" presName="parTx" presStyleLbl="revTx" presStyleIdx="4" presStyleCnt="6">
        <dgm:presLayoutVars>
          <dgm:chMax val="0"/>
          <dgm:chPref val="0"/>
        </dgm:presLayoutVars>
      </dgm:prSet>
      <dgm:spPr/>
    </dgm:pt>
    <dgm:pt modelId="{18BBC5B8-F305-42BC-8CA3-6F091DC502A3}" type="pres">
      <dgm:prSet presAssocID="{E9FE7E23-A60E-4C30-B352-AB96E5C176E7}" presName="sibTrans" presStyleCnt="0"/>
      <dgm:spPr/>
    </dgm:pt>
    <dgm:pt modelId="{34B0585F-BE8E-4E32-9B9F-A27298AF0C98}" type="pres">
      <dgm:prSet presAssocID="{EFB778FE-77A5-47FB-A1A7-6E8D63D2A43B}" presName="compNode" presStyleCnt="0"/>
      <dgm:spPr/>
    </dgm:pt>
    <dgm:pt modelId="{83CF001E-091D-44B8-900D-623E5180F852}" type="pres">
      <dgm:prSet presAssocID="{EFB778FE-77A5-47FB-A1A7-6E8D63D2A43B}" presName="bgRect" presStyleLbl="bgShp" presStyleIdx="5" presStyleCnt="6"/>
      <dgm:spPr/>
    </dgm:pt>
    <dgm:pt modelId="{D51FE470-E269-4DC7-AC36-4B068A7DA2DF}" type="pres">
      <dgm:prSet presAssocID="{EFB778FE-77A5-47FB-A1A7-6E8D63D2A43B}"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Books"/>
        </a:ext>
      </dgm:extLst>
    </dgm:pt>
    <dgm:pt modelId="{55568941-0491-4CEE-955F-3268071BAB8F}" type="pres">
      <dgm:prSet presAssocID="{EFB778FE-77A5-47FB-A1A7-6E8D63D2A43B}" presName="spaceRect" presStyleCnt="0"/>
      <dgm:spPr/>
    </dgm:pt>
    <dgm:pt modelId="{0EE4A2BF-8E47-49B0-A824-B7F24F616601}" type="pres">
      <dgm:prSet presAssocID="{EFB778FE-77A5-47FB-A1A7-6E8D63D2A43B}" presName="parTx" presStyleLbl="revTx" presStyleIdx="5" presStyleCnt="6">
        <dgm:presLayoutVars>
          <dgm:chMax val="0"/>
          <dgm:chPref val="0"/>
        </dgm:presLayoutVars>
      </dgm:prSet>
      <dgm:spPr/>
    </dgm:pt>
  </dgm:ptLst>
  <dgm:cxnLst>
    <dgm:cxn modelId="{4BDAC005-0513-4090-86B5-E5F14F59A1DE}" srcId="{B5493038-2251-4008-8F52-A9E0DF8975F8}" destId="{D6AE398F-2BB6-440D-86B1-EB17FBBCD807}" srcOrd="4" destOrd="0" parTransId="{9395E061-DCF7-4582-ADB1-03A0AB3455CE}" sibTransId="{E9FE7E23-A60E-4C30-B352-AB96E5C176E7}"/>
    <dgm:cxn modelId="{E6650A06-02CD-4865-8224-91F5B2F25164}" srcId="{B5493038-2251-4008-8F52-A9E0DF8975F8}" destId="{B2FD493D-ED62-43BA-86AF-38936FC9B2B3}" srcOrd="0" destOrd="0" parTransId="{8AF6727C-5266-40C7-8E15-339389762927}" sibTransId="{B43EFB13-7E68-4595-8111-802E39B79504}"/>
    <dgm:cxn modelId="{BE84771C-3255-43FA-9626-29DCB8853810}" type="presOf" srcId="{55483795-DD53-42CC-8DC9-25023273B8D7}" destId="{D1266B42-8097-4842-9A45-BE0915F4A437}" srcOrd="0" destOrd="0" presId="urn:microsoft.com/office/officeart/2018/2/layout/IconVerticalSolidList"/>
    <dgm:cxn modelId="{B1797D1E-8ABB-4A73-89A6-68B49AA909B5}" type="presOf" srcId="{D6AE398F-2BB6-440D-86B1-EB17FBBCD807}" destId="{A42D3808-FA7F-42B6-9871-AEB791FD382D}" srcOrd="0" destOrd="0" presId="urn:microsoft.com/office/officeart/2018/2/layout/IconVerticalSolidList"/>
    <dgm:cxn modelId="{36F5CB32-5B49-4F2A-A27F-B10DD23AE35D}" type="presOf" srcId="{B2FD493D-ED62-43BA-86AF-38936FC9B2B3}" destId="{92F10925-2D90-4A0C-9E0F-C540A8B16601}" srcOrd="0" destOrd="0" presId="urn:microsoft.com/office/officeart/2018/2/layout/IconVerticalSolidList"/>
    <dgm:cxn modelId="{F941AE36-D569-482B-83B8-08BA1CB767DA}" srcId="{B5493038-2251-4008-8F52-A9E0DF8975F8}" destId="{55483795-DD53-42CC-8DC9-25023273B8D7}" srcOrd="1" destOrd="0" parTransId="{B2BAB4B8-6E52-42AE-8C9F-D15B18D120B1}" sibTransId="{F1E48ED1-FE54-4B09-96E8-797EF5C05698}"/>
    <dgm:cxn modelId="{175C1271-06DB-46D8-AF90-AD2289BBD8C9}" type="presOf" srcId="{F2D61EE3-8855-4002-8282-5BA8C6C86B64}" destId="{17765738-B0DB-48FC-9480-7E1FB91F28FC}" srcOrd="0" destOrd="0" presId="urn:microsoft.com/office/officeart/2018/2/layout/IconVerticalSolidList"/>
    <dgm:cxn modelId="{63D1335A-D8C6-4750-A188-71724A8BC27B}" type="presOf" srcId="{B5493038-2251-4008-8F52-A9E0DF8975F8}" destId="{CED629F3-D1FA-4E77-9B13-3434B00D6ACF}" srcOrd="0" destOrd="0" presId="urn:microsoft.com/office/officeart/2018/2/layout/IconVerticalSolidList"/>
    <dgm:cxn modelId="{8ADA78A5-26F4-470D-8A65-7972554C4979}" srcId="{B5493038-2251-4008-8F52-A9E0DF8975F8}" destId="{0CFB1C50-F2D1-4501-B82C-F025F21FECCC}" srcOrd="2" destOrd="0" parTransId="{EFEB24E6-FB97-48E3-9CA3-07BD326F7F9D}" sibTransId="{D6E1EFBA-8A05-43CF-A454-354BDAD62128}"/>
    <dgm:cxn modelId="{419926A9-2DF4-4FC0-BDB3-3DB5B2D88515}" srcId="{B5493038-2251-4008-8F52-A9E0DF8975F8}" destId="{EFB778FE-77A5-47FB-A1A7-6E8D63D2A43B}" srcOrd="5" destOrd="0" parTransId="{31316AC3-01C6-4353-93CF-AFF0499B9687}" sibTransId="{1AC6E426-F48E-43AD-AADA-6793C4B0F0DA}"/>
    <dgm:cxn modelId="{73D719B2-92FD-4809-B962-3B71B612A0C8}" type="presOf" srcId="{0CFB1C50-F2D1-4501-B82C-F025F21FECCC}" destId="{20F24B84-3602-4F13-908C-95BEA9AD2B4C}" srcOrd="0" destOrd="0" presId="urn:microsoft.com/office/officeart/2018/2/layout/IconVerticalSolidList"/>
    <dgm:cxn modelId="{20FC5DF1-27DB-4F6A-8980-8BF1AB01E5E3}" type="presOf" srcId="{EFB778FE-77A5-47FB-A1A7-6E8D63D2A43B}" destId="{0EE4A2BF-8E47-49B0-A824-B7F24F616601}" srcOrd="0" destOrd="0" presId="urn:microsoft.com/office/officeart/2018/2/layout/IconVerticalSolidList"/>
    <dgm:cxn modelId="{E09209F2-CE8F-45CE-9D76-8FB2404F3F28}" srcId="{B5493038-2251-4008-8F52-A9E0DF8975F8}" destId="{F2D61EE3-8855-4002-8282-5BA8C6C86B64}" srcOrd="3" destOrd="0" parTransId="{8C46E9F9-0ADE-4A12-AD07-2A877B088E81}" sibTransId="{F457EEDB-180A-4FA1-873D-ADFFAE759146}"/>
    <dgm:cxn modelId="{B4389064-DFB8-43C3-A54D-ADDC5B8B1598}" type="presParOf" srcId="{CED629F3-D1FA-4E77-9B13-3434B00D6ACF}" destId="{670B4D99-FF15-41E3-AC64-1FCAA82617D1}" srcOrd="0" destOrd="0" presId="urn:microsoft.com/office/officeart/2018/2/layout/IconVerticalSolidList"/>
    <dgm:cxn modelId="{08E8264B-93C7-473D-83FD-90B1040C2E4D}" type="presParOf" srcId="{670B4D99-FF15-41E3-AC64-1FCAA82617D1}" destId="{8B0CF5E7-4E37-4683-B71E-7A049C6A7EB7}" srcOrd="0" destOrd="0" presId="urn:microsoft.com/office/officeart/2018/2/layout/IconVerticalSolidList"/>
    <dgm:cxn modelId="{6C329795-904B-4DA3-BC26-F1616DF2CB02}" type="presParOf" srcId="{670B4D99-FF15-41E3-AC64-1FCAA82617D1}" destId="{89AB0063-AC26-498B-97E0-B6300A1758AF}" srcOrd="1" destOrd="0" presId="urn:microsoft.com/office/officeart/2018/2/layout/IconVerticalSolidList"/>
    <dgm:cxn modelId="{AE794EFE-7FA2-4811-9420-5985F11840EE}" type="presParOf" srcId="{670B4D99-FF15-41E3-AC64-1FCAA82617D1}" destId="{3069775E-B80B-42B3-BA8D-4841E25AE84F}" srcOrd="2" destOrd="0" presId="urn:microsoft.com/office/officeart/2018/2/layout/IconVerticalSolidList"/>
    <dgm:cxn modelId="{6F3E213E-04E4-47D4-86BC-C74239F5EBDF}" type="presParOf" srcId="{670B4D99-FF15-41E3-AC64-1FCAA82617D1}" destId="{92F10925-2D90-4A0C-9E0F-C540A8B16601}" srcOrd="3" destOrd="0" presId="urn:microsoft.com/office/officeart/2018/2/layout/IconVerticalSolidList"/>
    <dgm:cxn modelId="{0C0CB753-E7C2-407A-8DD7-1DB72B32BE2A}" type="presParOf" srcId="{CED629F3-D1FA-4E77-9B13-3434B00D6ACF}" destId="{40590F93-66C2-495E-9194-E694B96EBF46}" srcOrd="1" destOrd="0" presId="urn:microsoft.com/office/officeart/2018/2/layout/IconVerticalSolidList"/>
    <dgm:cxn modelId="{5FD7BCF5-EE84-45D1-BC15-685C10503B5A}" type="presParOf" srcId="{CED629F3-D1FA-4E77-9B13-3434B00D6ACF}" destId="{9794C0B7-85F3-48C9-A460-93F3D7C9F344}" srcOrd="2" destOrd="0" presId="urn:microsoft.com/office/officeart/2018/2/layout/IconVerticalSolidList"/>
    <dgm:cxn modelId="{F9B1872A-0E0E-4C32-8B3C-95C83619A92C}" type="presParOf" srcId="{9794C0B7-85F3-48C9-A460-93F3D7C9F344}" destId="{11829D38-D027-4A1A-BCB4-5459EDD96097}" srcOrd="0" destOrd="0" presId="urn:microsoft.com/office/officeart/2018/2/layout/IconVerticalSolidList"/>
    <dgm:cxn modelId="{E754FE37-3D5C-4F86-BAA2-F44C3C458DFA}" type="presParOf" srcId="{9794C0B7-85F3-48C9-A460-93F3D7C9F344}" destId="{72982F05-EF0B-419B-8142-1F993F2939F9}" srcOrd="1" destOrd="0" presId="urn:microsoft.com/office/officeart/2018/2/layout/IconVerticalSolidList"/>
    <dgm:cxn modelId="{9AB83A3D-2B5D-4A1E-9F1D-E1F2224B4D90}" type="presParOf" srcId="{9794C0B7-85F3-48C9-A460-93F3D7C9F344}" destId="{1DD5CED2-973D-4E59-8D52-BDE55B7F04C1}" srcOrd="2" destOrd="0" presId="urn:microsoft.com/office/officeart/2018/2/layout/IconVerticalSolidList"/>
    <dgm:cxn modelId="{D83FFB4A-E08D-4492-8989-59551293D88D}" type="presParOf" srcId="{9794C0B7-85F3-48C9-A460-93F3D7C9F344}" destId="{D1266B42-8097-4842-9A45-BE0915F4A437}" srcOrd="3" destOrd="0" presId="urn:microsoft.com/office/officeart/2018/2/layout/IconVerticalSolidList"/>
    <dgm:cxn modelId="{024D3DD2-4CD7-48C9-AD29-B59675E1C40C}" type="presParOf" srcId="{CED629F3-D1FA-4E77-9B13-3434B00D6ACF}" destId="{065E8B5B-180F-4923-A569-F967390EFC49}" srcOrd="3" destOrd="0" presId="urn:microsoft.com/office/officeart/2018/2/layout/IconVerticalSolidList"/>
    <dgm:cxn modelId="{257B9882-A755-465A-B218-64536756FD29}" type="presParOf" srcId="{CED629F3-D1FA-4E77-9B13-3434B00D6ACF}" destId="{8B21FADD-569F-4D4D-95D3-8B067AD3EE18}" srcOrd="4" destOrd="0" presId="urn:microsoft.com/office/officeart/2018/2/layout/IconVerticalSolidList"/>
    <dgm:cxn modelId="{6FA72DC1-CB3C-449A-9FC1-88D1CB622B33}" type="presParOf" srcId="{8B21FADD-569F-4D4D-95D3-8B067AD3EE18}" destId="{79B5CC38-74B1-4AB7-BF3F-24E2D4AB884E}" srcOrd="0" destOrd="0" presId="urn:microsoft.com/office/officeart/2018/2/layout/IconVerticalSolidList"/>
    <dgm:cxn modelId="{A1CBDBBC-B504-4710-95F5-CD9C5A7D0139}" type="presParOf" srcId="{8B21FADD-569F-4D4D-95D3-8B067AD3EE18}" destId="{D4D769CE-CAD9-49A4-A2C8-DE11C33F4347}" srcOrd="1" destOrd="0" presId="urn:microsoft.com/office/officeart/2018/2/layout/IconVerticalSolidList"/>
    <dgm:cxn modelId="{B6AE353B-27B5-4E76-900B-FE0C94222217}" type="presParOf" srcId="{8B21FADD-569F-4D4D-95D3-8B067AD3EE18}" destId="{AAE7AF5A-88B3-45C4-9D5C-C665393F4BF8}" srcOrd="2" destOrd="0" presId="urn:microsoft.com/office/officeart/2018/2/layout/IconVerticalSolidList"/>
    <dgm:cxn modelId="{AD8CE673-DCCA-4434-BD31-D115763CB5DD}" type="presParOf" srcId="{8B21FADD-569F-4D4D-95D3-8B067AD3EE18}" destId="{20F24B84-3602-4F13-908C-95BEA9AD2B4C}" srcOrd="3" destOrd="0" presId="urn:microsoft.com/office/officeart/2018/2/layout/IconVerticalSolidList"/>
    <dgm:cxn modelId="{36C47A76-5F3D-4A8E-B5FB-CC0A4BE94ECC}" type="presParOf" srcId="{CED629F3-D1FA-4E77-9B13-3434B00D6ACF}" destId="{2F0DD4FB-C9DF-4B98-A080-2B16F2FD6CDE}" srcOrd="5" destOrd="0" presId="urn:microsoft.com/office/officeart/2018/2/layout/IconVerticalSolidList"/>
    <dgm:cxn modelId="{9EFE18C7-FFDA-47A6-BBC8-7F88D0FDF18E}" type="presParOf" srcId="{CED629F3-D1FA-4E77-9B13-3434B00D6ACF}" destId="{27860A7C-8B11-4F22-8470-43FB7D152A2F}" srcOrd="6" destOrd="0" presId="urn:microsoft.com/office/officeart/2018/2/layout/IconVerticalSolidList"/>
    <dgm:cxn modelId="{BDFE4E45-FD46-44EE-AFAB-4F93D6B55DB0}" type="presParOf" srcId="{27860A7C-8B11-4F22-8470-43FB7D152A2F}" destId="{9D1EF035-EC21-4926-B43A-BB1447730D53}" srcOrd="0" destOrd="0" presId="urn:microsoft.com/office/officeart/2018/2/layout/IconVerticalSolidList"/>
    <dgm:cxn modelId="{6AC9D330-FFB0-4667-8716-E90A417836C6}" type="presParOf" srcId="{27860A7C-8B11-4F22-8470-43FB7D152A2F}" destId="{98A14FD8-05FE-429F-BFD5-EE863B3F2930}" srcOrd="1" destOrd="0" presId="urn:microsoft.com/office/officeart/2018/2/layout/IconVerticalSolidList"/>
    <dgm:cxn modelId="{F48F92A6-42F3-41F9-BABC-2D5288EA7D49}" type="presParOf" srcId="{27860A7C-8B11-4F22-8470-43FB7D152A2F}" destId="{12AD92AD-57E1-4817-A9E6-1DFAE6984A97}" srcOrd="2" destOrd="0" presId="urn:microsoft.com/office/officeart/2018/2/layout/IconVerticalSolidList"/>
    <dgm:cxn modelId="{68C8053D-39FC-494F-B9D6-C9F40496172F}" type="presParOf" srcId="{27860A7C-8B11-4F22-8470-43FB7D152A2F}" destId="{17765738-B0DB-48FC-9480-7E1FB91F28FC}" srcOrd="3" destOrd="0" presId="urn:microsoft.com/office/officeart/2018/2/layout/IconVerticalSolidList"/>
    <dgm:cxn modelId="{CB2F8383-37F6-43B7-9A42-9A27622F7277}" type="presParOf" srcId="{CED629F3-D1FA-4E77-9B13-3434B00D6ACF}" destId="{737A335A-7356-471B-99D8-77CDE0F9CE34}" srcOrd="7" destOrd="0" presId="urn:microsoft.com/office/officeart/2018/2/layout/IconVerticalSolidList"/>
    <dgm:cxn modelId="{22924520-30D9-4EBC-974E-F282C2C3A0B1}" type="presParOf" srcId="{CED629F3-D1FA-4E77-9B13-3434B00D6ACF}" destId="{890B275B-9CCC-4CE9-9804-0872ED344071}" srcOrd="8" destOrd="0" presId="urn:microsoft.com/office/officeart/2018/2/layout/IconVerticalSolidList"/>
    <dgm:cxn modelId="{12D7314D-54D5-4028-BF7B-28D2C0205411}" type="presParOf" srcId="{890B275B-9CCC-4CE9-9804-0872ED344071}" destId="{B0DB5C01-2009-462A-8231-2C05B8B0B9AD}" srcOrd="0" destOrd="0" presId="urn:microsoft.com/office/officeart/2018/2/layout/IconVerticalSolidList"/>
    <dgm:cxn modelId="{0F471A7F-ACF4-4E5E-BAED-08136D5ACB3A}" type="presParOf" srcId="{890B275B-9CCC-4CE9-9804-0872ED344071}" destId="{757DD318-289A-4571-A561-01ED12261AFD}" srcOrd="1" destOrd="0" presId="urn:microsoft.com/office/officeart/2018/2/layout/IconVerticalSolidList"/>
    <dgm:cxn modelId="{629F503E-075D-46C8-B8D3-5DCFCEB9BBD4}" type="presParOf" srcId="{890B275B-9CCC-4CE9-9804-0872ED344071}" destId="{39469BB2-B7FD-41DB-B3E3-811E5B1CF39D}" srcOrd="2" destOrd="0" presId="urn:microsoft.com/office/officeart/2018/2/layout/IconVerticalSolidList"/>
    <dgm:cxn modelId="{EF3E772F-B115-48AE-AC8A-E1C81348101E}" type="presParOf" srcId="{890B275B-9CCC-4CE9-9804-0872ED344071}" destId="{A42D3808-FA7F-42B6-9871-AEB791FD382D}" srcOrd="3" destOrd="0" presId="urn:microsoft.com/office/officeart/2018/2/layout/IconVerticalSolidList"/>
    <dgm:cxn modelId="{7A65DC83-7523-4DF0-BC81-D0963AF3800D}" type="presParOf" srcId="{CED629F3-D1FA-4E77-9B13-3434B00D6ACF}" destId="{18BBC5B8-F305-42BC-8CA3-6F091DC502A3}" srcOrd="9" destOrd="0" presId="urn:microsoft.com/office/officeart/2018/2/layout/IconVerticalSolidList"/>
    <dgm:cxn modelId="{4BCFCFF0-22B7-4311-ABC5-566CA390497B}" type="presParOf" srcId="{CED629F3-D1FA-4E77-9B13-3434B00D6ACF}" destId="{34B0585F-BE8E-4E32-9B9F-A27298AF0C98}" srcOrd="10" destOrd="0" presId="urn:microsoft.com/office/officeart/2018/2/layout/IconVerticalSolidList"/>
    <dgm:cxn modelId="{35FFFE0E-F517-49E0-BE19-BC62BCBFD0A6}" type="presParOf" srcId="{34B0585F-BE8E-4E32-9B9F-A27298AF0C98}" destId="{83CF001E-091D-44B8-900D-623E5180F852}" srcOrd="0" destOrd="0" presId="urn:microsoft.com/office/officeart/2018/2/layout/IconVerticalSolidList"/>
    <dgm:cxn modelId="{6D04EF49-9E35-42B1-A931-F7E0350E83A2}" type="presParOf" srcId="{34B0585F-BE8E-4E32-9B9F-A27298AF0C98}" destId="{D51FE470-E269-4DC7-AC36-4B068A7DA2DF}" srcOrd="1" destOrd="0" presId="urn:microsoft.com/office/officeart/2018/2/layout/IconVerticalSolidList"/>
    <dgm:cxn modelId="{85C79B32-7CF3-4C0E-82BE-179010B51D08}" type="presParOf" srcId="{34B0585F-BE8E-4E32-9B9F-A27298AF0C98}" destId="{55568941-0491-4CEE-955F-3268071BAB8F}" srcOrd="2" destOrd="0" presId="urn:microsoft.com/office/officeart/2018/2/layout/IconVerticalSolidList"/>
    <dgm:cxn modelId="{4BCBDC97-13E3-4313-B64C-13E2CBC4DDCF}" type="presParOf" srcId="{34B0585F-BE8E-4E32-9B9F-A27298AF0C98}" destId="{0EE4A2BF-8E47-49B0-A824-B7F24F61660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11A9273-638E-408A-8506-06F85FBC0EC1}" type="doc">
      <dgm:prSet loTypeId="urn:microsoft.com/office/officeart/2005/8/layout/default" loCatId="list" qsTypeId="urn:microsoft.com/office/officeart/2005/8/quickstyle/simple1" qsCatId="simple" csTypeId="urn:microsoft.com/office/officeart/2005/8/colors/accent2_2" csCatId="accent2"/>
      <dgm:spPr/>
      <dgm:t>
        <a:bodyPr/>
        <a:lstStyle/>
        <a:p>
          <a:endParaRPr lang="en-US"/>
        </a:p>
      </dgm:t>
    </dgm:pt>
    <dgm:pt modelId="{BC938A5E-C878-437B-90CA-1F5D08D70C59}">
      <dgm:prSet/>
      <dgm:spPr/>
      <dgm:t>
        <a:bodyPr/>
        <a:lstStyle/>
        <a:p>
          <a:r>
            <a:rPr lang="en-GB"/>
            <a:t>The Juggling Act: Responsibilities and Stresses</a:t>
          </a:r>
          <a:endParaRPr lang="en-US"/>
        </a:p>
      </dgm:t>
    </dgm:pt>
    <dgm:pt modelId="{5C9A7570-8A05-4A37-8C53-8A11713DB867}" type="parTrans" cxnId="{E3A3DBA5-7CAB-4ACF-A133-B2DFCE1301E1}">
      <dgm:prSet/>
      <dgm:spPr/>
      <dgm:t>
        <a:bodyPr/>
        <a:lstStyle/>
        <a:p>
          <a:endParaRPr lang="en-US"/>
        </a:p>
      </dgm:t>
    </dgm:pt>
    <dgm:pt modelId="{816B296D-1DAA-4CBB-94F5-3FCFE098D361}" type="sibTrans" cxnId="{E3A3DBA5-7CAB-4ACF-A133-B2DFCE1301E1}">
      <dgm:prSet/>
      <dgm:spPr/>
      <dgm:t>
        <a:bodyPr/>
        <a:lstStyle/>
        <a:p>
          <a:endParaRPr lang="en-US"/>
        </a:p>
      </dgm:t>
    </dgm:pt>
    <dgm:pt modelId="{7C44BBCE-9D78-41DE-A04F-CD84D77ACCC6}">
      <dgm:prSet/>
      <dgm:spPr/>
      <dgm:t>
        <a:bodyPr/>
        <a:lstStyle/>
        <a:p>
          <a:r>
            <a:rPr lang="en-GB"/>
            <a:t>Impact on Teachers and Students</a:t>
          </a:r>
          <a:endParaRPr lang="en-US"/>
        </a:p>
      </dgm:t>
    </dgm:pt>
    <dgm:pt modelId="{3A54EE40-D28E-4850-AEDB-EB5D434611FC}" type="parTrans" cxnId="{F1A7A8E9-9E90-4E91-A713-18F3B93ED228}">
      <dgm:prSet/>
      <dgm:spPr/>
      <dgm:t>
        <a:bodyPr/>
        <a:lstStyle/>
        <a:p>
          <a:endParaRPr lang="en-US"/>
        </a:p>
      </dgm:t>
    </dgm:pt>
    <dgm:pt modelId="{BFFBBF54-6E42-411C-B0DB-9416A0266916}" type="sibTrans" cxnId="{F1A7A8E9-9E90-4E91-A713-18F3B93ED228}">
      <dgm:prSet/>
      <dgm:spPr/>
      <dgm:t>
        <a:bodyPr/>
        <a:lstStyle/>
        <a:p>
          <a:endParaRPr lang="en-US"/>
        </a:p>
      </dgm:t>
    </dgm:pt>
    <dgm:pt modelId="{FB7E88B3-4F0B-4452-ADE8-1927FBB2159C}">
      <dgm:prSet/>
      <dgm:spPr/>
      <dgm:t>
        <a:bodyPr/>
        <a:lstStyle/>
        <a:p>
          <a:r>
            <a:rPr lang="en-GB"/>
            <a:t>Why We Can't Ignore Well-being</a:t>
          </a:r>
          <a:endParaRPr lang="en-US"/>
        </a:p>
      </dgm:t>
    </dgm:pt>
    <dgm:pt modelId="{AFCEF73C-5AA2-4F5F-91E3-BE9484442374}" type="parTrans" cxnId="{41240DA8-D690-42CB-86F7-A04D1604B173}">
      <dgm:prSet/>
      <dgm:spPr/>
      <dgm:t>
        <a:bodyPr/>
        <a:lstStyle/>
        <a:p>
          <a:endParaRPr lang="en-US"/>
        </a:p>
      </dgm:t>
    </dgm:pt>
    <dgm:pt modelId="{7CE4CFB0-32AC-4720-8783-029868977522}" type="sibTrans" cxnId="{41240DA8-D690-42CB-86F7-A04D1604B173}">
      <dgm:prSet/>
      <dgm:spPr/>
      <dgm:t>
        <a:bodyPr/>
        <a:lstStyle/>
        <a:p>
          <a:endParaRPr lang="en-US"/>
        </a:p>
      </dgm:t>
    </dgm:pt>
    <dgm:pt modelId="{428F2C69-FC23-4E68-8917-1843243EB3F3}" type="pres">
      <dgm:prSet presAssocID="{611A9273-638E-408A-8506-06F85FBC0EC1}" presName="diagram" presStyleCnt="0">
        <dgm:presLayoutVars>
          <dgm:dir/>
          <dgm:resizeHandles val="exact"/>
        </dgm:presLayoutVars>
      </dgm:prSet>
      <dgm:spPr/>
    </dgm:pt>
    <dgm:pt modelId="{CBBC2A24-B574-4E65-B8A1-6AEC3BC89C25}" type="pres">
      <dgm:prSet presAssocID="{BC938A5E-C878-437B-90CA-1F5D08D70C59}" presName="node" presStyleLbl="node1" presStyleIdx="0" presStyleCnt="3">
        <dgm:presLayoutVars>
          <dgm:bulletEnabled val="1"/>
        </dgm:presLayoutVars>
      </dgm:prSet>
      <dgm:spPr/>
    </dgm:pt>
    <dgm:pt modelId="{A5BE0A3F-FE49-4B26-8576-934DA0239B36}" type="pres">
      <dgm:prSet presAssocID="{816B296D-1DAA-4CBB-94F5-3FCFE098D361}" presName="sibTrans" presStyleCnt="0"/>
      <dgm:spPr/>
    </dgm:pt>
    <dgm:pt modelId="{D454F243-741F-43B6-8685-E634552E4413}" type="pres">
      <dgm:prSet presAssocID="{7C44BBCE-9D78-41DE-A04F-CD84D77ACCC6}" presName="node" presStyleLbl="node1" presStyleIdx="1" presStyleCnt="3">
        <dgm:presLayoutVars>
          <dgm:bulletEnabled val="1"/>
        </dgm:presLayoutVars>
      </dgm:prSet>
      <dgm:spPr/>
    </dgm:pt>
    <dgm:pt modelId="{8A6FBF15-88C9-4CF3-B01E-35DB31B9F9BD}" type="pres">
      <dgm:prSet presAssocID="{BFFBBF54-6E42-411C-B0DB-9416A0266916}" presName="sibTrans" presStyleCnt="0"/>
      <dgm:spPr/>
    </dgm:pt>
    <dgm:pt modelId="{4AF90214-1361-4B53-B240-2EA050E757D7}" type="pres">
      <dgm:prSet presAssocID="{FB7E88B3-4F0B-4452-ADE8-1927FBB2159C}" presName="node" presStyleLbl="node1" presStyleIdx="2" presStyleCnt="3">
        <dgm:presLayoutVars>
          <dgm:bulletEnabled val="1"/>
        </dgm:presLayoutVars>
      </dgm:prSet>
      <dgm:spPr/>
    </dgm:pt>
  </dgm:ptLst>
  <dgm:cxnLst>
    <dgm:cxn modelId="{7D28A02B-7D2B-4E4A-870B-E36F85FFFB8B}" type="presOf" srcId="{BC938A5E-C878-437B-90CA-1F5D08D70C59}" destId="{CBBC2A24-B574-4E65-B8A1-6AEC3BC89C25}" srcOrd="0" destOrd="0" presId="urn:microsoft.com/office/officeart/2005/8/layout/default"/>
    <dgm:cxn modelId="{A068794E-0FC3-4E2A-9532-143174418284}" type="presOf" srcId="{FB7E88B3-4F0B-4452-ADE8-1927FBB2159C}" destId="{4AF90214-1361-4B53-B240-2EA050E757D7}" srcOrd="0" destOrd="0" presId="urn:microsoft.com/office/officeart/2005/8/layout/default"/>
    <dgm:cxn modelId="{6AD49296-8EE3-4972-92AF-F9AA5BBA8124}" type="presOf" srcId="{7C44BBCE-9D78-41DE-A04F-CD84D77ACCC6}" destId="{D454F243-741F-43B6-8685-E634552E4413}" srcOrd="0" destOrd="0" presId="urn:microsoft.com/office/officeart/2005/8/layout/default"/>
    <dgm:cxn modelId="{E3A3DBA5-7CAB-4ACF-A133-B2DFCE1301E1}" srcId="{611A9273-638E-408A-8506-06F85FBC0EC1}" destId="{BC938A5E-C878-437B-90CA-1F5D08D70C59}" srcOrd="0" destOrd="0" parTransId="{5C9A7570-8A05-4A37-8C53-8A11713DB867}" sibTransId="{816B296D-1DAA-4CBB-94F5-3FCFE098D361}"/>
    <dgm:cxn modelId="{41240DA8-D690-42CB-86F7-A04D1604B173}" srcId="{611A9273-638E-408A-8506-06F85FBC0EC1}" destId="{FB7E88B3-4F0B-4452-ADE8-1927FBB2159C}" srcOrd="2" destOrd="0" parTransId="{AFCEF73C-5AA2-4F5F-91E3-BE9484442374}" sibTransId="{7CE4CFB0-32AC-4720-8783-029868977522}"/>
    <dgm:cxn modelId="{F1A7A8E9-9E90-4E91-A713-18F3B93ED228}" srcId="{611A9273-638E-408A-8506-06F85FBC0EC1}" destId="{7C44BBCE-9D78-41DE-A04F-CD84D77ACCC6}" srcOrd="1" destOrd="0" parTransId="{3A54EE40-D28E-4850-AEDB-EB5D434611FC}" sibTransId="{BFFBBF54-6E42-411C-B0DB-9416A0266916}"/>
    <dgm:cxn modelId="{03148EFF-5975-4A1B-A5AB-EC5B542C0BBE}" type="presOf" srcId="{611A9273-638E-408A-8506-06F85FBC0EC1}" destId="{428F2C69-FC23-4E68-8917-1843243EB3F3}" srcOrd="0" destOrd="0" presId="urn:microsoft.com/office/officeart/2005/8/layout/default"/>
    <dgm:cxn modelId="{DE36AFA8-5287-49CE-8438-F7639246BE64}" type="presParOf" srcId="{428F2C69-FC23-4E68-8917-1843243EB3F3}" destId="{CBBC2A24-B574-4E65-B8A1-6AEC3BC89C25}" srcOrd="0" destOrd="0" presId="urn:microsoft.com/office/officeart/2005/8/layout/default"/>
    <dgm:cxn modelId="{91BF2906-4FA9-4872-A10A-86AE471C2FF8}" type="presParOf" srcId="{428F2C69-FC23-4E68-8917-1843243EB3F3}" destId="{A5BE0A3F-FE49-4B26-8576-934DA0239B36}" srcOrd="1" destOrd="0" presId="urn:microsoft.com/office/officeart/2005/8/layout/default"/>
    <dgm:cxn modelId="{E0864369-CBB1-4CA1-A108-EA2E26C64BD5}" type="presParOf" srcId="{428F2C69-FC23-4E68-8917-1843243EB3F3}" destId="{D454F243-741F-43B6-8685-E634552E4413}" srcOrd="2" destOrd="0" presId="urn:microsoft.com/office/officeart/2005/8/layout/default"/>
    <dgm:cxn modelId="{86DD30EC-4066-4410-9A60-6F85731FCCDF}" type="presParOf" srcId="{428F2C69-FC23-4E68-8917-1843243EB3F3}" destId="{8A6FBF15-88C9-4CF3-B01E-35DB31B9F9BD}" srcOrd="3" destOrd="0" presId="urn:microsoft.com/office/officeart/2005/8/layout/default"/>
    <dgm:cxn modelId="{88A97A50-A44E-4369-8FF1-69EAB5E109C7}" type="presParOf" srcId="{428F2C69-FC23-4E68-8917-1843243EB3F3}" destId="{4AF90214-1361-4B53-B240-2EA050E757D7}" srcOrd="4"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1E24E52-21AF-4305-A10C-F5428DADC150}"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48BADC94-0E75-4018-9DC0-A3E39AE9E45A}">
      <dgm:prSet/>
      <dgm:spPr/>
      <dgm:t>
        <a:bodyPr/>
        <a:lstStyle/>
        <a:p>
          <a:pPr>
            <a:defRPr cap="all"/>
          </a:pPr>
          <a:r>
            <a:rPr lang="en-GB"/>
            <a:t>Beyond the Medical Model</a:t>
          </a:r>
          <a:endParaRPr lang="en-US"/>
        </a:p>
      </dgm:t>
    </dgm:pt>
    <dgm:pt modelId="{3C410F40-5E26-4167-9F84-A8FB3E4633CC}" type="parTrans" cxnId="{8EDF842A-4FDA-4970-A48A-52482E6AD8BA}">
      <dgm:prSet/>
      <dgm:spPr/>
      <dgm:t>
        <a:bodyPr/>
        <a:lstStyle/>
        <a:p>
          <a:endParaRPr lang="en-US"/>
        </a:p>
      </dgm:t>
    </dgm:pt>
    <dgm:pt modelId="{70D8C645-B058-4391-9CF3-8FF2F003CE27}" type="sibTrans" cxnId="{8EDF842A-4FDA-4970-A48A-52482E6AD8BA}">
      <dgm:prSet/>
      <dgm:spPr/>
      <dgm:t>
        <a:bodyPr/>
        <a:lstStyle/>
        <a:p>
          <a:endParaRPr lang="en-US"/>
        </a:p>
      </dgm:t>
    </dgm:pt>
    <dgm:pt modelId="{99BF56AE-EC87-48B9-9962-AB3AEFB7E406}">
      <dgm:prSet/>
      <dgm:spPr/>
      <dgm:t>
        <a:bodyPr/>
        <a:lstStyle/>
        <a:p>
          <a:pPr>
            <a:defRPr cap="all"/>
          </a:pPr>
          <a:r>
            <a:rPr lang="en-GB"/>
            <a:t>The Study of Human Flourishing</a:t>
          </a:r>
          <a:endParaRPr lang="en-US"/>
        </a:p>
      </dgm:t>
    </dgm:pt>
    <dgm:pt modelId="{DBB245E1-5103-42F8-998E-7629B4B38093}" type="parTrans" cxnId="{D294D0AF-A686-4034-A632-CF23B562613C}">
      <dgm:prSet/>
      <dgm:spPr/>
      <dgm:t>
        <a:bodyPr/>
        <a:lstStyle/>
        <a:p>
          <a:endParaRPr lang="en-US"/>
        </a:p>
      </dgm:t>
    </dgm:pt>
    <dgm:pt modelId="{952E6E93-7FBE-4868-82D2-25B49F2F885D}" type="sibTrans" cxnId="{D294D0AF-A686-4034-A632-CF23B562613C}">
      <dgm:prSet/>
      <dgm:spPr/>
      <dgm:t>
        <a:bodyPr/>
        <a:lstStyle/>
        <a:p>
          <a:endParaRPr lang="en-US"/>
        </a:p>
      </dgm:t>
    </dgm:pt>
    <dgm:pt modelId="{4CD84041-84A7-4A59-99A5-9EC31E7C534B}">
      <dgm:prSet/>
      <dgm:spPr/>
      <dgm:t>
        <a:bodyPr/>
        <a:lstStyle/>
        <a:p>
          <a:pPr>
            <a:defRPr cap="all"/>
          </a:pPr>
          <a:r>
            <a:rPr lang="en-GB"/>
            <a:t>The Science of Well-being</a:t>
          </a:r>
          <a:endParaRPr lang="en-US"/>
        </a:p>
      </dgm:t>
    </dgm:pt>
    <dgm:pt modelId="{DC39539E-4F59-41E3-A9C8-D17BA4E12691}" type="parTrans" cxnId="{776B98DD-42E1-4C07-8F4E-8EAD04655F2B}">
      <dgm:prSet/>
      <dgm:spPr/>
      <dgm:t>
        <a:bodyPr/>
        <a:lstStyle/>
        <a:p>
          <a:endParaRPr lang="en-US"/>
        </a:p>
      </dgm:t>
    </dgm:pt>
    <dgm:pt modelId="{A65B1EAB-85ED-4C44-BAAD-869DB31E256A}" type="sibTrans" cxnId="{776B98DD-42E1-4C07-8F4E-8EAD04655F2B}">
      <dgm:prSet/>
      <dgm:spPr/>
      <dgm:t>
        <a:bodyPr/>
        <a:lstStyle/>
        <a:p>
          <a:endParaRPr lang="en-US"/>
        </a:p>
      </dgm:t>
    </dgm:pt>
    <dgm:pt modelId="{394C0D32-630A-430B-B6FC-F954B27BFDB1}" type="pres">
      <dgm:prSet presAssocID="{C1E24E52-21AF-4305-A10C-F5428DADC150}" presName="root" presStyleCnt="0">
        <dgm:presLayoutVars>
          <dgm:dir/>
          <dgm:resizeHandles val="exact"/>
        </dgm:presLayoutVars>
      </dgm:prSet>
      <dgm:spPr/>
    </dgm:pt>
    <dgm:pt modelId="{C2E5F8FB-A32C-4A37-BA1D-F42545AE3C0D}" type="pres">
      <dgm:prSet presAssocID="{48BADC94-0E75-4018-9DC0-A3E39AE9E45A}" presName="compNode" presStyleCnt="0"/>
      <dgm:spPr/>
    </dgm:pt>
    <dgm:pt modelId="{95920B1F-9AAE-40BB-98D4-A7E98FBED84C}" type="pres">
      <dgm:prSet presAssocID="{48BADC94-0E75-4018-9DC0-A3E39AE9E45A}" presName="iconBgRect" presStyleLbl="bgShp" presStyleIdx="0" presStyleCnt="3"/>
      <dgm:spPr/>
    </dgm:pt>
    <dgm:pt modelId="{D03DDB4D-21A9-4424-971B-C268D83CE794}" type="pres">
      <dgm:prSet presAssocID="{48BADC94-0E75-4018-9DC0-A3E39AE9E45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ethoscope"/>
        </a:ext>
      </dgm:extLst>
    </dgm:pt>
    <dgm:pt modelId="{097712B1-9393-4E52-BE80-C18E63DE6964}" type="pres">
      <dgm:prSet presAssocID="{48BADC94-0E75-4018-9DC0-A3E39AE9E45A}" presName="spaceRect" presStyleCnt="0"/>
      <dgm:spPr/>
    </dgm:pt>
    <dgm:pt modelId="{1FB8F981-2D42-4B5E-928E-59ACB8EEE0EC}" type="pres">
      <dgm:prSet presAssocID="{48BADC94-0E75-4018-9DC0-A3E39AE9E45A}" presName="textRect" presStyleLbl="revTx" presStyleIdx="0" presStyleCnt="3">
        <dgm:presLayoutVars>
          <dgm:chMax val="1"/>
          <dgm:chPref val="1"/>
        </dgm:presLayoutVars>
      </dgm:prSet>
      <dgm:spPr/>
    </dgm:pt>
    <dgm:pt modelId="{1462E431-5016-4837-8793-131A65492F1B}" type="pres">
      <dgm:prSet presAssocID="{70D8C645-B058-4391-9CF3-8FF2F003CE27}" presName="sibTrans" presStyleCnt="0"/>
      <dgm:spPr/>
    </dgm:pt>
    <dgm:pt modelId="{B1B4D5AB-6294-4435-952D-3BB57490466F}" type="pres">
      <dgm:prSet presAssocID="{99BF56AE-EC87-48B9-9962-AB3AEFB7E406}" presName="compNode" presStyleCnt="0"/>
      <dgm:spPr/>
    </dgm:pt>
    <dgm:pt modelId="{60AC5F8A-7458-424A-9CD7-A31E9277BDF0}" type="pres">
      <dgm:prSet presAssocID="{99BF56AE-EC87-48B9-9962-AB3AEFB7E406}" presName="iconBgRect" presStyleLbl="bgShp" presStyleIdx="1" presStyleCnt="3"/>
      <dgm:spPr/>
    </dgm:pt>
    <dgm:pt modelId="{3EA6207D-0CB0-4506-94D1-61F0A73087B5}" type="pres">
      <dgm:prSet presAssocID="{99BF56AE-EC87-48B9-9962-AB3AEFB7E40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roup"/>
        </a:ext>
      </dgm:extLst>
    </dgm:pt>
    <dgm:pt modelId="{DF712751-291A-4304-A5CC-B666965489E9}" type="pres">
      <dgm:prSet presAssocID="{99BF56AE-EC87-48B9-9962-AB3AEFB7E406}" presName="spaceRect" presStyleCnt="0"/>
      <dgm:spPr/>
    </dgm:pt>
    <dgm:pt modelId="{236DC18A-453A-4C1A-A995-78989BB81C59}" type="pres">
      <dgm:prSet presAssocID="{99BF56AE-EC87-48B9-9962-AB3AEFB7E406}" presName="textRect" presStyleLbl="revTx" presStyleIdx="1" presStyleCnt="3">
        <dgm:presLayoutVars>
          <dgm:chMax val="1"/>
          <dgm:chPref val="1"/>
        </dgm:presLayoutVars>
      </dgm:prSet>
      <dgm:spPr/>
    </dgm:pt>
    <dgm:pt modelId="{B38649A0-CF0A-435F-BB72-9DC54F983B0B}" type="pres">
      <dgm:prSet presAssocID="{952E6E93-7FBE-4868-82D2-25B49F2F885D}" presName="sibTrans" presStyleCnt="0"/>
      <dgm:spPr/>
    </dgm:pt>
    <dgm:pt modelId="{561BE7FF-3282-4A91-BC3C-6E684A895946}" type="pres">
      <dgm:prSet presAssocID="{4CD84041-84A7-4A59-99A5-9EC31E7C534B}" presName="compNode" presStyleCnt="0"/>
      <dgm:spPr/>
    </dgm:pt>
    <dgm:pt modelId="{7D7AB81A-82F5-4AC5-90CF-3010DFEBE22F}" type="pres">
      <dgm:prSet presAssocID="{4CD84041-84A7-4A59-99A5-9EC31E7C534B}" presName="iconBgRect" presStyleLbl="bgShp" presStyleIdx="2" presStyleCnt="3"/>
      <dgm:spPr/>
    </dgm:pt>
    <dgm:pt modelId="{F702CD21-C271-42A2-A390-79C1BAC0D3A7}" type="pres">
      <dgm:prSet presAssocID="{4CD84041-84A7-4A59-99A5-9EC31E7C534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rain in head"/>
        </a:ext>
      </dgm:extLst>
    </dgm:pt>
    <dgm:pt modelId="{2A5E5189-D40B-444E-A159-4F4389364F18}" type="pres">
      <dgm:prSet presAssocID="{4CD84041-84A7-4A59-99A5-9EC31E7C534B}" presName="spaceRect" presStyleCnt="0"/>
      <dgm:spPr/>
    </dgm:pt>
    <dgm:pt modelId="{2780E73E-A4EA-4AA6-8E1F-230F4DF42FA7}" type="pres">
      <dgm:prSet presAssocID="{4CD84041-84A7-4A59-99A5-9EC31E7C534B}" presName="textRect" presStyleLbl="revTx" presStyleIdx="2" presStyleCnt="3">
        <dgm:presLayoutVars>
          <dgm:chMax val="1"/>
          <dgm:chPref val="1"/>
        </dgm:presLayoutVars>
      </dgm:prSet>
      <dgm:spPr/>
    </dgm:pt>
  </dgm:ptLst>
  <dgm:cxnLst>
    <dgm:cxn modelId="{BAB19C06-1F09-4024-9D31-AE52781217B0}" type="presOf" srcId="{99BF56AE-EC87-48B9-9962-AB3AEFB7E406}" destId="{236DC18A-453A-4C1A-A995-78989BB81C59}" srcOrd="0" destOrd="0" presId="urn:microsoft.com/office/officeart/2018/5/layout/IconCircleLabelList"/>
    <dgm:cxn modelId="{8EDF842A-4FDA-4970-A48A-52482E6AD8BA}" srcId="{C1E24E52-21AF-4305-A10C-F5428DADC150}" destId="{48BADC94-0E75-4018-9DC0-A3E39AE9E45A}" srcOrd="0" destOrd="0" parTransId="{3C410F40-5E26-4167-9F84-A8FB3E4633CC}" sibTransId="{70D8C645-B058-4391-9CF3-8FF2F003CE27}"/>
    <dgm:cxn modelId="{91BDF74E-5043-4E16-AC11-977767958C43}" type="presOf" srcId="{4CD84041-84A7-4A59-99A5-9EC31E7C534B}" destId="{2780E73E-A4EA-4AA6-8E1F-230F4DF42FA7}" srcOrd="0" destOrd="0" presId="urn:microsoft.com/office/officeart/2018/5/layout/IconCircleLabelList"/>
    <dgm:cxn modelId="{D294D0AF-A686-4034-A632-CF23B562613C}" srcId="{C1E24E52-21AF-4305-A10C-F5428DADC150}" destId="{99BF56AE-EC87-48B9-9962-AB3AEFB7E406}" srcOrd="1" destOrd="0" parTransId="{DBB245E1-5103-42F8-998E-7629B4B38093}" sibTransId="{952E6E93-7FBE-4868-82D2-25B49F2F885D}"/>
    <dgm:cxn modelId="{E47F0FBC-AD77-4CC5-B9D9-BCDF2A075552}" type="presOf" srcId="{C1E24E52-21AF-4305-A10C-F5428DADC150}" destId="{394C0D32-630A-430B-B6FC-F954B27BFDB1}" srcOrd="0" destOrd="0" presId="urn:microsoft.com/office/officeart/2018/5/layout/IconCircleLabelList"/>
    <dgm:cxn modelId="{776B98DD-42E1-4C07-8F4E-8EAD04655F2B}" srcId="{C1E24E52-21AF-4305-A10C-F5428DADC150}" destId="{4CD84041-84A7-4A59-99A5-9EC31E7C534B}" srcOrd="2" destOrd="0" parTransId="{DC39539E-4F59-41E3-A9C8-D17BA4E12691}" sibTransId="{A65B1EAB-85ED-4C44-BAAD-869DB31E256A}"/>
    <dgm:cxn modelId="{40B303F7-7C93-4678-9976-11214AF3068A}" type="presOf" srcId="{48BADC94-0E75-4018-9DC0-A3E39AE9E45A}" destId="{1FB8F981-2D42-4B5E-928E-59ACB8EEE0EC}" srcOrd="0" destOrd="0" presId="urn:microsoft.com/office/officeart/2018/5/layout/IconCircleLabelList"/>
    <dgm:cxn modelId="{D88827AE-D154-4479-8AEF-EF432A757141}" type="presParOf" srcId="{394C0D32-630A-430B-B6FC-F954B27BFDB1}" destId="{C2E5F8FB-A32C-4A37-BA1D-F42545AE3C0D}" srcOrd="0" destOrd="0" presId="urn:microsoft.com/office/officeart/2018/5/layout/IconCircleLabelList"/>
    <dgm:cxn modelId="{164C3DAB-6366-4C52-92DB-FF07979CF706}" type="presParOf" srcId="{C2E5F8FB-A32C-4A37-BA1D-F42545AE3C0D}" destId="{95920B1F-9AAE-40BB-98D4-A7E98FBED84C}" srcOrd="0" destOrd="0" presId="urn:microsoft.com/office/officeart/2018/5/layout/IconCircleLabelList"/>
    <dgm:cxn modelId="{D8F6DB4A-74F6-4D0D-B7A8-2B40A5818D1B}" type="presParOf" srcId="{C2E5F8FB-A32C-4A37-BA1D-F42545AE3C0D}" destId="{D03DDB4D-21A9-4424-971B-C268D83CE794}" srcOrd="1" destOrd="0" presId="urn:microsoft.com/office/officeart/2018/5/layout/IconCircleLabelList"/>
    <dgm:cxn modelId="{7570DE48-F93F-44AC-BB47-86E42797CB6E}" type="presParOf" srcId="{C2E5F8FB-A32C-4A37-BA1D-F42545AE3C0D}" destId="{097712B1-9393-4E52-BE80-C18E63DE6964}" srcOrd="2" destOrd="0" presId="urn:microsoft.com/office/officeart/2018/5/layout/IconCircleLabelList"/>
    <dgm:cxn modelId="{A5AF8F25-AC26-467B-83E1-C6892C7855D5}" type="presParOf" srcId="{C2E5F8FB-A32C-4A37-BA1D-F42545AE3C0D}" destId="{1FB8F981-2D42-4B5E-928E-59ACB8EEE0EC}" srcOrd="3" destOrd="0" presId="urn:microsoft.com/office/officeart/2018/5/layout/IconCircleLabelList"/>
    <dgm:cxn modelId="{76146D9F-900A-427E-B5E2-559C3DC812EF}" type="presParOf" srcId="{394C0D32-630A-430B-B6FC-F954B27BFDB1}" destId="{1462E431-5016-4837-8793-131A65492F1B}" srcOrd="1" destOrd="0" presId="urn:microsoft.com/office/officeart/2018/5/layout/IconCircleLabelList"/>
    <dgm:cxn modelId="{F16F0ADC-21DB-408B-B776-8A6A16506812}" type="presParOf" srcId="{394C0D32-630A-430B-B6FC-F954B27BFDB1}" destId="{B1B4D5AB-6294-4435-952D-3BB57490466F}" srcOrd="2" destOrd="0" presId="urn:microsoft.com/office/officeart/2018/5/layout/IconCircleLabelList"/>
    <dgm:cxn modelId="{7911E0ED-7862-4AD8-9E99-63156921CA5A}" type="presParOf" srcId="{B1B4D5AB-6294-4435-952D-3BB57490466F}" destId="{60AC5F8A-7458-424A-9CD7-A31E9277BDF0}" srcOrd="0" destOrd="0" presId="urn:microsoft.com/office/officeart/2018/5/layout/IconCircleLabelList"/>
    <dgm:cxn modelId="{F857DE33-FC63-4E1B-82DE-ED14884C8665}" type="presParOf" srcId="{B1B4D5AB-6294-4435-952D-3BB57490466F}" destId="{3EA6207D-0CB0-4506-94D1-61F0A73087B5}" srcOrd="1" destOrd="0" presId="urn:microsoft.com/office/officeart/2018/5/layout/IconCircleLabelList"/>
    <dgm:cxn modelId="{A56C88FD-4EF0-4957-B5A5-1502A3C8C282}" type="presParOf" srcId="{B1B4D5AB-6294-4435-952D-3BB57490466F}" destId="{DF712751-291A-4304-A5CC-B666965489E9}" srcOrd="2" destOrd="0" presId="urn:microsoft.com/office/officeart/2018/5/layout/IconCircleLabelList"/>
    <dgm:cxn modelId="{DC27DC22-E5CF-472A-AF4B-0E944DAC0CA0}" type="presParOf" srcId="{B1B4D5AB-6294-4435-952D-3BB57490466F}" destId="{236DC18A-453A-4C1A-A995-78989BB81C59}" srcOrd="3" destOrd="0" presId="urn:microsoft.com/office/officeart/2018/5/layout/IconCircleLabelList"/>
    <dgm:cxn modelId="{AF72B720-91E7-4A53-9309-871CBA7CE923}" type="presParOf" srcId="{394C0D32-630A-430B-B6FC-F954B27BFDB1}" destId="{B38649A0-CF0A-435F-BB72-9DC54F983B0B}" srcOrd="3" destOrd="0" presId="urn:microsoft.com/office/officeart/2018/5/layout/IconCircleLabelList"/>
    <dgm:cxn modelId="{04FEC765-EDF1-4BA2-87C6-B1B835E5CFD6}" type="presParOf" srcId="{394C0D32-630A-430B-B6FC-F954B27BFDB1}" destId="{561BE7FF-3282-4A91-BC3C-6E684A895946}" srcOrd="4" destOrd="0" presId="urn:microsoft.com/office/officeart/2018/5/layout/IconCircleLabelList"/>
    <dgm:cxn modelId="{F03410CC-907A-4097-B580-C0C2A217ECB8}" type="presParOf" srcId="{561BE7FF-3282-4A91-BC3C-6E684A895946}" destId="{7D7AB81A-82F5-4AC5-90CF-3010DFEBE22F}" srcOrd="0" destOrd="0" presId="urn:microsoft.com/office/officeart/2018/5/layout/IconCircleLabelList"/>
    <dgm:cxn modelId="{DDFD1CCA-148F-4D7A-9CDF-F165B7DCD8B5}" type="presParOf" srcId="{561BE7FF-3282-4A91-BC3C-6E684A895946}" destId="{F702CD21-C271-42A2-A390-79C1BAC0D3A7}" srcOrd="1" destOrd="0" presId="urn:microsoft.com/office/officeart/2018/5/layout/IconCircleLabelList"/>
    <dgm:cxn modelId="{0A62B3F5-50D3-4B2F-B4A7-23F70482C923}" type="presParOf" srcId="{561BE7FF-3282-4A91-BC3C-6E684A895946}" destId="{2A5E5189-D40B-444E-A159-4F4389364F18}" srcOrd="2" destOrd="0" presId="urn:microsoft.com/office/officeart/2018/5/layout/IconCircleLabelList"/>
    <dgm:cxn modelId="{D692CDE7-5165-400B-9EF4-404B5F27932A}" type="presParOf" srcId="{561BE7FF-3282-4A91-BC3C-6E684A895946}" destId="{2780E73E-A4EA-4AA6-8E1F-230F4DF42FA7}"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D1A7834-C0BE-4003-95B3-43E0C8ED4B15}"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9FB0D8F2-EE9C-4123-9102-0A2F05CA6763}">
      <dgm:prSet/>
      <dgm:spPr/>
      <dgm:t>
        <a:bodyPr/>
        <a:lstStyle/>
        <a:p>
          <a:r>
            <a:rPr lang="en-GB"/>
            <a:t>P: Positive Emotion</a:t>
          </a:r>
          <a:endParaRPr lang="en-US"/>
        </a:p>
      </dgm:t>
    </dgm:pt>
    <dgm:pt modelId="{B4EFFEBF-BD91-4C50-B8E3-F153E03313EE}" type="parTrans" cxnId="{F6860088-5D17-4DF3-9BCA-EB7F212A59AC}">
      <dgm:prSet/>
      <dgm:spPr/>
      <dgm:t>
        <a:bodyPr/>
        <a:lstStyle/>
        <a:p>
          <a:endParaRPr lang="en-US"/>
        </a:p>
      </dgm:t>
    </dgm:pt>
    <dgm:pt modelId="{E5270949-DA31-4C5B-8723-DC117C8843D4}" type="sibTrans" cxnId="{F6860088-5D17-4DF3-9BCA-EB7F212A59AC}">
      <dgm:prSet/>
      <dgm:spPr/>
      <dgm:t>
        <a:bodyPr/>
        <a:lstStyle/>
        <a:p>
          <a:endParaRPr lang="en-US"/>
        </a:p>
      </dgm:t>
    </dgm:pt>
    <dgm:pt modelId="{7F9BE608-9A4A-4E1A-911B-3E0642DB41BF}">
      <dgm:prSet/>
      <dgm:spPr/>
      <dgm:t>
        <a:bodyPr/>
        <a:lstStyle/>
        <a:p>
          <a:r>
            <a:rPr lang="en-GB"/>
            <a:t>E: Engagement</a:t>
          </a:r>
          <a:endParaRPr lang="en-US"/>
        </a:p>
      </dgm:t>
    </dgm:pt>
    <dgm:pt modelId="{C8570DB8-02DD-4128-8BE1-D8CB5A01866E}" type="parTrans" cxnId="{E3BC46B5-7706-48F5-A66E-686441C5630B}">
      <dgm:prSet/>
      <dgm:spPr/>
      <dgm:t>
        <a:bodyPr/>
        <a:lstStyle/>
        <a:p>
          <a:endParaRPr lang="en-US"/>
        </a:p>
      </dgm:t>
    </dgm:pt>
    <dgm:pt modelId="{C4352494-5D1F-4A34-A9DB-79C96081E15D}" type="sibTrans" cxnId="{E3BC46B5-7706-48F5-A66E-686441C5630B}">
      <dgm:prSet/>
      <dgm:spPr/>
      <dgm:t>
        <a:bodyPr/>
        <a:lstStyle/>
        <a:p>
          <a:endParaRPr lang="en-US"/>
        </a:p>
      </dgm:t>
    </dgm:pt>
    <dgm:pt modelId="{4012B93F-BB7E-49CA-859A-8CC0F65EF493}">
      <dgm:prSet/>
      <dgm:spPr/>
      <dgm:t>
        <a:bodyPr/>
        <a:lstStyle/>
        <a:p>
          <a:r>
            <a:rPr lang="en-GB"/>
            <a:t>R: Relationships</a:t>
          </a:r>
          <a:endParaRPr lang="en-US"/>
        </a:p>
      </dgm:t>
    </dgm:pt>
    <dgm:pt modelId="{DC7433AE-5B89-40B0-AB62-0D2EBB676144}" type="parTrans" cxnId="{95C9273E-BEAB-4161-A895-D3CE1E87D680}">
      <dgm:prSet/>
      <dgm:spPr/>
      <dgm:t>
        <a:bodyPr/>
        <a:lstStyle/>
        <a:p>
          <a:endParaRPr lang="en-US"/>
        </a:p>
      </dgm:t>
    </dgm:pt>
    <dgm:pt modelId="{3551940D-9941-470E-A918-AED3AC85CE22}" type="sibTrans" cxnId="{95C9273E-BEAB-4161-A895-D3CE1E87D680}">
      <dgm:prSet/>
      <dgm:spPr/>
      <dgm:t>
        <a:bodyPr/>
        <a:lstStyle/>
        <a:p>
          <a:endParaRPr lang="en-US"/>
        </a:p>
      </dgm:t>
    </dgm:pt>
    <dgm:pt modelId="{A8550560-77E8-4A05-995C-50F84981E9E8}">
      <dgm:prSet/>
      <dgm:spPr/>
      <dgm:t>
        <a:bodyPr/>
        <a:lstStyle/>
        <a:p>
          <a:r>
            <a:rPr lang="en-GB"/>
            <a:t>M: Meaning</a:t>
          </a:r>
          <a:endParaRPr lang="en-US"/>
        </a:p>
      </dgm:t>
    </dgm:pt>
    <dgm:pt modelId="{119441D0-BBD8-42F5-9047-4873891EBE36}" type="parTrans" cxnId="{9B5C61C5-18E0-4F23-861C-A682DAF1443E}">
      <dgm:prSet/>
      <dgm:spPr/>
      <dgm:t>
        <a:bodyPr/>
        <a:lstStyle/>
        <a:p>
          <a:endParaRPr lang="en-US"/>
        </a:p>
      </dgm:t>
    </dgm:pt>
    <dgm:pt modelId="{591BCF76-0A8A-4EF4-B483-DAA00F7415E5}" type="sibTrans" cxnId="{9B5C61C5-18E0-4F23-861C-A682DAF1443E}">
      <dgm:prSet/>
      <dgm:spPr/>
      <dgm:t>
        <a:bodyPr/>
        <a:lstStyle/>
        <a:p>
          <a:endParaRPr lang="en-US"/>
        </a:p>
      </dgm:t>
    </dgm:pt>
    <dgm:pt modelId="{9A40D485-948C-40AE-9C90-9626CC6A0D8A}">
      <dgm:prSet/>
      <dgm:spPr/>
      <dgm:t>
        <a:bodyPr/>
        <a:lstStyle/>
        <a:p>
          <a:r>
            <a:rPr lang="en-GB"/>
            <a:t>A: Accomplishments</a:t>
          </a:r>
          <a:endParaRPr lang="en-US"/>
        </a:p>
      </dgm:t>
    </dgm:pt>
    <dgm:pt modelId="{034D9587-34B3-45C5-9BFB-54285BF9DF77}" type="parTrans" cxnId="{AE884164-A231-48CA-B117-221BCD094CC1}">
      <dgm:prSet/>
      <dgm:spPr/>
      <dgm:t>
        <a:bodyPr/>
        <a:lstStyle/>
        <a:p>
          <a:endParaRPr lang="en-US"/>
        </a:p>
      </dgm:t>
    </dgm:pt>
    <dgm:pt modelId="{1C3A1E19-8F93-41FA-9C37-01871F172162}" type="sibTrans" cxnId="{AE884164-A231-48CA-B117-221BCD094CC1}">
      <dgm:prSet/>
      <dgm:spPr/>
      <dgm:t>
        <a:bodyPr/>
        <a:lstStyle/>
        <a:p>
          <a:endParaRPr lang="en-US"/>
        </a:p>
      </dgm:t>
    </dgm:pt>
    <dgm:pt modelId="{F589016C-6836-4814-A304-B11D66ABAAB4}" type="pres">
      <dgm:prSet presAssocID="{3D1A7834-C0BE-4003-95B3-43E0C8ED4B15}" presName="root" presStyleCnt="0">
        <dgm:presLayoutVars>
          <dgm:dir/>
          <dgm:resizeHandles val="exact"/>
        </dgm:presLayoutVars>
      </dgm:prSet>
      <dgm:spPr/>
    </dgm:pt>
    <dgm:pt modelId="{A2D24C74-44D5-4D61-8684-DB66CED8D61B}" type="pres">
      <dgm:prSet presAssocID="{9FB0D8F2-EE9C-4123-9102-0A2F05CA6763}" presName="compNode" presStyleCnt="0"/>
      <dgm:spPr/>
    </dgm:pt>
    <dgm:pt modelId="{E4025B10-E6D4-48E2-861C-1A3B53EE842B}" type="pres">
      <dgm:prSet presAssocID="{9FB0D8F2-EE9C-4123-9102-0A2F05CA6763}" presName="bgRect" presStyleLbl="bgShp" presStyleIdx="0" presStyleCnt="5"/>
      <dgm:spPr/>
    </dgm:pt>
    <dgm:pt modelId="{94A8014C-2991-48E9-A66E-2A294A7F77A4}" type="pres">
      <dgm:prSet presAssocID="{9FB0D8F2-EE9C-4123-9102-0A2F05CA6763}"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rinning Face with No Fill"/>
        </a:ext>
      </dgm:extLst>
    </dgm:pt>
    <dgm:pt modelId="{4E63477A-C34F-4107-9318-36FF41080AEA}" type="pres">
      <dgm:prSet presAssocID="{9FB0D8F2-EE9C-4123-9102-0A2F05CA6763}" presName="spaceRect" presStyleCnt="0"/>
      <dgm:spPr/>
    </dgm:pt>
    <dgm:pt modelId="{79A4AE6A-E4BB-49C5-A1E2-363E1754BCFB}" type="pres">
      <dgm:prSet presAssocID="{9FB0D8F2-EE9C-4123-9102-0A2F05CA6763}" presName="parTx" presStyleLbl="revTx" presStyleIdx="0" presStyleCnt="5">
        <dgm:presLayoutVars>
          <dgm:chMax val="0"/>
          <dgm:chPref val="0"/>
        </dgm:presLayoutVars>
      </dgm:prSet>
      <dgm:spPr/>
    </dgm:pt>
    <dgm:pt modelId="{0AB5D618-68BB-454E-B49E-D15698C91D9C}" type="pres">
      <dgm:prSet presAssocID="{E5270949-DA31-4C5B-8723-DC117C8843D4}" presName="sibTrans" presStyleCnt="0"/>
      <dgm:spPr/>
    </dgm:pt>
    <dgm:pt modelId="{C01FB417-3376-4A8E-859C-EC89A4378345}" type="pres">
      <dgm:prSet presAssocID="{7F9BE608-9A4A-4E1A-911B-3E0642DB41BF}" presName="compNode" presStyleCnt="0"/>
      <dgm:spPr/>
    </dgm:pt>
    <dgm:pt modelId="{F12BCE71-8A1D-4613-873B-F8E9245B3AC6}" type="pres">
      <dgm:prSet presAssocID="{7F9BE608-9A4A-4E1A-911B-3E0642DB41BF}" presName="bgRect" presStyleLbl="bgShp" presStyleIdx="1" presStyleCnt="5"/>
      <dgm:spPr/>
    </dgm:pt>
    <dgm:pt modelId="{F81CEB71-C428-4775-90A5-C3215F239B2D}" type="pres">
      <dgm:prSet presAssocID="{7F9BE608-9A4A-4E1A-911B-3E0642DB41BF}"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ing"/>
        </a:ext>
      </dgm:extLst>
    </dgm:pt>
    <dgm:pt modelId="{0C9B0428-4EC7-4CCB-9D09-45AF0D7F2394}" type="pres">
      <dgm:prSet presAssocID="{7F9BE608-9A4A-4E1A-911B-3E0642DB41BF}" presName="spaceRect" presStyleCnt="0"/>
      <dgm:spPr/>
    </dgm:pt>
    <dgm:pt modelId="{B1B9C4AE-1B0C-4867-BCDF-7A806458B0E7}" type="pres">
      <dgm:prSet presAssocID="{7F9BE608-9A4A-4E1A-911B-3E0642DB41BF}" presName="parTx" presStyleLbl="revTx" presStyleIdx="1" presStyleCnt="5">
        <dgm:presLayoutVars>
          <dgm:chMax val="0"/>
          <dgm:chPref val="0"/>
        </dgm:presLayoutVars>
      </dgm:prSet>
      <dgm:spPr/>
    </dgm:pt>
    <dgm:pt modelId="{7E982235-FB27-4B43-979A-07238397C9F2}" type="pres">
      <dgm:prSet presAssocID="{C4352494-5D1F-4A34-A9DB-79C96081E15D}" presName="sibTrans" presStyleCnt="0"/>
      <dgm:spPr/>
    </dgm:pt>
    <dgm:pt modelId="{A3E281F0-A802-4186-99C5-8A5E5B5EC468}" type="pres">
      <dgm:prSet presAssocID="{4012B93F-BB7E-49CA-859A-8CC0F65EF493}" presName="compNode" presStyleCnt="0"/>
      <dgm:spPr/>
    </dgm:pt>
    <dgm:pt modelId="{A61E158A-8D35-4DD3-8B59-846FA798B71F}" type="pres">
      <dgm:prSet presAssocID="{4012B93F-BB7E-49CA-859A-8CC0F65EF493}" presName="bgRect" presStyleLbl="bgShp" presStyleIdx="2" presStyleCnt="5"/>
      <dgm:spPr/>
    </dgm:pt>
    <dgm:pt modelId="{58F80A2C-C982-4B16-85E9-A5F7D2E8F9C4}" type="pres">
      <dgm:prSet presAssocID="{4012B93F-BB7E-49CA-859A-8CC0F65EF493}"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ocial Network"/>
        </a:ext>
      </dgm:extLst>
    </dgm:pt>
    <dgm:pt modelId="{994975A4-396B-4BB2-AF32-78956CC449AA}" type="pres">
      <dgm:prSet presAssocID="{4012B93F-BB7E-49CA-859A-8CC0F65EF493}" presName="spaceRect" presStyleCnt="0"/>
      <dgm:spPr/>
    </dgm:pt>
    <dgm:pt modelId="{F861ACB4-5C6B-4D39-AA32-455A041C8E53}" type="pres">
      <dgm:prSet presAssocID="{4012B93F-BB7E-49CA-859A-8CC0F65EF493}" presName="parTx" presStyleLbl="revTx" presStyleIdx="2" presStyleCnt="5">
        <dgm:presLayoutVars>
          <dgm:chMax val="0"/>
          <dgm:chPref val="0"/>
        </dgm:presLayoutVars>
      </dgm:prSet>
      <dgm:spPr/>
    </dgm:pt>
    <dgm:pt modelId="{08DF730D-67FC-4EB9-B9BD-8FFF0337BA26}" type="pres">
      <dgm:prSet presAssocID="{3551940D-9941-470E-A918-AED3AC85CE22}" presName="sibTrans" presStyleCnt="0"/>
      <dgm:spPr/>
    </dgm:pt>
    <dgm:pt modelId="{2611363D-8EFD-4185-AD83-9F88244827F1}" type="pres">
      <dgm:prSet presAssocID="{A8550560-77E8-4A05-995C-50F84981E9E8}" presName="compNode" presStyleCnt="0"/>
      <dgm:spPr/>
    </dgm:pt>
    <dgm:pt modelId="{CA385BE7-3172-438A-8599-E474B124AFE5}" type="pres">
      <dgm:prSet presAssocID="{A8550560-77E8-4A05-995C-50F84981E9E8}" presName="bgRect" presStyleLbl="bgShp" presStyleIdx="3" presStyleCnt="5"/>
      <dgm:spPr/>
    </dgm:pt>
    <dgm:pt modelId="{6EABE292-61AC-479D-A564-F8F889FFD90D}" type="pres">
      <dgm:prSet presAssocID="{A8550560-77E8-4A05-995C-50F84981E9E8}"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hought bubble"/>
        </a:ext>
      </dgm:extLst>
    </dgm:pt>
    <dgm:pt modelId="{E1BB3050-9696-4FF7-903F-2FAEE290DFBB}" type="pres">
      <dgm:prSet presAssocID="{A8550560-77E8-4A05-995C-50F84981E9E8}" presName="spaceRect" presStyleCnt="0"/>
      <dgm:spPr/>
    </dgm:pt>
    <dgm:pt modelId="{E8A4B79A-1746-4AB5-B482-7A332818A2F0}" type="pres">
      <dgm:prSet presAssocID="{A8550560-77E8-4A05-995C-50F84981E9E8}" presName="parTx" presStyleLbl="revTx" presStyleIdx="3" presStyleCnt="5">
        <dgm:presLayoutVars>
          <dgm:chMax val="0"/>
          <dgm:chPref val="0"/>
        </dgm:presLayoutVars>
      </dgm:prSet>
      <dgm:spPr/>
    </dgm:pt>
    <dgm:pt modelId="{A3CB72BD-A810-4FB1-849E-4E668A82AB52}" type="pres">
      <dgm:prSet presAssocID="{591BCF76-0A8A-4EF4-B483-DAA00F7415E5}" presName="sibTrans" presStyleCnt="0"/>
      <dgm:spPr/>
    </dgm:pt>
    <dgm:pt modelId="{A872DDF3-0A8F-4F72-AC8B-341725CC7A5C}" type="pres">
      <dgm:prSet presAssocID="{9A40D485-948C-40AE-9C90-9626CC6A0D8A}" presName="compNode" presStyleCnt="0"/>
      <dgm:spPr/>
    </dgm:pt>
    <dgm:pt modelId="{5913BCFE-163E-4088-B506-62B0DFF548F0}" type="pres">
      <dgm:prSet presAssocID="{9A40D485-948C-40AE-9C90-9626CC6A0D8A}" presName="bgRect" presStyleLbl="bgShp" presStyleIdx="4" presStyleCnt="5"/>
      <dgm:spPr/>
    </dgm:pt>
    <dgm:pt modelId="{99739DB3-225A-4DC2-B6F8-D2B19E6B5406}" type="pres">
      <dgm:prSet presAssocID="{9A40D485-948C-40AE-9C90-9626CC6A0D8A}"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iploma"/>
        </a:ext>
      </dgm:extLst>
    </dgm:pt>
    <dgm:pt modelId="{BCE9A34C-ED0F-48C5-817C-DC8A437F8664}" type="pres">
      <dgm:prSet presAssocID="{9A40D485-948C-40AE-9C90-9626CC6A0D8A}" presName="spaceRect" presStyleCnt="0"/>
      <dgm:spPr/>
    </dgm:pt>
    <dgm:pt modelId="{3A33A42B-A25C-473B-97C4-60736557B360}" type="pres">
      <dgm:prSet presAssocID="{9A40D485-948C-40AE-9C90-9626CC6A0D8A}" presName="parTx" presStyleLbl="revTx" presStyleIdx="4" presStyleCnt="5">
        <dgm:presLayoutVars>
          <dgm:chMax val="0"/>
          <dgm:chPref val="0"/>
        </dgm:presLayoutVars>
      </dgm:prSet>
      <dgm:spPr/>
    </dgm:pt>
  </dgm:ptLst>
  <dgm:cxnLst>
    <dgm:cxn modelId="{36D12437-3167-4959-8604-024C4B16A6F0}" type="presOf" srcId="{9FB0D8F2-EE9C-4123-9102-0A2F05CA6763}" destId="{79A4AE6A-E4BB-49C5-A1E2-363E1754BCFB}" srcOrd="0" destOrd="0" presId="urn:microsoft.com/office/officeart/2018/2/layout/IconVerticalSolidList"/>
    <dgm:cxn modelId="{95C9273E-BEAB-4161-A895-D3CE1E87D680}" srcId="{3D1A7834-C0BE-4003-95B3-43E0C8ED4B15}" destId="{4012B93F-BB7E-49CA-859A-8CC0F65EF493}" srcOrd="2" destOrd="0" parTransId="{DC7433AE-5B89-40B0-AB62-0D2EBB676144}" sibTransId="{3551940D-9941-470E-A918-AED3AC85CE22}"/>
    <dgm:cxn modelId="{818D3263-D578-4E2A-9604-C38220F8F9B2}" type="presOf" srcId="{A8550560-77E8-4A05-995C-50F84981E9E8}" destId="{E8A4B79A-1746-4AB5-B482-7A332818A2F0}" srcOrd="0" destOrd="0" presId="urn:microsoft.com/office/officeart/2018/2/layout/IconVerticalSolidList"/>
    <dgm:cxn modelId="{AE884164-A231-48CA-B117-221BCD094CC1}" srcId="{3D1A7834-C0BE-4003-95B3-43E0C8ED4B15}" destId="{9A40D485-948C-40AE-9C90-9626CC6A0D8A}" srcOrd="4" destOrd="0" parTransId="{034D9587-34B3-45C5-9BFB-54285BF9DF77}" sibTransId="{1C3A1E19-8F93-41FA-9C37-01871F172162}"/>
    <dgm:cxn modelId="{3039B772-D98D-4BFD-AB62-DC1A6FDACCAC}" type="presOf" srcId="{4012B93F-BB7E-49CA-859A-8CC0F65EF493}" destId="{F861ACB4-5C6B-4D39-AA32-455A041C8E53}" srcOrd="0" destOrd="0" presId="urn:microsoft.com/office/officeart/2018/2/layout/IconVerticalSolidList"/>
    <dgm:cxn modelId="{C3B0F156-EBC6-4916-B376-3C8339F9E7F1}" type="presOf" srcId="{7F9BE608-9A4A-4E1A-911B-3E0642DB41BF}" destId="{B1B9C4AE-1B0C-4867-BCDF-7A806458B0E7}" srcOrd="0" destOrd="0" presId="urn:microsoft.com/office/officeart/2018/2/layout/IconVerticalSolidList"/>
    <dgm:cxn modelId="{377FC159-5303-4857-A727-E33B90C45957}" type="presOf" srcId="{3D1A7834-C0BE-4003-95B3-43E0C8ED4B15}" destId="{F589016C-6836-4814-A304-B11D66ABAAB4}" srcOrd="0" destOrd="0" presId="urn:microsoft.com/office/officeart/2018/2/layout/IconVerticalSolidList"/>
    <dgm:cxn modelId="{F6860088-5D17-4DF3-9BCA-EB7F212A59AC}" srcId="{3D1A7834-C0BE-4003-95B3-43E0C8ED4B15}" destId="{9FB0D8F2-EE9C-4123-9102-0A2F05CA6763}" srcOrd="0" destOrd="0" parTransId="{B4EFFEBF-BD91-4C50-B8E3-F153E03313EE}" sibTransId="{E5270949-DA31-4C5B-8723-DC117C8843D4}"/>
    <dgm:cxn modelId="{D4DC68B2-DD1F-414F-AB47-8793ECD1A318}" type="presOf" srcId="{9A40D485-948C-40AE-9C90-9626CC6A0D8A}" destId="{3A33A42B-A25C-473B-97C4-60736557B360}" srcOrd="0" destOrd="0" presId="urn:microsoft.com/office/officeart/2018/2/layout/IconVerticalSolidList"/>
    <dgm:cxn modelId="{E3BC46B5-7706-48F5-A66E-686441C5630B}" srcId="{3D1A7834-C0BE-4003-95B3-43E0C8ED4B15}" destId="{7F9BE608-9A4A-4E1A-911B-3E0642DB41BF}" srcOrd="1" destOrd="0" parTransId="{C8570DB8-02DD-4128-8BE1-D8CB5A01866E}" sibTransId="{C4352494-5D1F-4A34-A9DB-79C96081E15D}"/>
    <dgm:cxn modelId="{9B5C61C5-18E0-4F23-861C-A682DAF1443E}" srcId="{3D1A7834-C0BE-4003-95B3-43E0C8ED4B15}" destId="{A8550560-77E8-4A05-995C-50F84981E9E8}" srcOrd="3" destOrd="0" parTransId="{119441D0-BBD8-42F5-9047-4873891EBE36}" sibTransId="{591BCF76-0A8A-4EF4-B483-DAA00F7415E5}"/>
    <dgm:cxn modelId="{47E5A7B1-69D9-4480-8737-3A53C8ABE3D8}" type="presParOf" srcId="{F589016C-6836-4814-A304-B11D66ABAAB4}" destId="{A2D24C74-44D5-4D61-8684-DB66CED8D61B}" srcOrd="0" destOrd="0" presId="urn:microsoft.com/office/officeart/2018/2/layout/IconVerticalSolidList"/>
    <dgm:cxn modelId="{AABD42E6-09B2-4800-A273-0C03BB1B45CB}" type="presParOf" srcId="{A2D24C74-44D5-4D61-8684-DB66CED8D61B}" destId="{E4025B10-E6D4-48E2-861C-1A3B53EE842B}" srcOrd="0" destOrd="0" presId="urn:microsoft.com/office/officeart/2018/2/layout/IconVerticalSolidList"/>
    <dgm:cxn modelId="{24B3D8AF-0259-40EB-91E4-62BCDDFA999A}" type="presParOf" srcId="{A2D24C74-44D5-4D61-8684-DB66CED8D61B}" destId="{94A8014C-2991-48E9-A66E-2A294A7F77A4}" srcOrd="1" destOrd="0" presId="urn:microsoft.com/office/officeart/2018/2/layout/IconVerticalSolidList"/>
    <dgm:cxn modelId="{0EC9C08E-C323-4D77-957F-BE3E924F474F}" type="presParOf" srcId="{A2D24C74-44D5-4D61-8684-DB66CED8D61B}" destId="{4E63477A-C34F-4107-9318-36FF41080AEA}" srcOrd="2" destOrd="0" presId="urn:microsoft.com/office/officeart/2018/2/layout/IconVerticalSolidList"/>
    <dgm:cxn modelId="{C25387DA-4102-440B-966F-7D81AEC905CB}" type="presParOf" srcId="{A2D24C74-44D5-4D61-8684-DB66CED8D61B}" destId="{79A4AE6A-E4BB-49C5-A1E2-363E1754BCFB}" srcOrd="3" destOrd="0" presId="urn:microsoft.com/office/officeart/2018/2/layout/IconVerticalSolidList"/>
    <dgm:cxn modelId="{D0709843-CAA7-4170-BF02-B29DA67EFF5F}" type="presParOf" srcId="{F589016C-6836-4814-A304-B11D66ABAAB4}" destId="{0AB5D618-68BB-454E-B49E-D15698C91D9C}" srcOrd="1" destOrd="0" presId="urn:microsoft.com/office/officeart/2018/2/layout/IconVerticalSolidList"/>
    <dgm:cxn modelId="{9517E668-8108-4D4B-AF72-057B12270154}" type="presParOf" srcId="{F589016C-6836-4814-A304-B11D66ABAAB4}" destId="{C01FB417-3376-4A8E-859C-EC89A4378345}" srcOrd="2" destOrd="0" presId="urn:microsoft.com/office/officeart/2018/2/layout/IconVerticalSolidList"/>
    <dgm:cxn modelId="{25B7A7A7-0B9D-406F-8D6C-C69B138459C9}" type="presParOf" srcId="{C01FB417-3376-4A8E-859C-EC89A4378345}" destId="{F12BCE71-8A1D-4613-873B-F8E9245B3AC6}" srcOrd="0" destOrd="0" presId="urn:microsoft.com/office/officeart/2018/2/layout/IconVerticalSolidList"/>
    <dgm:cxn modelId="{997C4001-8022-4897-A5AB-5FFCEE11A8F0}" type="presParOf" srcId="{C01FB417-3376-4A8E-859C-EC89A4378345}" destId="{F81CEB71-C428-4775-90A5-C3215F239B2D}" srcOrd="1" destOrd="0" presId="urn:microsoft.com/office/officeart/2018/2/layout/IconVerticalSolidList"/>
    <dgm:cxn modelId="{BC7903D8-9EF9-4EBE-B58D-7E89012A1EBE}" type="presParOf" srcId="{C01FB417-3376-4A8E-859C-EC89A4378345}" destId="{0C9B0428-4EC7-4CCB-9D09-45AF0D7F2394}" srcOrd="2" destOrd="0" presId="urn:microsoft.com/office/officeart/2018/2/layout/IconVerticalSolidList"/>
    <dgm:cxn modelId="{0BFC04F6-CC27-42F8-BE76-F1F4027F2C75}" type="presParOf" srcId="{C01FB417-3376-4A8E-859C-EC89A4378345}" destId="{B1B9C4AE-1B0C-4867-BCDF-7A806458B0E7}" srcOrd="3" destOrd="0" presId="urn:microsoft.com/office/officeart/2018/2/layout/IconVerticalSolidList"/>
    <dgm:cxn modelId="{6842086D-837C-4D35-AEE0-EFD47CA4666D}" type="presParOf" srcId="{F589016C-6836-4814-A304-B11D66ABAAB4}" destId="{7E982235-FB27-4B43-979A-07238397C9F2}" srcOrd="3" destOrd="0" presId="urn:microsoft.com/office/officeart/2018/2/layout/IconVerticalSolidList"/>
    <dgm:cxn modelId="{9BC94645-9C24-4D4B-BA65-699DB9036AD0}" type="presParOf" srcId="{F589016C-6836-4814-A304-B11D66ABAAB4}" destId="{A3E281F0-A802-4186-99C5-8A5E5B5EC468}" srcOrd="4" destOrd="0" presId="urn:microsoft.com/office/officeart/2018/2/layout/IconVerticalSolidList"/>
    <dgm:cxn modelId="{004F3FCA-9A5D-4589-A671-E3BAA2BD9C05}" type="presParOf" srcId="{A3E281F0-A802-4186-99C5-8A5E5B5EC468}" destId="{A61E158A-8D35-4DD3-8B59-846FA798B71F}" srcOrd="0" destOrd="0" presId="urn:microsoft.com/office/officeart/2018/2/layout/IconVerticalSolidList"/>
    <dgm:cxn modelId="{46AE0527-B320-4538-BBA0-306D433264A0}" type="presParOf" srcId="{A3E281F0-A802-4186-99C5-8A5E5B5EC468}" destId="{58F80A2C-C982-4B16-85E9-A5F7D2E8F9C4}" srcOrd="1" destOrd="0" presId="urn:microsoft.com/office/officeart/2018/2/layout/IconVerticalSolidList"/>
    <dgm:cxn modelId="{9AEF6615-80BB-40F6-B2F4-122AE3EFC06F}" type="presParOf" srcId="{A3E281F0-A802-4186-99C5-8A5E5B5EC468}" destId="{994975A4-396B-4BB2-AF32-78956CC449AA}" srcOrd="2" destOrd="0" presId="urn:microsoft.com/office/officeart/2018/2/layout/IconVerticalSolidList"/>
    <dgm:cxn modelId="{3FA53DC4-30FD-463A-9004-C6237B4CA650}" type="presParOf" srcId="{A3E281F0-A802-4186-99C5-8A5E5B5EC468}" destId="{F861ACB4-5C6B-4D39-AA32-455A041C8E53}" srcOrd="3" destOrd="0" presId="urn:microsoft.com/office/officeart/2018/2/layout/IconVerticalSolidList"/>
    <dgm:cxn modelId="{43AD5AF3-733D-484B-914C-8B8E5D5FEBE4}" type="presParOf" srcId="{F589016C-6836-4814-A304-B11D66ABAAB4}" destId="{08DF730D-67FC-4EB9-B9BD-8FFF0337BA26}" srcOrd="5" destOrd="0" presId="urn:microsoft.com/office/officeart/2018/2/layout/IconVerticalSolidList"/>
    <dgm:cxn modelId="{FD83F88C-87D4-4B67-93B3-A6D9515AC802}" type="presParOf" srcId="{F589016C-6836-4814-A304-B11D66ABAAB4}" destId="{2611363D-8EFD-4185-AD83-9F88244827F1}" srcOrd="6" destOrd="0" presId="urn:microsoft.com/office/officeart/2018/2/layout/IconVerticalSolidList"/>
    <dgm:cxn modelId="{021CDE7D-3C03-4EAF-BE5D-0CC3F6A89FF2}" type="presParOf" srcId="{2611363D-8EFD-4185-AD83-9F88244827F1}" destId="{CA385BE7-3172-438A-8599-E474B124AFE5}" srcOrd="0" destOrd="0" presId="urn:microsoft.com/office/officeart/2018/2/layout/IconVerticalSolidList"/>
    <dgm:cxn modelId="{F9FEF46C-D5C1-4DF4-9BAE-D742C9E4DEF5}" type="presParOf" srcId="{2611363D-8EFD-4185-AD83-9F88244827F1}" destId="{6EABE292-61AC-479D-A564-F8F889FFD90D}" srcOrd="1" destOrd="0" presId="urn:microsoft.com/office/officeart/2018/2/layout/IconVerticalSolidList"/>
    <dgm:cxn modelId="{D49B88CB-087B-4265-87E7-09AC5559884D}" type="presParOf" srcId="{2611363D-8EFD-4185-AD83-9F88244827F1}" destId="{E1BB3050-9696-4FF7-903F-2FAEE290DFBB}" srcOrd="2" destOrd="0" presId="urn:microsoft.com/office/officeart/2018/2/layout/IconVerticalSolidList"/>
    <dgm:cxn modelId="{DC8B4683-0F8E-4030-A110-C21D8E1A9105}" type="presParOf" srcId="{2611363D-8EFD-4185-AD83-9F88244827F1}" destId="{E8A4B79A-1746-4AB5-B482-7A332818A2F0}" srcOrd="3" destOrd="0" presId="urn:microsoft.com/office/officeart/2018/2/layout/IconVerticalSolidList"/>
    <dgm:cxn modelId="{F584669A-8864-4E79-9374-FF675835EE68}" type="presParOf" srcId="{F589016C-6836-4814-A304-B11D66ABAAB4}" destId="{A3CB72BD-A810-4FB1-849E-4E668A82AB52}" srcOrd="7" destOrd="0" presId="urn:microsoft.com/office/officeart/2018/2/layout/IconVerticalSolidList"/>
    <dgm:cxn modelId="{E1C3225D-E081-4AF6-BA7F-3A1DC9A79C9D}" type="presParOf" srcId="{F589016C-6836-4814-A304-B11D66ABAAB4}" destId="{A872DDF3-0A8F-4F72-AC8B-341725CC7A5C}" srcOrd="8" destOrd="0" presId="urn:microsoft.com/office/officeart/2018/2/layout/IconVerticalSolidList"/>
    <dgm:cxn modelId="{197A603F-D217-4BF1-AA9B-67BEADA29D99}" type="presParOf" srcId="{A872DDF3-0A8F-4F72-AC8B-341725CC7A5C}" destId="{5913BCFE-163E-4088-B506-62B0DFF548F0}" srcOrd="0" destOrd="0" presId="urn:microsoft.com/office/officeart/2018/2/layout/IconVerticalSolidList"/>
    <dgm:cxn modelId="{5E3EE88C-437E-4A03-9247-9382391ECB5E}" type="presParOf" srcId="{A872DDF3-0A8F-4F72-AC8B-341725CC7A5C}" destId="{99739DB3-225A-4DC2-B6F8-D2B19E6B5406}" srcOrd="1" destOrd="0" presId="urn:microsoft.com/office/officeart/2018/2/layout/IconVerticalSolidList"/>
    <dgm:cxn modelId="{6B582883-4702-4146-877E-E7CF272EFBE1}" type="presParOf" srcId="{A872DDF3-0A8F-4F72-AC8B-341725CC7A5C}" destId="{BCE9A34C-ED0F-48C5-817C-DC8A437F8664}" srcOrd="2" destOrd="0" presId="urn:microsoft.com/office/officeart/2018/2/layout/IconVerticalSolidList"/>
    <dgm:cxn modelId="{C700A02F-41F1-4FD4-9B65-05107403916F}" type="presParOf" srcId="{A872DDF3-0A8F-4F72-AC8B-341725CC7A5C}" destId="{3A33A42B-A25C-473B-97C4-60736557B36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0719178-94D0-4107-8613-BD783B2A6004}" type="doc">
      <dgm:prSet loTypeId="urn:microsoft.com/office/officeart/2005/8/layout/arrow5" loCatId="relationship" qsTypeId="urn:microsoft.com/office/officeart/2005/8/quickstyle/simple2" qsCatId="simple" csTypeId="urn:microsoft.com/office/officeart/2005/8/colors/accent3_2" csCatId="accent3"/>
      <dgm:spPr/>
      <dgm:t>
        <a:bodyPr/>
        <a:lstStyle/>
        <a:p>
          <a:endParaRPr lang="en-US"/>
        </a:p>
      </dgm:t>
    </dgm:pt>
    <dgm:pt modelId="{0C04C189-C904-4B88-8898-FFBEC27B37B9}">
      <dgm:prSet/>
      <dgm:spPr/>
      <dgm:t>
        <a:bodyPr/>
        <a:lstStyle/>
        <a:p>
          <a:r>
            <a:rPr lang="en-GB"/>
            <a:t>What Are Positive Emotions?</a:t>
          </a:r>
          <a:endParaRPr lang="en-US"/>
        </a:p>
      </dgm:t>
    </dgm:pt>
    <dgm:pt modelId="{0F5370FE-0493-4E46-9406-7AA42FCC19C3}" type="parTrans" cxnId="{22793133-B4BF-4FAE-B0BC-64F0F308E8AE}">
      <dgm:prSet/>
      <dgm:spPr/>
      <dgm:t>
        <a:bodyPr/>
        <a:lstStyle/>
        <a:p>
          <a:endParaRPr lang="en-US"/>
        </a:p>
      </dgm:t>
    </dgm:pt>
    <dgm:pt modelId="{884E8DF0-3BB0-43FB-BB0F-BF03AF0A8108}" type="sibTrans" cxnId="{22793133-B4BF-4FAE-B0BC-64F0F308E8AE}">
      <dgm:prSet/>
      <dgm:spPr/>
      <dgm:t>
        <a:bodyPr/>
        <a:lstStyle/>
        <a:p>
          <a:endParaRPr lang="en-US"/>
        </a:p>
      </dgm:t>
    </dgm:pt>
    <dgm:pt modelId="{AEE4A440-7E69-4E80-A6D6-7268FFA75020}">
      <dgm:prSet/>
      <dgm:spPr/>
      <dgm:t>
        <a:bodyPr/>
        <a:lstStyle/>
        <a:p>
          <a:r>
            <a:rPr lang="en-GB"/>
            <a:t>Tomkins' Theory of Affect Script</a:t>
          </a:r>
          <a:endParaRPr lang="en-US"/>
        </a:p>
      </dgm:t>
    </dgm:pt>
    <dgm:pt modelId="{F2F831B6-975E-4F5E-963F-F8C3D8A8FA91}" type="parTrans" cxnId="{C1A45E07-F90A-4B2E-8229-0A53BB13BEC5}">
      <dgm:prSet/>
      <dgm:spPr/>
      <dgm:t>
        <a:bodyPr/>
        <a:lstStyle/>
        <a:p>
          <a:endParaRPr lang="en-US"/>
        </a:p>
      </dgm:t>
    </dgm:pt>
    <dgm:pt modelId="{D9E81736-023F-468D-9D2D-5B8278C6DF9D}" type="sibTrans" cxnId="{C1A45E07-F90A-4B2E-8229-0A53BB13BEC5}">
      <dgm:prSet/>
      <dgm:spPr/>
      <dgm:t>
        <a:bodyPr/>
        <a:lstStyle/>
        <a:p>
          <a:endParaRPr lang="en-US"/>
        </a:p>
      </dgm:t>
    </dgm:pt>
    <dgm:pt modelId="{AFBB061C-69BF-4213-980D-E97BD98AEB0D}">
      <dgm:prSet/>
      <dgm:spPr/>
      <dgm:t>
        <a:bodyPr/>
        <a:lstStyle/>
        <a:p>
          <a:r>
            <a:rPr lang="en-GB"/>
            <a:t>Innate Drive for Joy and Interest</a:t>
          </a:r>
          <a:endParaRPr lang="en-US"/>
        </a:p>
      </dgm:t>
    </dgm:pt>
    <dgm:pt modelId="{617FA465-DEAD-42F6-8BF3-1A054C57621C}" type="parTrans" cxnId="{CF8E5850-6170-4288-A5C5-AC8754C46B71}">
      <dgm:prSet/>
      <dgm:spPr/>
      <dgm:t>
        <a:bodyPr/>
        <a:lstStyle/>
        <a:p>
          <a:endParaRPr lang="en-US"/>
        </a:p>
      </dgm:t>
    </dgm:pt>
    <dgm:pt modelId="{4C6FF63A-33D4-4C72-B5EF-4FF255D28EB3}" type="sibTrans" cxnId="{CF8E5850-6170-4288-A5C5-AC8754C46B71}">
      <dgm:prSet/>
      <dgm:spPr/>
      <dgm:t>
        <a:bodyPr/>
        <a:lstStyle/>
        <a:p>
          <a:endParaRPr lang="en-US"/>
        </a:p>
      </dgm:t>
    </dgm:pt>
    <dgm:pt modelId="{F07214C8-0A22-46B5-AA0D-9DDDC693714F}" type="pres">
      <dgm:prSet presAssocID="{40719178-94D0-4107-8613-BD783B2A6004}" presName="diagram" presStyleCnt="0">
        <dgm:presLayoutVars>
          <dgm:dir/>
          <dgm:resizeHandles val="exact"/>
        </dgm:presLayoutVars>
      </dgm:prSet>
      <dgm:spPr/>
    </dgm:pt>
    <dgm:pt modelId="{258EFEE0-18B6-4030-9778-4ADCD28D367B}" type="pres">
      <dgm:prSet presAssocID="{0C04C189-C904-4B88-8898-FFBEC27B37B9}" presName="arrow" presStyleLbl="node1" presStyleIdx="0" presStyleCnt="3">
        <dgm:presLayoutVars>
          <dgm:bulletEnabled val="1"/>
        </dgm:presLayoutVars>
      </dgm:prSet>
      <dgm:spPr/>
    </dgm:pt>
    <dgm:pt modelId="{66208A61-5423-446E-BF94-DBFB13550E32}" type="pres">
      <dgm:prSet presAssocID="{AEE4A440-7E69-4E80-A6D6-7268FFA75020}" presName="arrow" presStyleLbl="node1" presStyleIdx="1" presStyleCnt="3">
        <dgm:presLayoutVars>
          <dgm:bulletEnabled val="1"/>
        </dgm:presLayoutVars>
      </dgm:prSet>
      <dgm:spPr/>
    </dgm:pt>
    <dgm:pt modelId="{E99A07BF-DAEF-4A1D-ADF3-E8C0A56F8858}" type="pres">
      <dgm:prSet presAssocID="{AFBB061C-69BF-4213-980D-E97BD98AEB0D}" presName="arrow" presStyleLbl="node1" presStyleIdx="2" presStyleCnt="3">
        <dgm:presLayoutVars>
          <dgm:bulletEnabled val="1"/>
        </dgm:presLayoutVars>
      </dgm:prSet>
      <dgm:spPr/>
    </dgm:pt>
  </dgm:ptLst>
  <dgm:cxnLst>
    <dgm:cxn modelId="{C1A45E07-F90A-4B2E-8229-0A53BB13BEC5}" srcId="{40719178-94D0-4107-8613-BD783B2A6004}" destId="{AEE4A440-7E69-4E80-A6D6-7268FFA75020}" srcOrd="1" destOrd="0" parTransId="{F2F831B6-975E-4F5E-963F-F8C3D8A8FA91}" sibTransId="{D9E81736-023F-468D-9D2D-5B8278C6DF9D}"/>
    <dgm:cxn modelId="{D75F7321-B837-423E-B284-2E5AEA45FDA6}" type="presOf" srcId="{40719178-94D0-4107-8613-BD783B2A6004}" destId="{F07214C8-0A22-46B5-AA0D-9DDDC693714F}" srcOrd="0" destOrd="0" presId="urn:microsoft.com/office/officeart/2005/8/layout/arrow5"/>
    <dgm:cxn modelId="{BE645831-D80B-46D7-A6C3-E02046035CFD}" type="presOf" srcId="{AEE4A440-7E69-4E80-A6D6-7268FFA75020}" destId="{66208A61-5423-446E-BF94-DBFB13550E32}" srcOrd="0" destOrd="0" presId="urn:microsoft.com/office/officeart/2005/8/layout/arrow5"/>
    <dgm:cxn modelId="{22793133-B4BF-4FAE-B0BC-64F0F308E8AE}" srcId="{40719178-94D0-4107-8613-BD783B2A6004}" destId="{0C04C189-C904-4B88-8898-FFBEC27B37B9}" srcOrd="0" destOrd="0" parTransId="{0F5370FE-0493-4E46-9406-7AA42FCC19C3}" sibTransId="{884E8DF0-3BB0-43FB-BB0F-BF03AF0A8108}"/>
    <dgm:cxn modelId="{CF8E5850-6170-4288-A5C5-AC8754C46B71}" srcId="{40719178-94D0-4107-8613-BD783B2A6004}" destId="{AFBB061C-69BF-4213-980D-E97BD98AEB0D}" srcOrd="2" destOrd="0" parTransId="{617FA465-DEAD-42F6-8BF3-1A054C57621C}" sibTransId="{4C6FF63A-33D4-4C72-B5EF-4FF255D28EB3}"/>
    <dgm:cxn modelId="{86CF15ED-6837-436C-8D58-1602BF55347E}" type="presOf" srcId="{AFBB061C-69BF-4213-980D-E97BD98AEB0D}" destId="{E99A07BF-DAEF-4A1D-ADF3-E8C0A56F8858}" srcOrd="0" destOrd="0" presId="urn:microsoft.com/office/officeart/2005/8/layout/arrow5"/>
    <dgm:cxn modelId="{9D62FAF0-3695-437F-AB87-F74475EDC588}" type="presOf" srcId="{0C04C189-C904-4B88-8898-FFBEC27B37B9}" destId="{258EFEE0-18B6-4030-9778-4ADCD28D367B}" srcOrd="0" destOrd="0" presId="urn:microsoft.com/office/officeart/2005/8/layout/arrow5"/>
    <dgm:cxn modelId="{5C4ECAE2-9BA3-43AF-9347-2E5645CEAC3A}" type="presParOf" srcId="{F07214C8-0A22-46B5-AA0D-9DDDC693714F}" destId="{258EFEE0-18B6-4030-9778-4ADCD28D367B}" srcOrd="0" destOrd="0" presId="urn:microsoft.com/office/officeart/2005/8/layout/arrow5"/>
    <dgm:cxn modelId="{EBEB158D-4F5D-4CB8-9CA0-278AFDF61692}" type="presParOf" srcId="{F07214C8-0A22-46B5-AA0D-9DDDC693714F}" destId="{66208A61-5423-446E-BF94-DBFB13550E32}" srcOrd="1" destOrd="0" presId="urn:microsoft.com/office/officeart/2005/8/layout/arrow5"/>
    <dgm:cxn modelId="{F4E83016-30C3-4EC0-9667-85F989AC48F9}" type="presParOf" srcId="{F07214C8-0A22-46B5-AA0D-9DDDC693714F}" destId="{E99A07BF-DAEF-4A1D-ADF3-E8C0A56F8858}" srcOrd="2" destOrd="0" presId="urn:microsoft.com/office/officeart/2005/8/layout/arrow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5D149F5-313A-400A-87B5-C85454179FD8}"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B59E8B9B-B622-467E-B60D-B7AEFE67B4F1}">
      <dgm:prSet/>
      <dgm:spPr/>
      <dgm:t>
        <a:bodyPr/>
        <a:lstStyle/>
        <a:p>
          <a:r>
            <a:rPr lang="en-GB"/>
            <a:t>The central executive concept states that we are innately programmed to:</a:t>
          </a:r>
          <a:endParaRPr lang="en-US"/>
        </a:p>
      </dgm:t>
    </dgm:pt>
    <dgm:pt modelId="{A7D08353-E172-4E4B-9434-1E6B9E28859B}" type="parTrans" cxnId="{9DF62FFB-AC94-44B4-8822-6072409C3C77}">
      <dgm:prSet/>
      <dgm:spPr/>
      <dgm:t>
        <a:bodyPr/>
        <a:lstStyle/>
        <a:p>
          <a:endParaRPr lang="en-US"/>
        </a:p>
      </dgm:t>
    </dgm:pt>
    <dgm:pt modelId="{1B32A4E4-EDF9-4558-BCE1-339310A80CDC}" type="sibTrans" cxnId="{9DF62FFB-AC94-44B4-8822-6072409C3C77}">
      <dgm:prSet/>
      <dgm:spPr/>
      <dgm:t>
        <a:bodyPr/>
        <a:lstStyle/>
        <a:p>
          <a:endParaRPr lang="en-US"/>
        </a:p>
      </dgm:t>
    </dgm:pt>
    <dgm:pt modelId="{FA4A2F37-5254-4CAC-889A-0C4EB26055D9}">
      <dgm:prSet/>
      <dgm:spPr/>
      <dgm:t>
        <a:bodyPr/>
        <a:lstStyle/>
        <a:p>
          <a:r>
            <a:rPr lang="en-GB"/>
            <a:t>maximize positive affect, </a:t>
          </a:r>
          <a:endParaRPr lang="en-US"/>
        </a:p>
      </dgm:t>
    </dgm:pt>
    <dgm:pt modelId="{E693B365-48B2-44CA-BA80-6E03A0F60205}" type="parTrans" cxnId="{83DE3709-EC23-4DFB-A5DD-FB3C1E5602D6}">
      <dgm:prSet/>
      <dgm:spPr/>
      <dgm:t>
        <a:bodyPr/>
        <a:lstStyle/>
        <a:p>
          <a:endParaRPr lang="en-US"/>
        </a:p>
      </dgm:t>
    </dgm:pt>
    <dgm:pt modelId="{94AEA499-36E2-4450-AA21-A7901B066009}" type="sibTrans" cxnId="{83DE3709-EC23-4DFB-A5DD-FB3C1E5602D6}">
      <dgm:prSet/>
      <dgm:spPr/>
      <dgm:t>
        <a:bodyPr/>
        <a:lstStyle/>
        <a:p>
          <a:endParaRPr lang="en-US"/>
        </a:p>
      </dgm:t>
    </dgm:pt>
    <dgm:pt modelId="{D56B1652-80C1-4C83-9382-CFA7749A732C}">
      <dgm:prSet/>
      <dgm:spPr/>
      <dgm:t>
        <a:bodyPr/>
        <a:lstStyle/>
        <a:p>
          <a:r>
            <a:rPr lang="en-GB"/>
            <a:t>minimize negative affects, and </a:t>
          </a:r>
          <a:endParaRPr lang="en-US"/>
        </a:p>
      </dgm:t>
    </dgm:pt>
    <dgm:pt modelId="{76827DA1-BFAD-426D-A122-40580C5E1102}" type="parTrans" cxnId="{D86B50A7-5EF3-4719-A65B-7479ACA3E512}">
      <dgm:prSet/>
      <dgm:spPr/>
      <dgm:t>
        <a:bodyPr/>
        <a:lstStyle/>
        <a:p>
          <a:endParaRPr lang="en-US"/>
        </a:p>
      </dgm:t>
    </dgm:pt>
    <dgm:pt modelId="{B9050AA0-EBDC-4A95-93A9-A31ECE1C0967}" type="sibTrans" cxnId="{D86B50A7-5EF3-4719-A65B-7479ACA3E512}">
      <dgm:prSet/>
      <dgm:spPr/>
      <dgm:t>
        <a:bodyPr/>
        <a:lstStyle/>
        <a:p>
          <a:endParaRPr lang="en-US"/>
        </a:p>
      </dgm:t>
    </dgm:pt>
    <dgm:pt modelId="{6FBCA16A-8735-4A9C-B6B5-31D06D71B41C}">
      <dgm:prSet/>
      <dgm:spPr/>
      <dgm:t>
        <a:bodyPr/>
        <a:lstStyle/>
        <a:p>
          <a:r>
            <a:rPr lang="en-GB"/>
            <a:t>minimize the inhibition of affect.</a:t>
          </a:r>
          <a:endParaRPr lang="en-US"/>
        </a:p>
      </dgm:t>
    </dgm:pt>
    <dgm:pt modelId="{022278FF-0498-4D2C-8706-456F1ECED94E}" type="parTrans" cxnId="{BAEB4487-DDAF-4B1E-BEBC-1BDCD765C66E}">
      <dgm:prSet/>
      <dgm:spPr/>
      <dgm:t>
        <a:bodyPr/>
        <a:lstStyle/>
        <a:p>
          <a:endParaRPr lang="en-US"/>
        </a:p>
      </dgm:t>
    </dgm:pt>
    <dgm:pt modelId="{17ABD1E8-97A3-43D6-9472-457F591DEF7A}" type="sibTrans" cxnId="{BAEB4487-DDAF-4B1E-BEBC-1BDCD765C66E}">
      <dgm:prSet/>
      <dgm:spPr/>
      <dgm:t>
        <a:bodyPr/>
        <a:lstStyle/>
        <a:p>
          <a:endParaRPr lang="en-US"/>
        </a:p>
      </dgm:t>
    </dgm:pt>
    <dgm:pt modelId="{FAC40389-EE1D-410B-89B1-D20025014C56}">
      <dgm:prSet/>
      <dgm:spPr/>
      <dgm:t>
        <a:bodyPr/>
        <a:lstStyle/>
        <a:p>
          <a:r>
            <a:rPr lang="en-GB" dirty="0"/>
            <a:t>Our ability to function effectively is dependent on these factors being in place.</a:t>
          </a:r>
          <a:endParaRPr lang="en-US" dirty="0"/>
        </a:p>
      </dgm:t>
    </dgm:pt>
    <dgm:pt modelId="{44C41476-637B-48B9-8339-A5244CD8A44F}" type="parTrans" cxnId="{697E0BAC-37EA-47DC-82EF-4CC361F667A3}">
      <dgm:prSet/>
      <dgm:spPr/>
      <dgm:t>
        <a:bodyPr/>
        <a:lstStyle/>
        <a:p>
          <a:endParaRPr lang="en-US"/>
        </a:p>
      </dgm:t>
    </dgm:pt>
    <dgm:pt modelId="{9D19DA70-872E-4E38-98A3-DD7841698C36}" type="sibTrans" cxnId="{697E0BAC-37EA-47DC-82EF-4CC361F667A3}">
      <dgm:prSet/>
      <dgm:spPr/>
      <dgm:t>
        <a:bodyPr/>
        <a:lstStyle/>
        <a:p>
          <a:endParaRPr lang="en-US"/>
        </a:p>
      </dgm:t>
    </dgm:pt>
    <dgm:pt modelId="{BB4015CD-0A1F-4438-B92D-A5F5E6D5D4DB}">
      <dgm:prSet/>
      <dgm:spPr/>
      <dgm:t>
        <a:bodyPr/>
        <a:lstStyle/>
        <a:p>
          <a:r>
            <a:rPr lang="en-GB" dirty="0"/>
            <a:t>Understanding the impact of context on  behaviour and can help promote positive affect and minimize negative affects.</a:t>
          </a:r>
          <a:endParaRPr lang="en-US" dirty="0"/>
        </a:p>
      </dgm:t>
    </dgm:pt>
    <dgm:pt modelId="{ABF96C6A-82E9-42FB-AC80-46F7A1F6F511}" type="parTrans" cxnId="{55D6587B-A4EF-44B6-85D3-78B9A9230F1F}">
      <dgm:prSet/>
      <dgm:spPr/>
      <dgm:t>
        <a:bodyPr/>
        <a:lstStyle/>
        <a:p>
          <a:endParaRPr lang="en-US"/>
        </a:p>
      </dgm:t>
    </dgm:pt>
    <dgm:pt modelId="{9F5AACB7-CCFA-4FF4-8936-CAFE43273294}" type="sibTrans" cxnId="{55D6587B-A4EF-44B6-85D3-78B9A9230F1F}">
      <dgm:prSet/>
      <dgm:spPr/>
      <dgm:t>
        <a:bodyPr/>
        <a:lstStyle/>
        <a:p>
          <a:endParaRPr lang="en-US"/>
        </a:p>
      </dgm:t>
    </dgm:pt>
    <dgm:pt modelId="{F56632E1-94BA-4857-B6E2-D6AEBE6EDCD2}" type="pres">
      <dgm:prSet presAssocID="{75D149F5-313A-400A-87B5-C85454179FD8}" presName="Name0" presStyleCnt="0">
        <dgm:presLayoutVars>
          <dgm:dir/>
          <dgm:resizeHandles val="exact"/>
        </dgm:presLayoutVars>
      </dgm:prSet>
      <dgm:spPr/>
    </dgm:pt>
    <dgm:pt modelId="{61325B53-CF4F-441B-B37B-C708BB1BBE8B}" type="pres">
      <dgm:prSet presAssocID="{B59E8B9B-B622-467E-B60D-B7AEFE67B4F1}" presName="node" presStyleLbl="node1" presStyleIdx="0" presStyleCnt="6">
        <dgm:presLayoutVars>
          <dgm:bulletEnabled val="1"/>
        </dgm:presLayoutVars>
      </dgm:prSet>
      <dgm:spPr/>
    </dgm:pt>
    <dgm:pt modelId="{D5F5ADD9-1495-4D8E-BFD0-70867144E314}" type="pres">
      <dgm:prSet presAssocID="{1B32A4E4-EDF9-4558-BCE1-339310A80CDC}" presName="sibTrans" presStyleLbl="sibTrans1D1" presStyleIdx="0" presStyleCnt="5"/>
      <dgm:spPr/>
    </dgm:pt>
    <dgm:pt modelId="{5967A68C-2E4E-45F5-8795-2A79CC993950}" type="pres">
      <dgm:prSet presAssocID="{1B32A4E4-EDF9-4558-BCE1-339310A80CDC}" presName="connectorText" presStyleLbl="sibTrans1D1" presStyleIdx="0" presStyleCnt="5"/>
      <dgm:spPr/>
    </dgm:pt>
    <dgm:pt modelId="{61BC7237-B94A-4389-9EFA-9C44DAB875BC}" type="pres">
      <dgm:prSet presAssocID="{FA4A2F37-5254-4CAC-889A-0C4EB26055D9}" presName="node" presStyleLbl="node1" presStyleIdx="1" presStyleCnt="6">
        <dgm:presLayoutVars>
          <dgm:bulletEnabled val="1"/>
        </dgm:presLayoutVars>
      </dgm:prSet>
      <dgm:spPr/>
    </dgm:pt>
    <dgm:pt modelId="{2E780695-594F-4E48-89C8-0465556D3C0B}" type="pres">
      <dgm:prSet presAssocID="{94AEA499-36E2-4450-AA21-A7901B066009}" presName="sibTrans" presStyleLbl="sibTrans1D1" presStyleIdx="1" presStyleCnt="5"/>
      <dgm:spPr/>
    </dgm:pt>
    <dgm:pt modelId="{FDD86942-086C-471F-A34A-FCC222EE7C48}" type="pres">
      <dgm:prSet presAssocID="{94AEA499-36E2-4450-AA21-A7901B066009}" presName="connectorText" presStyleLbl="sibTrans1D1" presStyleIdx="1" presStyleCnt="5"/>
      <dgm:spPr/>
    </dgm:pt>
    <dgm:pt modelId="{0A1671AB-A0CD-43DE-840D-F41FADA9E295}" type="pres">
      <dgm:prSet presAssocID="{D56B1652-80C1-4C83-9382-CFA7749A732C}" presName="node" presStyleLbl="node1" presStyleIdx="2" presStyleCnt="6">
        <dgm:presLayoutVars>
          <dgm:bulletEnabled val="1"/>
        </dgm:presLayoutVars>
      </dgm:prSet>
      <dgm:spPr/>
    </dgm:pt>
    <dgm:pt modelId="{20E9FD00-0F3F-406C-B064-5CF4E87CDDC9}" type="pres">
      <dgm:prSet presAssocID="{B9050AA0-EBDC-4A95-93A9-A31ECE1C0967}" presName="sibTrans" presStyleLbl="sibTrans1D1" presStyleIdx="2" presStyleCnt="5"/>
      <dgm:spPr/>
    </dgm:pt>
    <dgm:pt modelId="{6021F1BB-CC79-4CD5-B36E-990CEB834355}" type="pres">
      <dgm:prSet presAssocID="{B9050AA0-EBDC-4A95-93A9-A31ECE1C0967}" presName="connectorText" presStyleLbl="sibTrans1D1" presStyleIdx="2" presStyleCnt="5"/>
      <dgm:spPr/>
    </dgm:pt>
    <dgm:pt modelId="{30CCA4D3-0B3A-44F9-87B3-4DE19EB63956}" type="pres">
      <dgm:prSet presAssocID="{6FBCA16A-8735-4A9C-B6B5-31D06D71B41C}" presName="node" presStyleLbl="node1" presStyleIdx="3" presStyleCnt="6">
        <dgm:presLayoutVars>
          <dgm:bulletEnabled val="1"/>
        </dgm:presLayoutVars>
      </dgm:prSet>
      <dgm:spPr/>
    </dgm:pt>
    <dgm:pt modelId="{1A7691CF-5504-40B5-9D1A-77AEA535917F}" type="pres">
      <dgm:prSet presAssocID="{17ABD1E8-97A3-43D6-9472-457F591DEF7A}" presName="sibTrans" presStyleLbl="sibTrans1D1" presStyleIdx="3" presStyleCnt="5"/>
      <dgm:spPr/>
    </dgm:pt>
    <dgm:pt modelId="{C703F70F-84C4-46D1-BA3D-C4E9A8D6235F}" type="pres">
      <dgm:prSet presAssocID="{17ABD1E8-97A3-43D6-9472-457F591DEF7A}" presName="connectorText" presStyleLbl="sibTrans1D1" presStyleIdx="3" presStyleCnt="5"/>
      <dgm:spPr/>
    </dgm:pt>
    <dgm:pt modelId="{418A1C1A-7361-47E3-9B23-575415C98110}" type="pres">
      <dgm:prSet presAssocID="{FAC40389-EE1D-410B-89B1-D20025014C56}" presName="node" presStyleLbl="node1" presStyleIdx="4" presStyleCnt="6">
        <dgm:presLayoutVars>
          <dgm:bulletEnabled val="1"/>
        </dgm:presLayoutVars>
      </dgm:prSet>
      <dgm:spPr/>
    </dgm:pt>
    <dgm:pt modelId="{3197C16B-0268-4DB2-8E7D-973317AA2209}" type="pres">
      <dgm:prSet presAssocID="{9D19DA70-872E-4E38-98A3-DD7841698C36}" presName="sibTrans" presStyleLbl="sibTrans1D1" presStyleIdx="4" presStyleCnt="5"/>
      <dgm:spPr/>
    </dgm:pt>
    <dgm:pt modelId="{328C92F0-59AA-4623-9CD1-2219DBD096E0}" type="pres">
      <dgm:prSet presAssocID="{9D19DA70-872E-4E38-98A3-DD7841698C36}" presName="connectorText" presStyleLbl="sibTrans1D1" presStyleIdx="4" presStyleCnt="5"/>
      <dgm:spPr/>
    </dgm:pt>
    <dgm:pt modelId="{25962842-9B51-4615-A2DA-6550DC55BF5B}" type="pres">
      <dgm:prSet presAssocID="{BB4015CD-0A1F-4438-B92D-A5F5E6D5D4DB}" presName="node" presStyleLbl="node1" presStyleIdx="5" presStyleCnt="6">
        <dgm:presLayoutVars>
          <dgm:bulletEnabled val="1"/>
        </dgm:presLayoutVars>
      </dgm:prSet>
      <dgm:spPr/>
    </dgm:pt>
  </dgm:ptLst>
  <dgm:cxnLst>
    <dgm:cxn modelId="{83DE3709-EC23-4DFB-A5DD-FB3C1E5602D6}" srcId="{75D149F5-313A-400A-87B5-C85454179FD8}" destId="{FA4A2F37-5254-4CAC-889A-0C4EB26055D9}" srcOrd="1" destOrd="0" parTransId="{E693B365-48B2-44CA-BA80-6E03A0F60205}" sibTransId="{94AEA499-36E2-4450-AA21-A7901B066009}"/>
    <dgm:cxn modelId="{A4E78913-F9A8-4633-8909-CA7B5901E669}" type="presOf" srcId="{1B32A4E4-EDF9-4558-BCE1-339310A80CDC}" destId="{D5F5ADD9-1495-4D8E-BFD0-70867144E314}" srcOrd="0" destOrd="0" presId="urn:microsoft.com/office/officeart/2016/7/layout/RepeatingBendingProcessNew"/>
    <dgm:cxn modelId="{DE8B7816-89C9-4561-90A2-5429AB7D5640}" type="presOf" srcId="{D56B1652-80C1-4C83-9382-CFA7749A732C}" destId="{0A1671AB-A0CD-43DE-840D-F41FADA9E295}" srcOrd="0" destOrd="0" presId="urn:microsoft.com/office/officeart/2016/7/layout/RepeatingBendingProcessNew"/>
    <dgm:cxn modelId="{E931A134-B7AD-440B-B489-4AD872712B93}" type="presOf" srcId="{B9050AA0-EBDC-4A95-93A9-A31ECE1C0967}" destId="{20E9FD00-0F3F-406C-B064-5CF4E87CDDC9}" srcOrd="0" destOrd="0" presId="urn:microsoft.com/office/officeart/2016/7/layout/RepeatingBendingProcessNew"/>
    <dgm:cxn modelId="{BF321237-5B80-4A37-AC79-1E6CA9AB97CD}" type="presOf" srcId="{9D19DA70-872E-4E38-98A3-DD7841698C36}" destId="{3197C16B-0268-4DB2-8E7D-973317AA2209}" srcOrd="0" destOrd="0" presId="urn:microsoft.com/office/officeart/2016/7/layout/RepeatingBendingProcessNew"/>
    <dgm:cxn modelId="{D06A0C3B-9B20-460D-BFD5-C9FF13164C1E}" type="presOf" srcId="{B59E8B9B-B622-467E-B60D-B7AEFE67B4F1}" destId="{61325B53-CF4F-441B-B37B-C708BB1BBE8B}" srcOrd="0" destOrd="0" presId="urn:microsoft.com/office/officeart/2016/7/layout/RepeatingBendingProcessNew"/>
    <dgm:cxn modelId="{E2544E5D-4B5E-4DB0-ACEF-879B3C270876}" type="presOf" srcId="{BB4015CD-0A1F-4438-B92D-A5F5E6D5D4DB}" destId="{25962842-9B51-4615-A2DA-6550DC55BF5B}" srcOrd="0" destOrd="0" presId="urn:microsoft.com/office/officeart/2016/7/layout/RepeatingBendingProcessNew"/>
    <dgm:cxn modelId="{D0645F48-AD41-4B86-8810-C32EE3D872C8}" type="presOf" srcId="{6FBCA16A-8735-4A9C-B6B5-31D06D71B41C}" destId="{30CCA4D3-0B3A-44F9-87B3-4DE19EB63956}" srcOrd="0" destOrd="0" presId="urn:microsoft.com/office/officeart/2016/7/layout/RepeatingBendingProcessNew"/>
    <dgm:cxn modelId="{3E10356C-197B-4C05-AB31-540B283B446D}" type="presOf" srcId="{75D149F5-313A-400A-87B5-C85454179FD8}" destId="{F56632E1-94BA-4857-B6E2-D6AEBE6EDCD2}" srcOrd="0" destOrd="0" presId="urn:microsoft.com/office/officeart/2016/7/layout/RepeatingBendingProcessNew"/>
    <dgm:cxn modelId="{BD77FA54-6661-40A9-9033-A400CF150511}" type="presOf" srcId="{1B32A4E4-EDF9-4558-BCE1-339310A80CDC}" destId="{5967A68C-2E4E-45F5-8795-2A79CC993950}" srcOrd="1" destOrd="0" presId="urn:microsoft.com/office/officeart/2016/7/layout/RepeatingBendingProcessNew"/>
    <dgm:cxn modelId="{03C5B65A-F3BA-4589-8769-34E4408AEE98}" type="presOf" srcId="{94AEA499-36E2-4450-AA21-A7901B066009}" destId="{2E780695-594F-4E48-89C8-0465556D3C0B}" srcOrd="0" destOrd="0" presId="urn:microsoft.com/office/officeart/2016/7/layout/RepeatingBendingProcessNew"/>
    <dgm:cxn modelId="{55D6587B-A4EF-44B6-85D3-78B9A9230F1F}" srcId="{75D149F5-313A-400A-87B5-C85454179FD8}" destId="{BB4015CD-0A1F-4438-B92D-A5F5E6D5D4DB}" srcOrd="5" destOrd="0" parTransId="{ABF96C6A-82E9-42FB-AC80-46F7A1F6F511}" sibTransId="{9F5AACB7-CCFA-4FF4-8936-CAFE43273294}"/>
    <dgm:cxn modelId="{66DA5A82-A815-4709-A0E5-0A8199190103}" type="presOf" srcId="{17ABD1E8-97A3-43D6-9472-457F591DEF7A}" destId="{1A7691CF-5504-40B5-9D1A-77AEA535917F}" srcOrd="0" destOrd="0" presId="urn:microsoft.com/office/officeart/2016/7/layout/RepeatingBendingProcessNew"/>
    <dgm:cxn modelId="{85681985-8F62-4669-BB32-7CFBC04376D6}" type="presOf" srcId="{B9050AA0-EBDC-4A95-93A9-A31ECE1C0967}" destId="{6021F1BB-CC79-4CD5-B36E-990CEB834355}" srcOrd="1" destOrd="0" presId="urn:microsoft.com/office/officeart/2016/7/layout/RepeatingBendingProcessNew"/>
    <dgm:cxn modelId="{BAEB4487-DDAF-4B1E-BEBC-1BDCD765C66E}" srcId="{75D149F5-313A-400A-87B5-C85454179FD8}" destId="{6FBCA16A-8735-4A9C-B6B5-31D06D71B41C}" srcOrd="3" destOrd="0" parTransId="{022278FF-0498-4D2C-8706-456F1ECED94E}" sibTransId="{17ABD1E8-97A3-43D6-9472-457F591DEF7A}"/>
    <dgm:cxn modelId="{D86B50A7-5EF3-4719-A65B-7479ACA3E512}" srcId="{75D149F5-313A-400A-87B5-C85454179FD8}" destId="{D56B1652-80C1-4C83-9382-CFA7749A732C}" srcOrd="2" destOrd="0" parTransId="{76827DA1-BFAD-426D-A122-40580C5E1102}" sibTransId="{B9050AA0-EBDC-4A95-93A9-A31ECE1C0967}"/>
    <dgm:cxn modelId="{697E0BAC-37EA-47DC-82EF-4CC361F667A3}" srcId="{75D149F5-313A-400A-87B5-C85454179FD8}" destId="{FAC40389-EE1D-410B-89B1-D20025014C56}" srcOrd="4" destOrd="0" parTransId="{44C41476-637B-48B9-8339-A5244CD8A44F}" sibTransId="{9D19DA70-872E-4E38-98A3-DD7841698C36}"/>
    <dgm:cxn modelId="{1A1121AF-EE41-4645-820B-DB8777EA6315}" type="presOf" srcId="{9D19DA70-872E-4E38-98A3-DD7841698C36}" destId="{328C92F0-59AA-4623-9CD1-2219DBD096E0}" srcOrd="1" destOrd="0" presId="urn:microsoft.com/office/officeart/2016/7/layout/RepeatingBendingProcessNew"/>
    <dgm:cxn modelId="{BAAE2BC6-DF84-4A55-81B8-4592B18F32C4}" type="presOf" srcId="{FAC40389-EE1D-410B-89B1-D20025014C56}" destId="{418A1C1A-7361-47E3-9B23-575415C98110}" srcOrd="0" destOrd="0" presId="urn:microsoft.com/office/officeart/2016/7/layout/RepeatingBendingProcessNew"/>
    <dgm:cxn modelId="{BA6958DD-884C-457A-9E34-2BA53DFFC33A}" type="presOf" srcId="{FA4A2F37-5254-4CAC-889A-0C4EB26055D9}" destId="{61BC7237-B94A-4389-9EFA-9C44DAB875BC}" srcOrd="0" destOrd="0" presId="urn:microsoft.com/office/officeart/2016/7/layout/RepeatingBendingProcessNew"/>
    <dgm:cxn modelId="{A2AD22F9-1682-4881-BA99-8328E7D85BEC}" type="presOf" srcId="{17ABD1E8-97A3-43D6-9472-457F591DEF7A}" destId="{C703F70F-84C4-46D1-BA3D-C4E9A8D6235F}" srcOrd="1" destOrd="0" presId="urn:microsoft.com/office/officeart/2016/7/layout/RepeatingBendingProcessNew"/>
    <dgm:cxn modelId="{9DF62FFB-AC94-44B4-8822-6072409C3C77}" srcId="{75D149F5-313A-400A-87B5-C85454179FD8}" destId="{B59E8B9B-B622-467E-B60D-B7AEFE67B4F1}" srcOrd="0" destOrd="0" parTransId="{A7D08353-E172-4E4B-9434-1E6B9E28859B}" sibTransId="{1B32A4E4-EDF9-4558-BCE1-339310A80CDC}"/>
    <dgm:cxn modelId="{DD6D71FB-632D-4974-9073-7C7A6A54A6DA}" type="presOf" srcId="{94AEA499-36E2-4450-AA21-A7901B066009}" destId="{FDD86942-086C-471F-A34A-FCC222EE7C48}" srcOrd="1" destOrd="0" presId="urn:microsoft.com/office/officeart/2016/7/layout/RepeatingBendingProcessNew"/>
    <dgm:cxn modelId="{C9A4E0C9-2473-4C7E-9F04-F2534A5843AD}" type="presParOf" srcId="{F56632E1-94BA-4857-B6E2-D6AEBE6EDCD2}" destId="{61325B53-CF4F-441B-B37B-C708BB1BBE8B}" srcOrd="0" destOrd="0" presId="urn:microsoft.com/office/officeart/2016/7/layout/RepeatingBendingProcessNew"/>
    <dgm:cxn modelId="{7D128F4B-389A-49A8-8B98-5A0DCACB2A84}" type="presParOf" srcId="{F56632E1-94BA-4857-B6E2-D6AEBE6EDCD2}" destId="{D5F5ADD9-1495-4D8E-BFD0-70867144E314}" srcOrd="1" destOrd="0" presId="urn:microsoft.com/office/officeart/2016/7/layout/RepeatingBendingProcessNew"/>
    <dgm:cxn modelId="{18E66283-B5ED-4BCE-B3AB-77E1922A4ABD}" type="presParOf" srcId="{D5F5ADD9-1495-4D8E-BFD0-70867144E314}" destId="{5967A68C-2E4E-45F5-8795-2A79CC993950}" srcOrd="0" destOrd="0" presId="urn:microsoft.com/office/officeart/2016/7/layout/RepeatingBendingProcessNew"/>
    <dgm:cxn modelId="{E74C237F-106F-4DC5-93F3-25F1A827EB10}" type="presParOf" srcId="{F56632E1-94BA-4857-B6E2-D6AEBE6EDCD2}" destId="{61BC7237-B94A-4389-9EFA-9C44DAB875BC}" srcOrd="2" destOrd="0" presId="urn:microsoft.com/office/officeart/2016/7/layout/RepeatingBendingProcessNew"/>
    <dgm:cxn modelId="{7507096F-D989-4152-B917-4A973C879763}" type="presParOf" srcId="{F56632E1-94BA-4857-B6E2-D6AEBE6EDCD2}" destId="{2E780695-594F-4E48-89C8-0465556D3C0B}" srcOrd="3" destOrd="0" presId="urn:microsoft.com/office/officeart/2016/7/layout/RepeatingBendingProcessNew"/>
    <dgm:cxn modelId="{1444CC28-E2B0-4EDA-952E-2FB1B9476075}" type="presParOf" srcId="{2E780695-594F-4E48-89C8-0465556D3C0B}" destId="{FDD86942-086C-471F-A34A-FCC222EE7C48}" srcOrd="0" destOrd="0" presId="urn:microsoft.com/office/officeart/2016/7/layout/RepeatingBendingProcessNew"/>
    <dgm:cxn modelId="{B12EF63A-EDDE-4F7B-9DAB-CEB52687F329}" type="presParOf" srcId="{F56632E1-94BA-4857-B6E2-D6AEBE6EDCD2}" destId="{0A1671AB-A0CD-43DE-840D-F41FADA9E295}" srcOrd="4" destOrd="0" presId="urn:microsoft.com/office/officeart/2016/7/layout/RepeatingBendingProcessNew"/>
    <dgm:cxn modelId="{81FDC419-B524-4D44-94CE-094112F3DBF8}" type="presParOf" srcId="{F56632E1-94BA-4857-B6E2-D6AEBE6EDCD2}" destId="{20E9FD00-0F3F-406C-B064-5CF4E87CDDC9}" srcOrd="5" destOrd="0" presId="urn:microsoft.com/office/officeart/2016/7/layout/RepeatingBendingProcessNew"/>
    <dgm:cxn modelId="{C0CDA22A-9B09-4059-8FB4-D0AA682CC3D4}" type="presParOf" srcId="{20E9FD00-0F3F-406C-B064-5CF4E87CDDC9}" destId="{6021F1BB-CC79-4CD5-B36E-990CEB834355}" srcOrd="0" destOrd="0" presId="urn:microsoft.com/office/officeart/2016/7/layout/RepeatingBendingProcessNew"/>
    <dgm:cxn modelId="{9F01564C-DBE3-402F-AAD4-FFC85605AA5B}" type="presParOf" srcId="{F56632E1-94BA-4857-B6E2-D6AEBE6EDCD2}" destId="{30CCA4D3-0B3A-44F9-87B3-4DE19EB63956}" srcOrd="6" destOrd="0" presId="urn:microsoft.com/office/officeart/2016/7/layout/RepeatingBendingProcessNew"/>
    <dgm:cxn modelId="{52949A99-26CB-41DC-8E37-E3C22412658E}" type="presParOf" srcId="{F56632E1-94BA-4857-B6E2-D6AEBE6EDCD2}" destId="{1A7691CF-5504-40B5-9D1A-77AEA535917F}" srcOrd="7" destOrd="0" presId="urn:microsoft.com/office/officeart/2016/7/layout/RepeatingBendingProcessNew"/>
    <dgm:cxn modelId="{3B07C49A-B1DD-4606-BDF2-319F85CA7C2C}" type="presParOf" srcId="{1A7691CF-5504-40B5-9D1A-77AEA535917F}" destId="{C703F70F-84C4-46D1-BA3D-C4E9A8D6235F}" srcOrd="0" destOrd="0" presId="urn:microsoft.com/office/officeart/2016/7/layout/RepeatingBendingProcessNew"/>
    <dgm:cxn modelId="{1DFB9165-AB80-4C95-808B-A3E2DBC26691}" type="presParOf" srcId="{F56632E1-94BA-4857-B6E2-D6AEBE6EDCD2}" destId="{418A1C1A-7361-47E3-9B23-575415C98110}" srcOrd="8" destOrd="0" presId="urn:microsoft.com/office/officeart/2016/7/layout/RepeatingBendingProcessNew"/>
    <dgm:cxn modelId="{D6A64789-14FB-4CCE-94CE-3516DEECE727}" type="presParOf" srcId="{F56632E1-94BA-4857-B6E2-D6AEBE6EDCD2}" destId="{3197C16B-0268-4DB2-8E7D-973317AA2209}" srcOrd="9" destOrd="0" presId="urn:microsoft.com/office/officeart/2016/7/layout/RepeatingBendingProcessNew"/>
    <dgm:cxn modelId="{CA6980D8-DE7E-44C9-B714-022EBBD05A7B}" type="presParOf" srcId="{3197C16B-0268-4DB2-8E7D-973317AA2209}" destId="{328C92F0-59AA-4623-9CD1-2219DBD096E0}" srcOrd="0" destOrd="0" presId="urn:microsoft.com/office/officeart/2016/7/layout/RepeatingBendingProcessNew"/>
    <dgm:cxn modelId="{6743942B-1BBD-42F9-94E3-A540628075C7}" type="presParOf" srcId="{F56632E1-94BA-4857-B6E2-D6AEBE6EDCD2}" destId="{25962842-9B51-4615-A2DA-6550DC55BF5B}"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1500290-C4AF-4EA3-A0A2-4D84C0D6D1B4}" type="doc">
      <dgm:prSet loTypeId="urn:microsoft.com/office/officeart/2005/8/layout/matrix3" loCatId="matrix" qsTypeId="urn:microsoft.com/office/officeart/2005/8/quickstyle/simple4" qsCatId="simple" csTypeId="urn:microsoft.com/office/officeart/2005/8/colors/accent2_2" csCatId="accent2"/>
      <dgm:spPr/>
      <dgm:t>
        <a:bodyPr/>
        <a:lstStyle/>
        <a:p>
          <a:endParaRPr lang="en-US"/>
        </a:p>
      </dgm:t>
    </dgm:pt>
    <dgm:pt modelId="{CBFDB687-4F43-4915-B2B8-4ADFF4B7E0FA}">
      <dgm:prSet/>
      <dgm:spPr/>
      <dgm:t>
        <a:bodyPr/>
        <a:lstStyle/>
        <a:p>
          <a:r>
            <a:rPr lang="en-GB"/>
            <a:t>What is Engagement?</a:t>
          </a:r>
          <a:endParaRPr lang="en-US"/>
        </a:p>
      </dgm:t>
    </dgm:pt>
    <dgm:pt modelId="{352EE7AD-0745-4AC9-8370-A8414EB4FF4E}" type="parTrans" cxnId="{DCE264D7-848A-40AB-BD1C-FF6A32840F3F}">
      <dgm:prSet/>
      <dgm:spPr/>
      <dgm:t>
        <a:bodyPr/>
        <a:lstStyle/>
        <a:p>
          <a:endParaRPr lang="en-US"/>
        </a:p>
      </dgm:t>
    </dgm:pt>
    <dgm:pt modelId="{5306736F-F0AA-4E0F-9401-5323888EA02A}" type="sibTrans" cxnId="{DCE264D7-848A-40AB-BD1C-FF6A32840F3F}">
      <dgm:prSet/>
      <dgm:spPr/>
      <dgm:t>
        <a:bodyPr/>
        <a:lstStyle/>
        <a:p>
          <a:endParaRPr lang="en-US"/>
        </a:p>
      </dgm:t>
    </dgm:pt>
    <dgm:pt modelId="{96D26CB2-0C4D-4C17-882C-C0DD0F50582B}">
      <dgm:prSet/>
      <dgm:spPr/>
      <dgm:t>
        <a:bodyPr/>
        <a:lstStyle/>
        <a:p>
          <a:r>
            <a:rPr lang="en-GB"/>
            <a:t>The concept of "Flow" by Mihaly Csikszentmihalyi.</a:t>
          </a:r>
          <a:endParaRPr lang="en-US"/>
        </a:p>
      </dgm:t>
    </dgm:pt>
    <dgm:pt modelId="{86F69277-3802-4E64-8D4B-8CF0851EFB2D}" type="parTrans" cxnId="{C043A53C-2BB4-494B-B46A-980415EAD3FB}">
      <dgm:prSet/>
      <dgm:spPr/>
      <dgm:t>
        <a:bodyPr/>
        <a:lstStyle/>
        <a:p>
          <a:endParaRPr lang="en-US"/>
        </a:p>
      </dgm:t>
    </dgm:pt>
    <dgm:pt modelId="{472E9E19-A93E-47B9-8A23-40EBDD91B605}" type="sibTrans" cxnId="{C043A53C-2BB4-494B-B46A-980415EAD3FB}">
      <dgm:prSet/>
      <dgm:spPr/>
      <dgm:t>
        <a:bodyPr/>
        <a:lstStyle/>
        <a:p>
          <a:endParaRPr lang="en-US"/>
        </a:p>
      </dgm:t>
    </dgm:pt>
    <dgm:pt modelId="{2E31F575-56D7-4112-B6A5-487A121392CF}">
      <dgm:prSet/>
      <dgm:spPr/>
      <dgm:t>
        <a:bodyPr/>
        <a:lstStyle/>
        <a:p>
          <a:r>
            <a:rPr lang="en-GB"/>
            <a:t>Importance of Engagement in work and life.</a:t>
          </a:r>
          <a:endParaRPr lang="en-US"/>
        </a:p>
      </dgm:t>
    </dgm:pt>
    <dgm:pt modelId="{CDA70439-2AFB-4CCE-BB8B-630E7DCF7E4D}" type="parTrans" cxnId="{BF0923C2-0A79-45E3-822B-5D50DEF116E8}">
      <dgm:prSet/>
      <dgm:spPr/>
      <dgm:t>
        <a:bodyPr/>
        <a:lstStyle/>
        <a:p>
          <a:endParaRPr lang="en-US"/>
        </a:p>
      </dgm:t>
    </dgm:pt>
    <dgm:pt modelId="{4DEAD368-C57F-41E4-A05E-FCCEFE74D7A6}" type="sibTrans" cxnId="{BF0923C2-0A79-45E3-822B-5D50DEF116E8}">
      <dgm:prSet/>
      <dgm:spPr/>
      <dgm:t>
        <a:bodyPr/>
        <a:lstStyle/>
        <a:p>
          <a:endParaRPr lang="en-US"/>
        </a:p>
      </dgm:t>
    </dgm:pt>
    <dgm:pt modelId="{3C973095-5260-48B3-A040-0826FBFF4B3F}">
      <dgm:prSet/>
      <dgm:spPr/>
      <dgm:t>
        <a:bodyPr/>
        <a:lstStyle/>
        <a:p>
          <a:r>
            <a:rPr lang="en-GB"/>
            <a:t>Strategies for increasing Engagement.</a:t>
          </a:r>
          <a:endParaRPr lang="en-US"/>
        </a:p>
      </dgm:t>
    </dgm:pt>
    <dgm:pt modelId="{0E928DB2-A8B5-4936-B0F0-EE1AF570F9CD}" type="parTrans" cxnId="{BEB5733F-FD9A-40D0-8B20-21FCBF5E7E41}">
      <dgm:prSet/>
      <dgm:spPr/>
      <dgm:t>
        <a:bodyPr/>
        <a:lstStyle/>
        <a:p>
          <a:endParaRPr lang="en-US"/>
        </a:p>
      </dgm:t>
    </dgm:pt>
    <dgm:pt modelId="{24410E69-E408-4E0A-ADD7-F734C9735C63}" type="sibTrans" cxnId="{BEB5733F-FD9A-40D0-8B20-21FCBF5E7E41}">
      <dgm:prSet/>
      <dgm:spPr/>
      <dgm:t>
        <a:bodyPr/>
        <a:lstStyle/>
        <a:p>
          <a:endParaRPr lang="en-US"/>
        </a:p>
      </dgm:t>
    </dgm:pt>
    <dgm:pt modelId="{960B6D66-426C-49EE-88D4-08B890DAA1E9}" type="pres">
      <dgm:prSet presAssocID="{D1500290-C4AF-4EA3-A0A2-4D84C0D6D1B4}" presName="matrix" presStyleCnt="0">
        <dgm:presLayoutVars>
          <dgm:chMax val="1"/>
          <dgm:dir/>
          <dgm:resizeHandles val="exact"/>
        </dgm:presLayoutVars>
      </dgm:prSet>
      <dgm:spPr/>
    </dgm:pt>
    <dgm:pt modelId="{69421557-7C75-4A00-AC5E-E7BA29BDEDC7}" type="pres">
      <dgm:prSet presAssocID="{D1500290-C4AF-4EA3-A0A2-4D84C0D6D1B4}" presName="diamond" presStyleLbl="bgShp" presStyleIdx="0" presStyleCnt="1"/>
      <dgm:spPr/>
    </dgm:pt>
    <dgm:pt modelId="{60F23752-15B0-448F-8269-B4693E1066E2}" type="pres">
      <dgm:prSet presAssocID="{D1500290-C4AF-4EA3-A0A2-4D84C0D6D1B4}" presName="quad1" presStyleLbl="node1" presStyleIdx="0" presStyleCnt="4">
        <dgm:presLayoutVars>
          <dgm:chMax val="0"/>
          <dgm:chPref val="0"/>
          <dgm:bulletEnabled val="1"/>
        </dgm:presLayoutVars>
      </dgm:prSet>
      <dgm:spPr/>
    </dgm:pt>
    <dgm:pt modelId="{6CEFC6BE-AC90-494F-A31B-88022A829712}" type="pres">
      <dgm:prSet presAssocID="{D1500290-C4AF-4EA3-A0A2-4D84C0D6D1B4}" presName="quad2" presStyleLbl="node1" presStyleIdx="1" presStyleCnt="4">
        <dgm:presLayoutVars>
          <dgm:chMax val="0"/>
          <dgm:chPref val="0"/>
          <dgm:bulletEnabled val="1"/>
        </dgm:presLayoutVars>
      </dgm:prSet>
      <dgm:spPr/>
    </dgm:pt>
    <dgm:pt modelId="{888FDAB5-F786-4E6F-B89C-194C3E9EDACF}" type="pres">
      <dgm:prSet presAssocID="{D1500290-C4AF-4EA3-A0A2-4D84C0D6D1B4}" presName="quad3" presStyleLbl="node1" presStyleIdx="2" presStyleCnt="4">
        <dgm:presLayoutVars>
          <dgm:chMax val="0"/>
          <dgm:chPref val="0"/>
          <dgm:bulletEnabled val="1"/>
        </dgm:presLayoutVars>
      </dgm:prSet>
      <dgm:spPr/>
    </dgm:pt>
    <dgm:pt modelId="{C8609ACE-E1C8-4475-96FF-FAB05A8A0D2F}" type="pres">
      <dgm:prSet presAssocID="{D1500290-C4AF-4EA3-A0A2-4D84C0D6D1B4}" presName="quad4" presStyleLbl="node1" presStyleIdx="3" presStyleCnt="4">
        <dgm:presLayoutVars>
          <dgm:chMax val="0"/>
          <dgm:chPref val="0"/>
          <dgm:bulletEnabled val="1"/>
        </dgm:presLayoutVars>
      </dgm:prSet>
      <dgm:spPr/>
    </dgm:pt>
  </dgm:ptLst>
  <dgm:cxnLst>
    <dgm:cxn modelId="{8EE43422-8DD8-4971-B66B-481B93BE13B1}" type="presOf" srcId="{D1500290-C4AF-4EA3-A0A2-4D84C0D6D1B4}" destId="{960B6D66-426C-49EE-88D4-08B890DAA1E9}" srcOrd="0" destOrd="0" presId="urn:microsoft.com/office/officeart/2005/8/layout/matrix3"/>
    <dgm:cxn modelId="{401CB425-7694-4398-B088-50F8D6563909}" type="presOf" srcId="{CBFDB687-4F43-4915-B2B8-4ADFF4B7E0FA}" destId="{60F23752-15B0-448F-8269-B4693E1066E2}" srcOrd="0" destOrd="0" presId="urn:microsoft.com/office/officeart/2005/8/layout/matrix3"/>
    <dgm:cxn modelId="{C043A53C-2BB4-494B-B46A-980415EAD3FB}" srcId="{D1500290-C4AF-4EA3-A0A2-4D84C0D6D1B4}" destId="{96D26CB2-0C4D-4C17-882C-C0DD0F50582B}" srcOrd="1" destOrd="0" parTransId="{86F69277-3802-4E64-8D4B-8CF0851EFB2D}" sibTransId="{472E9E19-A93E-47B9-8A23-40EBDD91B605}"/>
    <dgm:cxn modelId="{BEB5733F-FD9A-40D0-8B20-21FCBF5E7E41}" srcId="{D1500290-C4AF-4EA3-A0A2-4D84C0D6D1B4}" destId="{3C973095-5260-48B3-A040-0826FBFF4B3F}" srcOrd="3" destOrd="0" parTransId="{0E928DB2-A8B5-4936-B0F0-EE1AF570F9CD}" sibTransId="{24410E69-E408-4E0A-ADD7-F734C9735C63}"/>
    <dgm:cxn modelId="{BF0923C2-0A79-45E3-822B-5D50DEF116E8}" srcId="{D1500290-C4AF-4EA3-A0A2-4D84C0D6D1B4}" destId="{2E31F575-56D7-4112-B6A5-487A121392CF}" srcOrd="2" destOrd="0" parTransId="{CDA70439-2AFB-4CCE-BB8B-630E7DCF7E4D}" sibTransId="{4DEAD368-C57F-41E4-A05E-FCCEFE74D7A6}"/>
    <dgm:cxn modelId="{D14CFFC7-F199-4CCA-B057-8FC8D80C4D6D}" type="presOf" srcId="{3C973095-5260-48B3-A040-0826FBFF4B3F}" destId="{C8609ACE-E1C8-4475-96FF-FAB05A8A0D2F}" srcOrd="0" destOrd="0" presId="urn:microsoft.com/office/officeart/2005/8/layout/matrix3"/>
    <dgm:cxn modelId="{DCE264D7-848A-40AB-BD1C-FF6A32840F3F}" srcId="{D1500290-C4AF-4EA3-A0A2-4D84C0D6D1B4}" destId="{CBFDB687-4F43-4915-B2B8-4ADFF4B7E0FA}" srcOrd="0" destOrd="0" parTransId="{352EE7AD-0745-4AC9-8370-A8414EB4FF4E}" sibTransId="{5306736F-F0AA-4E0F-9401-5323888EA02A}"/>
    <dgm:cxn modelId="{95DFFDF3-D206-49E2-8FC3-D74E12212EDC}" type="presOf" srcId="{2E31F575-56D7-4112-B6A5-487A121392CF}" destId="{888FDAB5-F786-4E6F-B89C-194C3E9EDACF}" srcOrd="0" destOrd="0" presId="urn:microsoft.com/office/officeart/2005/8/layout/matrix3"/>
    <dgm:cxn modelId="{218FBDFC-508A-4A9E-83E9-B0C6E4F6B776}" type="presOf" srcId="{96D26CB2-0C4D-4C17-882C-C0DD0F50582B}" destId="{6CEFC6BE-AC90-494F-A31B-88022A829712}" srcOrd="0" destOrd="0" presId="urn:microsoft.com/office/officeart/2005/8/layout/matrix3"/>
    <dgm:cxn modelId="{0D2B03E0-F384-470D-B568-9AC993370BE3}" type="presParOf" srcId="{960B6D66-426C-49EE-88D4-08B890DAA1E9}" destId="{69421557-7C75-4A00-AC5E-E7BA29BDEDC7}" srcOrd="0" destOrd="0" presId="urn:microsoft.com/office/officeart/2005/8/layout/matrix3"/>
    <dgm:cxn modelId="{149D565A-EDA1-4744-B58D-98A7FAFD1C6C}" type="presParOf" srcId="{960B6D66-426C-49EE-88D4-08B890DAA1E9}" destId="{60F23752-15B0-448F-8269-B4693E1066E2}" srcOrd="1" destOrd="0" presId="urn:microsoft.com/office/officeart/2005/8/layout/matrix3"/>
    <dgm:cxn modelId="{746DB2B9-63D2-48AD-AAB4-12E045CBDB8D}" type="presParOf" srcId="{960B6D66-426C-49EE-88D4-08B890DAA1E9}" destId="{6CEFC6BE-AC90-494F-A31B-88022A829712}" srcOrd="2" destOrd="0" presId="urn:microsoft.com/office/officeart/2005/8/layout/matrix3"/>
    <dgm:cxn modelId="{C18DA18B-8E21-4A62-95A6-2C7BF97B2172}" type="presParOf" srcId="{960B6D66-426C-49EE-88D4-08B890DAA1E9}" destId="{888FDAB5-F786-4E6F-B89C-194C3E9EDACF}" srcOrd="3" destOrd="0" presId="urn:microsoft.com/office/officeart/2005/8/layout/matrix3"/>
    <dgm:cxn modelId="{3C8AA758-EF4A-4B32-AD46-0852387F7B9D}" type="presParOf" srcId="{960B6D66-426C-49EE-88D4-08B890DAA1E9}" destId="{C8609ACE-E1C8-4475-96FF-FAB05A8A0D2F}"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CCAF954-F5F8-4A74-95DC-CFA5CB772392}" type="doc">
      <dgm:prSet loTypeId="urn:microsoft.com/office/officeart/2005/8/layout/matrix3" loCatId="matrix" qsTypeId="urn:microsoft.com/office/officeart/2005/8/quickstyle/simple1" qsCatId="simple" csTypeId="urn:microsoft.com/office/officeart/2005/8/colors/accent2_2" csCatId="accent2"/>
      <dgm:spPr/>
      <dgm:t>
        <a:bodyPr/>
        <a:lstStyle/>
        <a:p>
          <a:endParaRPr lang="en-US"/>
        </a:p>
      </dgm:t>
    </dgm:pt>
    <dgm:pt modelId="{AD1D5DD3-4BD8-4565-9EC2-6B2ECB03F83A}">
      <dgm:prSet/>
      <dgm:spPr/>
      <dgm:t>
        <a:bodyPr/>
        <a:lstStyle/>
        <a:p>
          <a:r>
            <a:rPr lang="en-GB"/>
            <a:t>What are Relationships in the context of PERMA?</a:t>
          </a:r>
          <a:endParaRPr lang="en-US"/>
        </a:p>
      </dgm:t>
    </dgm:pt>
    <dgm:pt modelId="{2C938D6B-23E9-4090-B867-E152400D4AE8}" type="parTrans" cxnId="{D130A90E-D9E4-4B77-BE33-98749659ADED}">
      <dgm:prSet/>
      <dgm:spPr/>
      <dgm:t>
        <a:bodyPr/>
        <a:lstStyle/>
        <a:p>
          <a:endParaRPr lang="en-US"/>
        </a:p>
      </dgm:t>
    </dgm:pt>
    <dgm:pt modelId="{2EEA5D51-1BB2-4652-982B-C9844BF786D3}" type="sibTrans" cxnId="{D130A90E-D9E4-4B77-BE33-98749659ADED}">
      <dgm:prSet/>
      <dgm:spPr/>
      <dgm:t>
        <a:bodyPr/>
        <a:lstStyle/>
        <a:p>
          <a:endParaRPr lang="en-US"/>
        </a:p>
      </dgm:t>
    </dgm:pt>
    <dgm:pt modelId="{4AD8BD67-D32D-4622-B6B5-3A968B149B2B}">
      <dgm:prSet/>
      <dgm:spPr/>
      <dgm:t>
        <a:bodyPr/>
        <a:lstStyle/>
        <a:p>
          <a:r>
            <a:rPr lang="en-GB"/>
            <a:t>Why Relationships are important for well-being.</a:t>
          </a:r>
          <a:endParaRPr lang="en-US"/>
        </a:p>
      </dgm:t>
    </dgm:pt>
    <dgm:pt modelId="{2337C7E0-0AB9-4A19-A9AE-B240FE1E0BDF}" type="parTrans" cxnId="{3C688157-EC22-431E-B690-EEC44142C71A}">
      <dgm:prSet/>
      <dgm:spPr/>
      <dgm:t>
        <a:bodyPr/>
        <a:lstStyle/>
        <a:p>
          <a:endParaRPr lang="en-US"/>
        </a:p>
      </dgm:t>
    </dgm:pt>
    <dgm:pt modelId="{4B2ED84A-2CEE-4DE5-9F32-AAE523AD9384}" type="sibTrans" cxnId="{3C688157-EC22-431E-B690-EEC44142C71A}">
      <dgm:prSet/>
      <dgm:spPr/>
      <dgm:t>
        <a:bodyPr/>
        <a:lstStyle/>
        <a:p>
          <a:endParaRPr lang="en-US"/>
        </a:p>
      </dgm:t>
    </dgm:pt>
    <dgm:pt modelId="{3B2F8117-A58D-4796-99C8-E887F59BBCF4}">
      <dgm:prSet/>
      <dgm:spPr/>
      <dgm:t>
        <a:bodyPr/>
        <a:lstStyle/>
        <a:p>
          <a:r>
            <a:rPr lang="en-GB"/>
            <a:t>The role of social support in mental health.</a:t>
          </a:r>
          <a:endParaRPr lang="en-US"/>
        </a:p>
      </dgm:t>
    </dgm:pt>
    <dgm:pt modelId="{2F52A5EB-EDE2-4764-8D0F-60A53BB898E5}" type="parTrans" cxnId="{462DAE2A-65BE-4BF9-8CC8-BF6510946896}">
      <dgm:prSet/>
      <dgm:spPr/>
      <dgm:t>
        <a:bodyPr/>
        <a:lstStyle/>
        <a:p>
          <a:endParaRPr lang="en-US"/>
        </a:p>
      </dgm:t>
    </dgm:pt>
    <dgm:pt modelId="{86573CE1-2567-4503-A740-D0A7B5C6F815}" type="sibTrans" cxnId="{462DAE2A-65BE-4BF9-8CC8-BF6510946896}">
      <dgm:prSet/>
      <dgm:spPr/>
      <dgm:t>
        <a:bodyPr/>
        <a:lstStyle/>
        <a:p>
          <a:endParaRPr lang="en-US"/>
        </a:p>
      </dgm:t>
    </dgm:pt>
    <dgm:pt modelId="{C04A6F13-A923-4742-888A-DC6A31B9F72C}">
      <dgm:prSet/>
      <dgm:spPr/>
      <dgm:t>
        <a:bodyPr/>
        <a:lstStyle/>
        <a:p>
          <a:r>
            <a:rPr lang="en-GB"/>
            <a:t>Practical ways to cultivate meaningful relationships.</a:t>
          </a:r>
          <a:endParaRPr lang="en-US"/>
        </a:p>
      </dgm:t>
    </dgm:pt>
    <dgm:pt modelId="{C672C05A-6994-404F-ADA9-798948BDFD69}" type="parTrans" cxnId="{8BEFDDEB-0E6A-4637-84EA-5116DAF1F8B0}">
      <dgm:prSet/>
      <dgm:spPr/>
      <dgm:t>
        <a:bodyPr/>
        <a:lstStyle/>
        <a:p>
          <a:endParaRPr lang="en-US"/>
        </a:p>
      </dgm:t>
    </dgm:pt>
    <dgm:pt modelId="{EFF74E53-917F-4F6A-9119-39E92A14A164}" type="sibTrans" cxnId="{8BEFDDEB-0E6A-4637-84EA-5116DAF1F8B0}">
      <dgm:prSet/>
      <dgm:spPr/>
      <dgm:t>
        <a:bodyPr/>
        <a:lstStyle/>
        <a:p>
          <a:endParaRPr lang="en-US"/>
        </a:p>
      </dgm:t>
    </dgm:pt>
    <dgm:pt modelId="{E2855676-9855-49B9-A677-FCD030C43C96}" type="pres">
      <dgm:prSet presAssocID="{5CCAF954-F5F8-4A74-95DC-CFA5CB772392}" presName="matrix" presStyleCnt="0">
        <dgm:presLayoutVars>
          <dgm:chMax val="1"/>
          <dgm:dir/>
          <dgm:resizeHandles val="exact"/>
        </dgm:presLayoutVars>
      </dgm:prSet>
      <dgm:spPr/>
    </dgm:pt>
    <dgm:pt modelId="{1A2CBFF2-38EF-47A2-83C9-23F35677864B}" type="pres">
      <dgm:prSet presAssocID="{5CCAF954-F5F8-4A74-95DC-CFA5CB772392}" presName="diamond" presStyleLbl="bgShp" presStyleIdx="0" presStyleCnt="1"/>
      <dgm:spPr/>
    </dgm:pt>
    <dgm:pt modelId="{9D2FE319-E695-4E3A-A2A5-5D42D453AF82}" type="pres">
      <dgm:prSet presAssocID="{5CCAF954-F5F8-4A74-95DC-CFA5CB772392}" presName="quad1" presStyleLbl="node1" presStyleIdx="0" presStyleCnt="4">
        <dgm:presLayoutVars>
          <dgm:chMax val="0"/>
          <dgm:chPref val="0"/>
          <dgm:bulletEnabled val="1"/>
        </dgm:presLayoutVars>
      </dgm:prSet>
      <dgm:spPr/>
    </dgm:pt>
    <dgm:pt modelId="{2625FA3C-51B2-4C97-B961-9B8E5444AAEB}" type="pres">
      <dgm:prSet presAssocID="{5CCAF954-F5F8-4A74-95DC-CFA5CB772392}" presName="quad2" presStyleLbl="node1" presStyleIdx="1" presStyleCnt="4">
        <dgm:presLayoutVars>
          <dgm:chMax val="0"/>
          <dgm:chPref val="0"/>
          <dgm:bulletEnabled val="1"/>
        </dgm:presLayoutVars>
      </dgm:prSet>
      <dgm:spPr/>
    </dgm:pt>
    <dgm:pt modelId="{F0B40683-9E44-4936-A5CE-5D7E7707C377}" type="pres">
      <dgm:prSet presAssocID="{5CCAF954-F5F8-4A74-95DC-CFA5CB772392}" presName="quad3" presStyleLbl="node1" presStyleIdx="2" presStyleCnt="4">
        <dgm:presLayoutVars>
          <dgm:chMax val="0"/>
          <dgm:chPref val="0"/>
          <dgm:bulletEnabled val="1"/>
        </dgm:presLayoutVars>
      </dgm:prSet>
      <dgm:spPr/>
    </dgm:pt>
    <dgm:pt modelId="{24302DB2-AECC-49AD-8F4D-ADA968A26D2C}" type="pres">
      <dgm:prSet presAssocID="{5CCAF954-F5F8-4A74-95DC-CFA5CB772392}" presName="quad4" presStyleLbl="node1" presStyleIdx="3" presStyleCnt="4">
        <dgm:presLayoutVars>
          <dgm:chMax val="0"/>
          <dgm:chPref val="0"/>
          <dgm:bulletEnabled val="1"/>
        </dgm:presLayoutVars>
      </dgm:prSet>
      <dgm:spPr/>
    </dgm:pt>
  </dgm:ptLst>
  <dgm:cxnLst>
    <dgm:cxn modelId="{D130A90E-D9E4-4B77-BE33-98749659ADED}" srcId="{5CCAF954-F5F8-4A74-95DC-CFA5CB772392}" destId="{AD1D5DD3-4BD8-4565-9EC2-6B2ECB03F83A}" srcOrd="0" destOrd="0" parTransId="{2C938D6B-23E9-4090-B867-E152400D4AE8}" sibTransId="{2EEA5D51-1BB2-4652-982B-C9844BF786D3}"/>
    <dgm:cxn modelId="{BE026424-7C4F-452B-AC39-9E5E4FCE6DA7}" type="presOf" srcId="{5CCAF954-F5F8-4A74-95DC-CFA5CB772392}" destId="{E2855676-9855-49B9-A677-FCD030C43C96}" srcOrd="0" destOrd="0" presId="urn:microsoft.com/office/officeart/2005/8/layout/matrix3"/>
    <dgm:cxn modelId="{462DAE2A-65BE-4BF9-8CC8-BF6510946896}" srcId="{5CCAF954-F5F8-4A74-95DC-CFA5CB772392}" destId="{3B2F8117-A58D-4796-99C8-E887F59BBCF4}" srcOrd="2" destOrd="0" parTransId="{2F52A5EB-EDE2-4764-8D0F-60A53BB898E5}" sibTransId="{86573CE1-2567-4503-A740-D0A7B5C6F815}"/>
    <dgm:cxn modelId="{23E05432-CBA2-4340-BEF1-A39056231FDB}" type="presOf" srcId="{AD1D5DD3-4BD8-4565-9EC2-6B2ECB03F83A}" destId="{9D2FE319-E695-4E3A-A2A5-5D42D453AF82}" srcOrd="0" destOrd="0" presId="urn:microsoft.com/office/officeart/2005/8/layout/matrix3"/>
    <dgm:cxn modelId="{A994D433-7D4F-46D5-8289-FD45775CE40C}" type="presOf" srcId="{C04A6F13-A923-4742-888A-DC6A31B9F72C}" destId="{24302DB2-AECC-49AD-8F4D-ADA968A26D2C}" srcOrd="0" destOrd="0" presId="urn:microsoft.com/office/officeart/2005/8/layout/matrix3"/>
    <dgm:cxn modelId="{BEEEA148-C486-42D0-B982-C055BCCD34B1}" type="presOf" srcId="{3B2F8117-A58D-4796-99C8-E887F59BBCF4}" destId="{F0B40683-9E44-4936-A5CE-5D7E7707C377}" srcOrd="0" destOrd="0" presId="urn:microsoft.com/office/officeart/2005/8/layout/matrix3"/>
    <dgm:cxn modelId="{AFC60E72-56F9-4891-8B4C-3D8841914A1A}" type="presOf" srcId="{4AD8BD67-D32D-4622-B6B5-3A968B149B2B}" destId="{2625FA3C-51B2-4C97-B961-9B8E5444AAEB}" srcOrd="0" destOrd="0" presId="urn:microsoft.com/office/officeart/2005/8/layout/matrix3"/>
    <dgm:cxn modelId="{3C688157-EC22-431E-B690-EEC44142C71A}" srcId="{5CCAF954-F5F8-4A74-95DC-CFA5CB772392}" destId="{4AD8BD67-D32D-4622-B6B5-3A968B149B2B}" srcOrd="1" destOrd="0" parTransId="{2337C7E0-0AB9-4A19-A9AE-B240FE1E0BDF}" sibTransId="{4B2ED84A-2CEE-4DE5-9F32-AAE523AD9384}"/>
    <dgm:cxn modelId="{8BEFDDEB-0E6A-4637-84EA-5116DAF1F8B0}" srcId="{5CCAF954-F5F8-4A74-95DC-CFA5CB772392}" destId="{C04A6F13-A923-4742-888A-DC6A31B9F72C}" srcOrd="3" destOrd="0" parTransId="{C672C05A-6994-404F-ADA9-798948BDFD69}" sibTransId="{EFF74E53-917F-4F6A-9119-39E92A14A164}"/>
    <dgm:cxn modelId="{CA815207-0C57-40C4-8C65-582C032A0597}" type="presParOf" srcId="{E2855676-9855-49B9-A677-FCD030C43C96}" destId="{1A2CBFF2-38EF-47A2-83C9-23F35677864B}" srcOrd="0" destOrd="0" presId="urn:microsoft.com/office/officeart/2005/8/layout/matrix3"/>
    <dgm:cxn modelId="{0BED2787-A9D1-446E-B5A5-546495F3AAFE}" type="presParOf" srcId="{E2855676-9855-49B9-A677-FCD030C43C96}" destId="{9D2FE319-E695-4E3A-A2A5-5D42D453AF82}" srcOrd="1" destOrd="0" presId="urn:microsoft.com/office/officeart/2005/8/layout/matrix3"/>
    <dgm:cxn modelId="{6AB6C22D-F832-442C-9779-0B4A3681BC7E}" type="presParOf" srcId="{E2855676-9855-49B9-A677-FCD030C43C96}" destId="{2625FA3C-51B2-4C97-B961-9B8E5444AAEB}" srcOrd="2" destOrd="0" presId="urn:microsoft.com/office/officeart/2005/8/layout/matrix3"/>
    <dgm:cxn modelId="{D62031E6-CB06-40F7-A39C-27C377D6DCB5}" type="presParOf" srcId="{E2855676-9855-49B9-A677-FCD030C43C96}" destId="{F0B40683-9E44-4936-A5CE-5D7E7707C377}" srcOrd="3" destOrd="0" presId="urn:microsoft.com/office/officeart/2005/8/layout/matrix3"/>
    <dgm:cxn modelId="{26332603-14C6-4D68-8F88-80F9E413F951}" type="presParOf" srcId="{E2855676-9855-49B9-A677-FCD030C43C96}" destId="{24302DB2-AECC-49AD-8F4D-ADA968A26D2C}" srcOrd="4" destOrd="0" presId="urn:microsoft.com/office/officeart/2005/8/layout/matrix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94C00B1-654A-42F0-99BC-18EDB31D3D08}"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4A0B1A17-379E-4CE7-AD71-673E4249A0DD}">
      <dgm:prSet/>
      <dgm:spPr/>
      <dgm:t>
        <a:bodyPr/>
        <a:lstStyle/>
        <a:p>
          <a:r>
            <a:rPr lang="en-GB"/>
            <a:t>What does "Meaning" mean in the context of PERMA?</a:t>
          </a:r>
          <a:endParaRPr lang="en-US"/>
        </a:p>
      </dgm:t>
    </dgm:pt>
    <dgm:pt modelId="{9CAD08C8-DE97-48D1-836D-AD2C99A5D7D1}" type="parTrans" cxnId="{7C9195F4-86F2-4383-B51D-24AD77CA0B2C}">
      <dgm:prSet/>
      <dgm:spPr/>
      <dgm:t>
        <a:bodyPr/>
        <a:lstStyle/>
        <a:p>
          <a:endParaRPr lang="en-US"/>
        </a:p>
      </dgm:t>
    </dgm:pt>
    <dgm:pt modelId="{16A49CE3-1D64-46DB-B4DB-95BC8FD0144F}" type="sibTrans" cxnId="{7C9195F4-86F2-4383-B51D-24AD77CA0B2C}">
      <dgm:prSet/>
      <dgm:spPr/>
      <dgm:t>
        <a:bodyPr/>
        <a:lstStyle/>
        <a:p>
          <a:endParaRPr lang="en-US"/>
        </a:p>
      </dgm:t>
    </dgm:pt>
    <dgm:pt modelId="{1F5A1BE8-D650-43BD-9AF6-6DF8BF9E7A5D}">
      <dgm:prSet/>
      <dgm:spPr/>
      <dgm:t>
        <a:bodyPr/>
        <a:lstStyle/>
        <a:p>
          <a:r>
            <a:rPr lang="en-GB"/>
            <a:t>Why is Meaning important for well-being?</a:t>
          </a:r>
          <a:endParaRPr lang="en-US"/>
        </a:p>
      </dgm:t>
    </dgm:pt>
    <dgm:pt modelId="{1226778A-6DC2-48DA-B6EA-E67E954EB6B6}" type="parTrans" cxnId="{DE971943-79FD-4A0B-812F-1CD129FD0FF1}">
      <dgm:prSet/>
      <dgm:spPr/>
      <dgm:t>
        <a:bodyPr/>
        <a:lstStyle/>
        <a:p>
          <a:endParaRPr lang="en-US"/>
        </a:p>
      </dgm:t>
    </dgm:pt>
    <dgm:pt modelId="{E74AFAD4-843D-4DF9-8D7D-86ED6DF65ACF}" type="sibTrans" cxnId="{DE971943-79FD-4A0B-812F-1CD129FD0FF1}">
      <dgm:prSet/>
      <dgm:spPr/>
      <dgm:t>
        <a:bodyPr/>
        <a:lstStyle/>
        <a:p>
          <a:endParaRPr lang="en-US"/>
        </a:p>
      </dgm:t>
    </dgm:pt>
    <dgm:pt modelId="{BF17E43D-0AA8-4747-B808-7282D951C027}">
      <dgm:prSet/>
      <dgm:spPr/>
      <dgm:t>
        <a:bodyPr/>
        <a:lstStyle/>
        <a:p>
          <a:r>
            <a:rPr lang="en-GB"/>
            <a:t>The role of purpose in education.</a:t>
          </a:r>
          <a:endParaRPr lang="en-US"/>
        </a:p>
      </dgm:t>
    </dgm:pt>
    <dgm:pt modelId="{20280A01-915F-43EA-B248-23AA870E34F2}" type="parTrans" cxnId="{0903EBC0-4271-49CD-ACCC-3156CBCE093B}">
      <dgm:prSet/>
      <dgm:spPr/>
      <dgm:t>
        <a:bodyPr/>
        <a:lstStyle/>
        <a:p>
          <a:endParaRPr lang="en-US"/>
        </a:p>
      </dgm:t>
    </dgm:pt>
    <dgm:pt modelId="{A2F2A58E-8327-4328-937E-38F2E749CDAF}" type="sibTrans" cxnId="{0903EBC0-4271-49CD-ACCC-3156CBCE093B}">
      <dgm:prSet/>
      <dgm:spPr/>
      <dgm:t>
        <a:bodyPr/>
        <a:lstStyle/>
        <a:p>
          <a:endParaRPr lang="en-US"/>
        </a:p>
      </dgm:t>
    </dgm:pt>
    <dgm:pt modelId="{5348F924-0673-49D3-BA7D-4817C96EBC36}">
      <dgm:prSet/>
      <dgm:spPr/>
      <dgm:t>
        <a:bodyPr/>
        <a:lstStyle/>
        <a:p>
          <a:r>
            <a:rPr lang="en-GB"/>
            <a:t>Practical ways to find meaning in your work.</a:t>
          </a:r>
          <a:endParaRPr lang="en-US"/>
        </a:p>
      </dgm:t>
    </dgm:pt>
    <dgm:pt modelId="{CDF08A06-7129-4EF2-A14D-0DDBC33CF940}" type="parTrans" cxnId="{332A90A4-2310-493F-8AA0-F993F2BD92A5}">
      <dgm:prSet/>
      <dgm:spPr/>
      <dgm:t>
        <a:bodyPr/>
        <a:lstStyle/>
        <a:p>
          <a:endParaRPr lang="en-US"/>
        </a:p>
      </dgm:t>
    </dgm:pt>
    <dgm:pt modelId="{0F0E67E4-5110-467B-9377-D742D7844E7B}" type="sibTrans" cxnId="{332A90A4-2310-493F-8AA0-F993F2BD92A5}">
      <dgm:prSet/>
      <dgm:spPr/>
      <dgm:t>
        <a:bodyPr/>
        <a:lstStyle/>
        <a:p>
          <a:endParaRPr lang="en-US"/>
        </a:p>
      </dgm:t>
    </dgm:pt>
    <dgm:pt modelId="{99E8BC67-CACB-42A0-96B2-16A4C7B36977}" type="pres">
      <dgm:prSet presAssocID="{094C00B1-654A-42F0-99BC-18EDB31D3D08}" presName="root" presStyleCnt="0">
        <dgm:presLayoutVars>
          <dgm:dir/>
          <dgm:resizeHandles val="exact"/>
        </dgm:presLayoutVars>
      </dgm:prSet>
      <dgm:spPr/>
    </dgm:pt>
    <dgm:pt modelId="{B11BBB97-DB0E-4843-90E3-CD86BA384426}" type="pres">
      <dgm:prSet presAssocID="{4A0B1A17-379E-4CE7-AD71-673E4249A0DD}" presName="compNode" presStyleCnt="0"/>
      <dgm:spPr/>
    </dgm:pt>
    <dgm:pt modelId="{3D0E8EA9-81BA-458A-AB47-A3864E4C9F51}" type="pres">
      <dgm:prSet presAssocID="{4A0B1A17-379E-4CE7-AD71-673E4249A0DD}" presName="bgRect" presStyleLbl="bgShp" presStyleIdx="0" presStyleCnt="4"/>
      <dgm:spPr/>
    </dgm:pt>
    <dgm:pt modelId="{08959899-7A6C-4B05-883E-ACB0296F6939}" type="pres">
      <dgm:prSet presAssocID="{4A0B1A17-379E-4CE7-AD71-673E4249A0D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evil Face Outline"/>
        </a:ext>
      </dgm:extLst>
    </dgm:pt>
    <dgm:pt modelId="{EF386CEA-4384-44E6-B21A-318EAD9F25CE}" type="pres">
      <dgm:prSet presAssocID="{4A0B1A17-379E-4CE7-AD71-673E4249A0DD}" presName="spaceRect" presStyleCnt="0"/>
      <dgm:spPr/>
    </dgm:pt>
    <dgm:pt modelId="{CA054444-10E2-4C72-A527-B84DE0EE7327}" type="pres">
      <dgm:prSet presAssocID="{4A0B1A17-379E-4CE7-AD71-673E4249A0DD}" presName="parTx" presStyleLbl="revTx" presStyleIdx="0" presStyleCnt="4">
        <dgm:presLayoutVars>
          <dgm:chMax val="0"/>
          <dgm:chPref val="0"/>
        </dgm:presLayoutVars>
      </dgm:prSet>
      <dgm:spPr/>
    </dgm:pt>
    <dgm:pt modelId="{8BAAF089-4703-44B0-B970-D5376559F5AE}" type="pres">
      <dgm:prSet presAssocID="{16A49CE3-1D64-46DB-B4DB-95BC8FD0144F}" presName="sibTrans" presStyleCnt="0"/>
      <dgm:spPr/>
    </dgm:pt>
    <dgm:pt modelId="{E98FE98F-56DC-4527-8D53-07590D570FE2}" type="pres">
      <dgm:prSet presAssocID="{1F5A1BE8-D650-43BD-9AF6-6DF8BF9E7A5D}" presName="compNode" presStyleCnt="0"/>
      <dgm:spPr/>
    </dgm:pt>
    <dgm:pt modelId="{44E47392-7173-41D2-B36E-13FA022D78D4}" type="pres">
      <dgm:prSet presAssocID="{1F5A1BE8-D650-43BD-9AF6-6DF8BF9E7A5D}" presName="bgRect" presStyleLbl="bgShp" presStyleIdx="1" presStyleCnt="4"/>
      <dgm:spPr/>
    </dgm:pt>
    <dgm:pt modelId="{C144B5E4-9D5F-4E3E-B4B1-7738077A8ACB}" type="pres">
      <dgm:prSet presAssocID="{1F5A1BE8-D650-43BD-9AF6-6DF8BF9E7A5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ethoscope"/>
        </a:ext>
      </dgm:extLst>
    </dgm:pt>
    <dgm:pt modelId="{AFE4BBC7-088D-4AC7-98B3-B1BA44A09FC9}" type="pres">
      <dgm:prSet presAssocID="{1F5A1BE8-D650-43BD-9AF6-6DF8BF9E7A5D}" presName="spaceRect" presStyleCnt="0"/>
      <dgm:spPr/>
    </dgm:pt>
    <dgm:pt modelId="{4BC81D5F-F594-4FD4-B4E5-838199531BD2}" type="pres">
      <dgm:prSet presAssocID="{1F5A1BE8-D650-43BD-9AF6-6DF8BF9E7A5D}" presName="parTx" presStyleLbl="revTx" presStyleIdx="1" presStyleCnt="4">
        <dgm:presLayoutVars>
          <dgm:chMax val="0"/>
          <dgm:chPref val="0"/>
        </dgm:presLayoutVars>
      </dgm:prSet>
      <dgm:spPr/>
    </dgm:pt>
    <dgm:pt modelId="{7DBA373C-FC08-45B0-B2C1-897B6522911A}" type="pres">
      <dgm:prSet presAssocID="{E74AFAD4-843D-4DF9-8D7D-86ED6DF65ACF}" presName="sibTrans" presStyleCnt="0"/>
      <dgm:spPr/>
    </dgm:pt>
    <dgm:pt modelId="{6062515C-FAA4-4722-98DD-DC8944E833BF}" type="pres">
      <dgm:prSet presAssocID="{BF17E43D-0AA8-4747-B808-7282D951C027}" presName="compNode" presStyleCnt="0"/>
      <dgm:spPr/>
    </dgm:pt>
    <dgm:pt modelId="{7C85BF0B-5804-4F02-8B2D-AE7358DDDA09}" type="pres">
      <dgm:prSet presAssocID="{BF17E43D-0AA8-4747-B808-7282D951C027}" presName="bgRect" presStyleLbl="bgShp" presStyleIdx="2" presStyleCnt="4"/>
      <dgm:spPr/>
    </dgm:pt>
    <dgm:pt modelId="{538C8F38-B498-470B-A416-BFABF56251A1}" type="pres">
      <dgm:prSet presAssocID="{BF17E43D-0AA8-4747-B808-7282D951C02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choolhouse"/>
        </a:ext>
      </dgm:extLst>
    </dgm:pt>
    <dgm:pt modelId="{4FBD4C6D-8A95-45F0-A9A1-90C6F9279DF7}" type="pres">
      <dgm:prSet presAssocID="{BF17E43D-0AA8-4747-B808-7282D951C027}" presName="spaceRect" presStyleCnt="0"/>
      <dgm:spPr/>
    </dgm:pt>
    <dgm:pt modelId="{A9478C87-BC53-47EB-A021-9DA90C94DB54}" type="pres">
      <dgm:prSet presAssocID="{BF17E43D-0AA8-4747-B808-7282D951C027}" presName="parTx" presStyleLbl="revTx" presStyleIdx="2" presStyleCnt="4">
        <dgm:presLayoutVars>
          <dgm:chMax val="0"/>
          <dgm:chPref val="0"/>
        </dgm:presLayoutVars>
      </dgm:prSet>
      <dgm:spPr/>
    </dgm:pt>
    <dgm:pt modelId="{720B2FA8-81B5-4296-B743-221D668355E2}" type="pres">
      <dgm:prSet presAssocID="{A2F2A58E-8327-4328-937E-38F2E749CDAF}" presName="sibTrans" presStyleCnt="0"/>
      <dgm:spPr/>
    </dgm:pt>
    <dgm:pt modelId="{D505F52E-A9EF-4D43-AA31-CFB463C31FD9}" type="pres">
      <dgm:prSet presAssocID="{5348F924-0673-49D3-BA7D-4817C96EBC36}" presName="compNode" presStyleCnt="0"/>
      <dgm:spPr/>
    </dgm:pt>
    <dgm:pt modelId="{F24006C8-6ECC-4BB5-BB43-65964DD91709}" type="pres">
      <dgm:prSet presAssocID="{5348F924-0673-49D3-BA7D-4817C96EBC36}" presName="bgRect" presStyleLbl="bgShp" presStyleIdx="3" presStyleCnt="4"/>
      <dgm:spPr/>
    </dgm:pt>
    <dgm:pt modelId="{D8FD65FE-6DB9-4F66-9FA0-F2307544ED4E}" type="pres">
      <dgm:prSet presAssocID="{5348F924-0673-49D3-BA7D-4817C96EBC3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ooks"/>
        </a:ext>
      </dgm:extLst>
    </dgm:pt>
    <dgm:pt modelId="{BA2AC3D1-260B-4F0B-B470-BC5D36D57256}" type="pres">
      <dgm:prSet presAssocID="{5348F924-0673-49D3-BA7D-4817C96EBC36}" presName="spaceRect" presStyleCnt="0"/>
      <dgm:spPr/>
    </dgm:pt>
    <dgm:pt modelId="{3E47AC9E-777F-4B85-9945-BFF9F4B19218}" type="pres">
      <dgm:prSet presAssocID="{5348F924-0673-49D3-BA7D-4817C96EBC36}" presName="parTx" presStyleLbl="revTx" presStyleIdx="3" presStyleCnt="4">
        <dgm:presLayoutVars>
          <dgm:chMax val="0"/>
          <dgm:chPref val="0"/>
        </dgm:presLayoutVars>
      </dgm:prSet>
      <dgm:spPr/>
    </dgm:pt>
  </dgm:ptLst>
  <dgm:cxnLst>
    <dgm:cxn modelId="{C51AAC3D-4924-457E-8542-636FB855A105}" type="presOf" srcId="{1F5A1BE8-D650-43BD-9AF6-6DF8BF9E7A5D}" destId="{4BC81D5F-F594-4FD4-B4E5-838199531BD2}" srcOrd="0" destOrd="0" presId="urn:microsoft.com/office/officeart/2018/2/layout/IconVerticalSolidList"/>
    <dgm:cxn modelId="{DE971943-79FD-4A0B-812F-1CD129FD0FF1}" srcId="{094C00B1-654A-42F0-99BC-18EDB31D3D08}" destId="{1F5A1BE8-D650-43BD-9AF6-6DF8BF9E7A5D}" srcOrd="1" destOrd="0" parTransId="{1226778A-6DC2-48DA-B6EA-E67E954EB6B6}" sibTransId="{E74AFAD4-843D-4DF9-8D7D-86ED6DF65ACF}"/>
    <dgm:cxn modelId="{8B142047-1FD7-4F44-8245-DE30603E7C1C}" type="presOf" srcId="{5348F924-0673-49D3-BA7D-4817C96EBC36}" destId="{3E47AC9E-777F-4B85-9945-BFF9F4B19218}" srcOrd="0" destOrd="0" presId="urn:microsoft.com/office/officeart/2018/2/layout/IconVerticalSolidList"/>
    <dgm:cxn modelId="{0C4E9C48-E1CE-4579-AF38-67CE68D85E9C}" type="presOf" srcId="{BF17E43D-0AA8-4747-B808-7282D951C027}" destId="{A9478C87-BC53-47EB-A021-9DA90C94DB54}" srcOrd="0" destOrd="0" presId="urn:microsoft.com/office/officeart/2018/2/layout/IconVerticalSolidList"/>
    <dgm:cxn modelId="{E49D646D-1533-4443-B467-05E68CF33FA3}" type="presOf" srcId="{094C00B1-654A-42F0-99BC-18EDB31D3D08}" destId="{99E8BC67-CACB-42A0-96B2-16A4C7B36977}" srcOrd="0" destOrd="0" presId="urn:microsoft.com/office/officeart/2018/2/layout/IconVerticalSolidList"/>
    <dgm:cxn modelId="{3B2074A4-9E1D-42CE-9FB3-9D14ECB95FC9}" type="presOf" srcId="{4A0B1A17-379E-4CE7-AD71-673E4249A0DD}" destId="{CA054444-10E2-4C72-A527-B84DE0EE7327}" srcOrd="0" destOrd="0" presId="urn:microsoft.com/office/officeart/2018/2/layout/IconVerticalSolidList"/>
    <dgm:cxn modelId="{332A90A4-2310-493F-8AA0-F993F2BD92A5}" srcId="{094C00B1-654A-42F0-99BC-18EDB31D3D08}" destId="{5348F924-0673-49D3-BA7D-4817C96EBC36}" srcOrd="3" destOrd="0" parTransId="{CDF08A06-7129-4EF2-A14D-0DDBC33CF940}" sibTransId="{0F0E67E4-5110-467B-9377-D742D7844E7B}"/>
    <dgm:cxn modelId="{0903EBC0-4271-49CD-ACCC-3156CBCE093B}" srcId="{094C00B1-654A-42F0-99BC-18EDB31D3D08}" destId="{BF17E43D-0AA8-4747-B808-7282D951C027}" srcOrd="2" destOrd="0" parTransId="{20280A01-915F-43EA-B248-23AA870E34F2}" sibTransId="{A2F2A58E-8327-4328-937E-38F2E749CDAF}"/>
    <dgm:cxn modelId="{7C9195F4-86F2-4383-B51D-24AD77CA0B2C}" srcId="{094C00B1-654A-42F0-99BC-18EDB31D3D08}" destId="{4A0B1A17-379E-4CE7-AD71-673E4249A0DD}" srcOrd="0" destOrd="0" parTransId="{9CAD08C8-DE97-48D1-836D-AD2C99A5D7D1}" sibTransId="{16A49CE3-1D64-46DB-B4DB-95BC8FD0144F}"/>
    <dgm:cxn modelId="{C9530A79-8449-471E-94E7-326E08E5311A}" type="presParOf" srcId="{99E8BC67-CACB-42A0-96B2-16A4C7B36977}" destId="{B11BBB97-DB0E-4843-90E3-CD86BA384426}" srcOrd="0" destOrd="0" presId="urn:microsoft.com/office/officeart/2018/2/layout/IconVerticalSolidList"/>
    <dgm:cxn modelId="{E4FE93CB-052E-444A-B291-C94EB498C120}" type="presParOf" srcId="{B11BBB97-DB0E-4843-90E3-CD86BA384426}" destId="{3D0E8EA9-81BA-458A-AB47-A3864E4C9F51}" srcOrd="0" destOrd="0" presId="urn:microsoft.com/office/officeart/2018/2/layout/IconVerticalSolidList"/>
    <dgm:cxn modelId="{A10AED98-F7A3-46D2-9AFF-B22A0475FB88}" type="presParOf" srcId="{B11BBB97-DB0E-4843-90E3-CD86BA384426}" destId="{08959899-7A6C-4B05-883E-ACB0296F6939}" srcOrd="1" destOrd="0" presId="urn:microsoft.com/office/officeart/2018/2/layout/IconVerticalSolidList"/>
    <dgm:cxn modelId="{3D2986E8-23BA-438D-9FEA-53BEC04FE74C}" type="presParOf" srcId="{B11BBB97-DB0E-4843-90E3-CD86BA384426}" destId="{EF386CEA-4384-44E6-B21A-318EAD9F25CE}" srcOrd="2" destOrd="0" presId="urn:microsoft.com/office/officeart/2018/2/layout/IconVerticalSolidList"/>
    <dgm:cxn modelId="{F787199B-7A2A-427B-B94F-33EB0A1073C4}" type="presParOf" srcId="{B11BBB97-DB0E-4843-90E3-CD86BA384426}" destId="{CA054444-10E2-4C72-A527-B84DE0EE7327}" srcOrd="3" destOrd="0" presId="urn:microsoft.com/office/officeart/2018/2/layout/IconVerticalSolidList"/>
    <dgm:cxn modelId="{97A03AA6-218C-4429-A231-02DAD088071D}" type="presParOf" srcId="{99E8BC67-CACB-42A0-96B2-16A4C7B36977}" destId="{8BAAF089-4703-44B0-B970-D5376559F5AE}" srcOrd="1" destOrd="0" presId="urn:microsoft.com/office/officeart/2018/2/layout/IconVerticalSolidList"/>
    <dgm:cxn modelId="{FC37F02E-CF29-4F64-85E3-A86E86B8C27F}" type="presParOf" srcId="{99E8BC67-CACB-42A0-96B2-16A4C7B36977}" destId="{E98FE98F-56DC-4527-8D53-07590D570FE2}" srcOrd="2" destOrd="0" presId="urn:microsoft.com/office/officeart/2018/2/layout/IconVerticalSolidList"/>
    <dgm:cxn modelId="{C8E8E5F4-2E4B-41F4-8320-679E563B7A63}" type="presParOf" srcId="{E98FE98F-56DC-4527-8D53-07590D570FE2}" destId="{44E47392-7173-41D2-B36E-13FA022D78D4}" srcOrd="0" destOrd="0" presId="urn:microsoft.com/office/officeart/2018/2/layout/IconVerticalSolidList"/>
    <dgm:cxn modelId="{25D4C0C5-6515-4ECF-B8F3-47117F5ED546}" type="presParOf" srcId="{E98FE98F-56DC-4527-8D53-07590D570FE2}" destId="{C144B5E4-9D5F-4E3E-B4B1-7738077A8ACB}" srcOrd="1" destOrd="0" presId="urn:microsoft.com/office/officeart/2018/2/layout/IconVerticalSolidList"/>
    <dgm:cxn modelId="{A8533BAD-9FA2-4BDE-A18B-9BC334B5C1CC}" type="presParOf" srcId="{E98FE98F-56DC-4527-8D53-07590D570FE2}" destId="{AFE4BBC7-088D-4AC7-98B3-B1BA44A09FC9}" srcOrd="2" destOrd="0" presId="urn:microsoft.com/office/officeart/2018/2/layout/IconVerticalSolidList"/>
    <dgm:cxn modelId="{22870925-3BA3-4C8E-82FC-FB8C89522818}" type="presParOf" srcId="{E98FE98F-56DC-4527-8D53-07590D570FE2}" destId="{4BC81D5F-F594-4FD4-B4E5-838199531BD2}" srcOrd="3" destOrd="0" presId="urn:microsoft.com/office/officeart/2018/2/layout/IconVerticalSolidList"/>
    <dgm:cxn modelId="{BD2B81FC-CBDF-40D6-890B-C147D7B081AD}" type="presParOf" srcId="{99E8BC67-CACB-42A0-96B2-16A4C7B36977}" destId="{7DBA373C-FC08-45B0-B2C1-897B6522911A}" srcOrd="3" destOrd="0" presId="urn:microsoft.com/office/officeart/2018/2/layout/IconVerticalSolidList"/>
    <dgm:cxn modelId="{1F2847E0-9182-4BCD-A0A0-98160843D0CC}" type="presParOf" srcId="{99E8BC67-CACB-42A0-96B2-16A4C7B36977}" destId="{6062515C-FAA4-4722-98DD-DC8944E833BF}" srcOrd="4" destOrd="0" presId="urn:microsoft.com/office/officeart/2018/2/layout/IconVerticalSolidList"/>
    <dgm:cxn modelId="{FE573264-CB69-4AD7-98AC-8F71540A12D5}" type="presParOf" srcId="{6062515C-FAA4-4722-98DD-DC8944E833BF}" destId="{7C85BF0B-5804-4F02-8B2D-AE7358DDDA09}" srcOrd="0" destOrd="0" presId="urn:microsoft.com/office/officeart/2018/2/layout/IconVerticalSolidList"/>
    <dgm:cxn modelId="{C699B589-7159-42AC-BB04-01E4C92A9C4D}" type="presParOf" srcId="{6062515C-FAA4-4722-98DD-DC8944E833BF}" destId="{538C8F38-B498-470B-A416-BFABF56251A1}" srcOrd="1" destOrd="0" presId="urn:microsoft.com/office/officeart/2018/2/layout/IconVerticalSolidList"/>
    <dgm:cxn modelId="{C931183F-2D3F-45C1-B5CF-C31FC5173A04}" type="presParOf" srcId="{6062515C-FAA4-4722-98DD-DC8944E833BF}" destId="{4FBD4C6D-8A95-45F0-A9A1-90C6F9279DF7}" srcOrd="2" destOrd="0" presId="urn:microsoft.com/office/officeart/2018/2/layout/IconVerticalSolidList"/>
    <dgm:cxn modelId="{55F27BB5-BCF5-47D4-8F63-FB06C2B1DEB6}" type="presParOf" srcId="{6062515C-FAA4-4722-98DD-DC8944E833BF}" destId="{A9478C87-BC53-47EB-A021-9DA90C94DB54}" srcOrd="3" destOrd="0" presId="urn:microsoft.com/office/officeart/2018/2/layout/IconVerticalSolidList"/>
    <dgm:cxn modelId="{88A06D8B-56D1-42F7-9DD5-E44308696CAC}" type="presParOf" srcId="{99E8BC67-CACB-42A0-96B2-16A4C7B36977}" destId="{720B2FA8-81B5-4296-B743-221D668355E2}" srcOrd="5" destOrd="0" presId="urn:microsoft.com/office/officeart/2018/2/layout/IconVerticalSolidList"/>
    <dgm:cxn modelId="{F2E0B80B-A393-4FB8-BF14-104C08AA7516}" type="presParOf" srcId="{99E8BC67-CACB-42A0-96B2-16A4C7B36977}" destId="{D505F52E-A9EF-4D43-AA31-CFB463C31FD9}" srcOrd="6" destOrd="0" presId="urn:microsoft.com/office/officeart/2018/2/layout/IconVerticalSolidList"/>
    <dgm:cxn modelId="{9375676E-D4A2-4373-9B0D-9E4A193BBDAC}" type="presParOf" srcId="{D505F52E-A9EF-4D43-AA31-CFB463C31FD9}" destId="{F24006C8-6ECC-4BB5-BB43-65964DD91709}" srcOrd="0" destOrd="0" presId="urn:microsoft.com/office/officeart/2018/2/layout/IconVerticalSolidList"/>
    <dgm:cxn modelId="{6A883A54-9D59-4797-93A5-1C46AAA6586D}" type="presParOf" srcId="{D505F52E-A9EF-4D43-AA31-CFB463C31FD9}" destId="{D8FD65FE-6DB9-4F66-9FA0-F2307544ED4E}" srcOrd="1" destOrd="0" presId="urn:microsoft.com/office/officeart/2018/2/layout/IconVerticalSolidList"/>
    <dgm:cxn modelId="{560B7442-3AB3-4D25-997A-1F7D4BC5ED41}" type="presParOf" srcId="{D505F52E-A9EF-4D43-AA31-CFB463C31FD9}" destId="{BA2AC3D1-260B-4F0B-B470-BC5D36D57256}" srcOrd="2" destOrd="0" presId="urn:microsoft.com/office/officeart/2018/2/layout/IconVerticalSolidList"/>
    <dgm:cxn modelId="{A4B08576-6112-4590-8A59-B40374D2A98A}" type="presParOf" srcId="{D505F52E-A9EF-4D43-AA31-CFB463C31FD9}" destId="{3E47AC9E-777F-4B85-9945-BFF9F4B19218}"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2469877B-5982-4A4B-9320-248FCDC7ACC1}"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292954AA-B834-4BA0-B6B7-119F74E6A33E}">
      <dgm:prSet/>
      <dgm:spPr/>
      <dgm:t>
        <a:bodyPr/>
        <a:lstStyle/>
        <a:p>
          <a:r>
            <a:rPr lang="en-GB"/>
            <a:t>What does "Accomplishments" mean in the PERMA model?</a:t>
          </a:r>
          <a:endParaRPr lang="en-US"/>
        </a:p>
      </dgm:t>
    </dgm:pt>
    <dgm:pt modelId="{4E711FF0-8EC6-4FEE-B757-2A99D49F33A7}" type="parTrans" cxnId="{EF32D740-BFDB-4D18-B046-FA895A758E13}">
      <dgm:prSet/>
      <dgm:spPr/>
      <dgm:t>
        <a:bodyPr/>
        <a:lstStyle/>
        <a:p>
          <a:endParaRPr lang="en-US"/>
        </a:p>
      </dgm:t>
    </dgm:pt>
    <dgm:pt modelId="{D4DD88BE-66B6-46C4-9D3D-34B40B19143F}" type="sibTrans" cxnId="{EF32D740-BFDB-4D18-B046-FA895A758E13}">
      <dgm:prSet/>
      <dgm:spPr/>
      <dgm:t>
        <a:bodyPr/>
        <a:lstStyle/>
        <a:p>
          <a:endParaRPr lang="en-US"/>
        </a:p>
      </dgm:t>
    </dgm:pt>
    <dgm:pt modelId="{97D8D9D3-8D89-420C-8090-EE723CEAA7E2}">
      <dgm:prSet/>
      <dgm:spPr/>
      <dgm:t>
        <a:bodyPr/>
        <a:lstStyle/>
        <a:p>
          <a:r>
            <a:rPr lang="en-GB"/>
            <a:t>The importance of celebrating wins, both big and small.</a:t>
          </a:r>
          <a:endParaRPr lang="en-US"/>
        </a:p>
      </dgm:t>
    </dgm:pt>
    <dgm:pt modelId="{984D5602-05C8-437B-93D6-3656AA41C4B9}" type="parTrans" cxnId="{C29256A2-AE4C-45D9-AF20-6EE927AAC6AB}">
      <dgm:prSet/>
      <dgm:spPr/>
      <dgm:t>
        <a:bodyPr/>
        <a:lstStyle/>
        <a:p>
          <a:endParaRPr lang="en-US"/>
        </a:p>
      </dgm:t>
    </dgm:pt>
    <dgm:pt modelId="{CFEF8FB0-8C38-426D-9FB7-A301E909ADA9}" type="sibTrans" cxnId="{C29256A2-AE4C-45D9-AF20-6EE927AAC6AB}">
      <dgm:prSet/>
      <dgm:spPr/>
      <dgm:t>
        <a:bodyPr/>
        <a:lstStyle/>
        <a:p>
          <a:endParaRPr lang="en-US"/>
        </a:p>
      </dgm:t>
    </dgm:pt>
    <dgm:pt modelId="{71A14D82-FCF1-4F61-B1C1-4FF08A072F40}">
      <dgm:prSet/>
      <dgm:spPr/>
      <dgm:t>
        <a:bodyPr/>
        <a:lstStyle/>
        <a:p>
          <a:r>
            <a:rPr lang="en-GB"/>
            <a:t>How accomplishments tie into school goals.</a:t>
          </a:r>
          <a:endParaRPr lang="en-US"/>
        </a:p>
      </dgm:t>
    </dgm:pt>
    <dgm:pt modelId="{B9F97969-CE8B-4E7F-B2F7-6A7A83F9E972}" type="parTrans" cxnId="{7B632115-F3DA-406E-918E-6DDE05BBF946}">
      <dgm:prSet/>
      <dgm:spPr/>
      <dgm:t>
        <a:bodyPr/>
        <a:lstStyle/>
        <a:p>
          <a:endParaRPr lang="en-US"/>
        </a:p>
      </dgm:t>
    </dgm:pt>
    <dgm:pt modelId="{E43A04E7-D5D9-4171-8B0A-52367D070CF8}" type="sibTrans" cxnId="{7B632115-F3DA-406E-918E-6DDE05BBF946}">
      <dgm:prSet/>
      <dgm:spPr/>
      <dgm:t>
        <a:bodyPr/>
        <a:lstStyle/>
        <a:p>
          <a:endParaRPr lang="en-US"/>
        </a:p>
      </dgm:t>
    </dgm:pt>
    <dgm:pt modelId="{34B0B8EB-08A5-49D2-906B-F1024804FF4D}">
      <dgm:prSet/>
      <dgm:spPr/>
      <dgm:t>
        <a:bodyPr/>
        <a:lstStyle/>
        <a:p>
          <a:r>
            <a:rPr lang="en-GB"/>
            <a:t>Setting and achieving realistic targets.</a:t>
          </a:r>
          <a:endParaRPr lang="en-US"/>
        </a:p>
      </dgm:t>
    </dgm:pt>
    <dgm:pt modelId="{C7A25639-672B-4DA7-8975-AE571E4CE2E4}" type="parTrans" cxnId="{F4344B50-C278-4947-AAA7-508DF182394D}">
      <dgm:prSet/>
      <dgm:spPr/>
      <dgm:t>
        <a:bodyPr/>
        <a:lstStyle/>
        <a:p>
          <a:endParaRPr lang="en-US"/>
        </a:p>
      </dgm:t>
    </dgm:pt>
    <dgm:pt modelId="{B550D5EF-1D88-4B12-9A10-35BC6BD200D2}" type="sibTrans" cxnId="{F4344B50-C278-4947-AAA7-508DF182394D}">
      <dgm:prSet/>
      <dgm:spPr/>
      <dgm:t>
        <a:bodyPr/>
        <a:lstStyle/>
        <a:p>
          <a:endParaRPr lang="en-US"/>
        </a:p>
      </dgm:t>
    </dgm:pt>
    <dgm:pt modelId="{5B8A398D-6EA7-48CB-AC73-92C4E5F8D2C3}" type="pres">
      <dgm:prSet presAssocID="{2469877B-5982-4A4B-9320-248FCDC7ACC1}" presName="root" presStyleCnt="0">
        <dgm:presLayoutVars>
          <dgm:dir/>
          <dgm:resizeHandles val="exact"/>
        </dgm:presLayoutVars>
      </dgm:prSet>
      <dgm:spPr/>
    </dgm:pt>
    <dgm:pt modelId="{C136526A-6137-443B-B0D6-CFEED4B05CDC}" type="pres">
      <dgm:prSet presAssocID="{292954AA-B834-4BA0-B6B7-119F74E6A33E}" presName="compNode" presStyleCnt="0"/>
      <dgm:spPr/>
    </dgm:pt>
    <dgm:pt modelId="{A45AC535-E3A0-4458-B6A6-E5A2AAD488B9}" type="pres">
      <dgm:prSet presAssocID="{292954AA-B834-4BA0-B6B7-119F74E6A33E}" presName="bgRect" presStyleLbl="bgShp" presStyleIdx="0" presStyleCnt="4"/>
      <dgm:spPr/>
    </dgm:pt>
    <dgm:pt modelId="{C63B6EAF-8956-4595-86B5-01029ACE5CBA}" type="pres">
      <dgm:prSet presAssocID="{292954AA-B834-4BA0-B6B7-119F74E6A33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ce"/>
        </a:ext>
      </dgm:extLst>
    </dgm:pt>
    <dgm:pt modelId="{8AA17887-70C1-428D-A747-A7CABFFEB2D1}" type="pres">
      <dgm:prSet presAssocID="{292954AA-B834-4BA0-B6B7-119F74E6A33E}" presName="spaceRect" presStyleCnt="0"/>
      <dgm:spPr/>
    </dgm:pt>
    <dgm:pt modelId="{8A237C44-EF30-4DA3-94F1-18FC1EA672CA}" type="pres">
      <dgm:prSet presAssocID="{292954AA-B834-4BA0-B6B7-119F74E6A33E}" presName="parTx" presStyleLbl="revTx" presStyleIdx="0" presStyleCnt="4">
        <dgm:presLayoutVars>
          <dgm:chMax val="0"/>
          <dgm:chPref val="0"/>
        </dgm:presLayoutVars>
      </dgm:prSet>
      <dgm:spPr/>
    </dgm:pt>
    <dgm:pt modelId="{B4FD161F-3632-49A6-B7E5-34F0ABAF9148}" type="pres">
      <dgm:prSet presAssocID="{D4DD88BE-66B6-46C4-9D3D-34B40B19143F}" presName="sibTrans" presStyleCnt="0"/>
      <dgm:spPr/>
    </dgm:pt>
    <dgm:pt modelId="{2E8BB6E0-69BF-4694-AD32-27C9B6D40AB8}" type="pres">
      <dgm:prSet presAssocID="{97D8D9D3-8D89-420C-8090-EE723CEAA7E2}" presName="compNode" presStyleCnt="0"/>
      <dgm:spPr/>
    </dgm:pt>
    <dgm:pt modelId="{D2358C96-1261-42CD-9EC5-C97172DB6720}" type="pres">
      <dgm:prSet presAssocID="{97D8D9D3-8D89-420C-8090-EE723CEAA7E2}" presName="bgRect" presStyleLbl="bgShp" presStyleIdx="1" presStyleCnt="4"/>
      <dgm:spPr/>
    </dgm:pt>
    <dgm:pt modelId="{0F614952-0FA2-44B2-8914-113D9D0E8839}" type="pres">
      <dgm:prSet presAssocID="{97D8D9D3-8D89-420C-8090-EE723CEAA7E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ibbon"/>
        </a:ext>
      </dgm:extLst>
    </dgm:pt>
    <dgm:pt modelId="{6CAF1843-BF05-4B69-9E03-BA96A613DF89}" type="pres">
      <dgm:prSet presAssocID="{97D8D9D3-8D89-420C-8090-EE723CEAA7E2}" presName="spaceRect" presStyleCnt="0"/>
      <dgm:spPr/>
    </dgm:pt>
    <dgm:pt modelId="{4EE30D8B-3EE5-4C11-8E27-61E92226CB69}" type="pres">
      <dgm:prSet presAssocID="{97D8D9D3-8D89-420C-8090-EE723CEAA7E2}" presName="parTx" presStyleLbl="revTx" presStyleIdx="1" presStyleCnt="4">
        <dgm:presLayoutVars>
          <dgm:chMax val="0"/>
          <dgm:chPref val="0"/>
        </dgm:presLayoutVars>
      </dgm:prSet>
      <dgm:spPr/>
    </dgm:pt>
    <dgm:pt modelId="{7C1C717A-E2EC-4BED-8C4B-D1846F0E2C8B}" type="pres">
      <dgm:prSet presAssocID="{CFEF8FB0-8C38-426D-9FB7-A301E909ADA9}" presName="sibTrans" presStyleCnt="0"/>
      <dgm:spPr/>
    </dgm:pt>
    <dgm:pt modelId="{177FE727-B8AA-4706-A942-784883381606}" type="pres">
      <dgm:prSet presAssocID="{71A14D82-FCF1-4F61-B1C1-4FF08A072F40}" presName="compNode" presStyleCnt="0"/>
      <dgm:spPr/>
    </dgm:pt>
    <dgm:pt modelId="{13F38396-A1D9-48AD-BB0A-04222FB0085F}" type="pres">
      <dgm:prSet presAssocID="{71A14D82-FCF1-4F61-B1C1-4FF08A072F40}" presName="bgRect" presStyleLbl="bgShp" presStyleIdx="2" presStyleCnt="4"/>
      <dgm:spPr/>
    </dgm:pt>
    <dgm:pt modelId="{A3BD1264-A010-40D7-9741-9CC3E04C1F38}" type="pres">
      <dgm:prSet presAssocID="{71A14D82-FCF1-4F61-B1C1-4FF08A072F4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odium"/>
        </a:ext>
      </dgm:extLst>
    </dgm:pt>
    <dgm:pt modelId="{B58DF9C9-3994-40D8-B857-ACAB09547B45}" type="pres">
      <dgm:prSet presAssocID="{71A14D82-FCF1-4F61-B1C1-4FF08A072F40}" presName="spaceRect" presStyleCnt="0"/>
      <dgm:spPr/>
    </dgm:pt>
    <dgm:pt modelId="{876ABEDB-A624-4469-ADB1-51FE640AFA40}" type="pres">
      <dgm:prSet presAssocID="{71A14D82-FCF1-4F61-B1C1-4FF08A072F40}" presName="parTx" presStyleLbl="revTx" presStyleIdx="2" presStyleCnt="4">
        <dgm:presLayoutVars>
          <dgm:chMax val="0"/>
          <dgm:chPref val="0"/>
        </dgm:presLayoutVars>
      </dgm:prSet>
      <dgm:spPr/>
    </dgm:pt>
    <dgm:pt modelId="{D2D9DAD8-0C2D-4D5F-82F2-1D55C851617B}" type="pres">
      <dgm:prSet presAssocID="{E43A04E7-D5D9-4171-8B0A-52367D070CF8}" presName="sibTrans" presStyleCnt="0"/>
      <dgm:spPr/>
    </dgm:pt>
    <dgm:pt modelId="{3B3082CC-0945-49A8-B650-9A1D8F0AAFB9}" type="pres">
      <dgm:prSet presAssocID="{34B0B8EB-08A5-49D2-906B-F1024804FF4D}" presName="compNode" presStyleCnt="0"/>
      <dgm:spPr/>
    </dgm:pt>
    <dgm:pt modelId="{51B1E9DA-720C-4A31-944A-AEF73B2A56BE}" type="pres">
      <dgm:prSet presAssocID="{34B0B8EB-08A5-49D2-906B-F1024804FF4D}" presName="bgRect" presStyleLbl="bgShp" presStyleIdx="3" presStyleCnt="4"/>
      <dgm:spPr/>
    </dgm:pt>
    <dgm:pt modelId="{8E5CE39D-DCC4-46FF-A093-6FF8DC2465A9}" type="pres">
      <dgm:prSet presAssocID="{34B0B8EB-08A5-49D2-906B-F1024804FF4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llseye"/>
        </a:ext>
      </dgm:extLst>
    </dgm:pt>
    <dgm:pt modelId="{37642927-B7EF-4207-A41C-394257BE3761}" type="pres">
      <dgm:prSet presAssocID="{34B0B8EB-08A5-49D2-906B-F1024804FF4D}" presName="spaceRect" presStyleCnt="0"/>
      <dgm:spPr/>
    </dgm:pt>
    <dgm:pt modelId="{87D60448-BA40-45F6-A180-8CB7999D75A2}" type="pres">
      <dgm:prSet presAssocID="{34B0B8EB-08A5-49D2-906B-F1024804FF4D}" presName="parTx" presStyleLbl="revTx" presStyleIdx="3" presStyleCnt="4">
        <dgm:presLayoutVars>
          <dgm:chMax val="0"/>
          <dgm:chPref val="0"/>
        </dgm:presLayoutVars>
      </dgm:prSet>
      <dgm:spPr/>
    </dgm:pt>
  </dgm:ptLst>
  <dgm:cxnLst>
    <dgm:cxn modelId="{7B632115-F3DA-406E-918E-6DDE05BBF946}" srcId="{2469877B-5982-4A4B-9320-248FCDC7ACC1}" destId="{71A14D82-FCF1-4F61-B1C1-4FF08A072F40}" srcOrd="2" destOrd="0" parTransId="{B9F97969-CE8B-4E7F-B2F7-6A7A83F9E972}" sibTransId="{E43A04E7-D5D9-4171-8B0A-52367D070CF8}"/>
    <dgm:cxn modelId="{6234142D-C65F-43BD-8D15-E0094455E126}" type="presOf" srcId="{71A14D82-FCF1-4F61-B1C1-4FF08A072F40}" destId="{876ABEDB-A624-4469-ADB1-51FE640AFA40}" srcOrd="0" destOrd="0" presId="urn:microsoft.com/office/officeart/2018/2/layout/IconVerticalSolidList"/>
    <dgm:cxn modelId="{E699D231-FF3C-45EF-8EAC-ACDFA0BC8DF6}" type="presOf" srcId="{97D8D9D3-8D89-420C-8090-EE723CEAA7E2}" destId="{4EE30D8B-3EE5-4C11-8E27-61E92226CB69}" srcOrd="0" destOrd="0" presId="urn:microsoft.com/office/officeart/2018/2/layout/IconVerticalSolidList"/>
    <dgm:cxn modelId="{EF32D740-BFDB-4D18-B046-FA895A758E13}" srcId="{2469877B-5982-4A4B-9320-248FCDC7ACC1}" destId="{292954AA-B834-4BA0-B6B7-119F74E6A33E}" srcOrd="0" destOrd="0" parTransId="{4E711FF0-8EC6-4FEE-B757-2A99D49F33A7}" sibTransId="{D4DD88BE-66B6-46C4-9D3D-34B40B19143F}"/>
    <dgm:cxn modelId="{F4344B50-C278-4947-AAA7-508DF182394D}" srcId="{2469877B-5982-4A4B-9320-248FCDC7ACC1}" destId="{34B0B8EB-08A5-49D2-906B-F1024804FF4D}" srcOrd="3" destOrd="0" parTransId="{C7A25639-672B-4DA7-8975-AE571E4CE2E4}" sibTransId="{B550D5EF-1D88-4B12-9A10-35BC6BD200D2}"/>
    <dgm:cxn modelId="{7D0CA482-04B7-417C-A583-C84C4D3D1544}" type="presOf" srcId="{292954AA-B834-4BA0-B6B7-119F74E6A33E}" destId="{8A237C44-EF30-4DA3-94F1-18FC1EA672CA}" srcOrd="0" destOrd="0" presId="urn:microsoft.com/office/officeart/2018/2/layout/IconVerticalSolidList"/>
    <dgm:cxn modelId="{5CB01A9B-D6C3-4A83-A261-DFE82581D591}" type="presOf" srcId="{34B0B8EB-08A5-49D2-906B-F1024804FF4D}" destId="{87D60448-BA40-45F6-A180-8CB7999D75A2}" srcOrd="0" destOrd="0" presId="urn:microsoft.com/office/officeart/2018/2/layout/IconVerticalSolidList"/>
    <dgm:cxn modelId="{C29256A2-AE4C-45D9-AF20-6EE927AAC6AB}" srcId="{2469877B-5982-4A4B-9320-248FCDC7ACC1}" destId="{97D8D9D3-8D89-420C-8090-EE723CEAA7E2}" srcOrd="1" destOrd="0" parTransId="{984D5602-05C8-437B-93D6-3656AA41C4B9}" sibTransId="{CFEF8FB0-8C38-426D-9FB7-A301E909ADA9}"/>
    <dgm:cxn modelId="{B661F4C0-5367-4228-9F00-84CA50B994E5}" type="presOf" srcId="{2469877B-5982-4A4B-9320-248FCDC7ACC1}" destId="{5B8A398D-6EA7-48CB-AC73-92C4E5F8D2C3}" srcOrd="0" destOrd="0" presId="urn:microsoft.com/office/officeart/2018/2/layout/IconVerticalSolidList"/>
    <dgm:cxn modelId="{56298347-E8E8-49FC-9E6E-4732C1A50457}" type="presParOf" srcId="{5B8A398D-6EA7-48CB-AC73-92C4E5F8D2C3}" destId="{C136526A-6137-443B-B0D6-CFEED4B05CDC}" srcOrd="0" destOrd="0" presId="urn:microsoft.com/office/officeart/2018/2/layout/IconVerticalSolidList"/>
    <dgm:cxn modelId="{DFD935F2-8C62-4579-9023-B9CD19C8334E}" type="presParOf" srcId="{C136526A-6137-443B-B0D6-CFEED4B05CDC}" destId="{A45AC535-E3A0-4458-B6A6-E5A2AAD488B9}" srcOrd="0" destOrd="0" presId="urn:microsoft.com/office/officeart/2018/2/layout/IconVerticalSolidList"/>
    <dgm:cxn modelId="{23AA3147-2C37-4B73-B60E-C7B1738FD1FB}" type="presParOf" srcId="{C136526A-6137-443B-B0D6-CFEED4B05CDC}" destId="{C63B6EAF-8956-4595-86B5-01029ACE5CBA}" srcOrd="1" destOrd="0" presId="urn:microsoft.com/office/officeart/2018/2/layout/IconVerticalSolidList"/>
    <dgm:cxn modelId="{40AA2476-21F7-4E7A-AA6F-BBEAE9C2B68F}" type="presParOf" srcId="{C136526A-6137-443B-B0D6-CFEED4B05CDC}" destId="{8AA17887-70C1-428D-A747-A7CABFFEB2D1}" srcOrd="2" destOrd="0" presId="urn:microsoft.com/office/officeart/2018/2/layout/IconVerticalSolidList"/>
    <dgm:cxn modelId="{8A84E9EB-9EDB-4A78-B799-2F201A2DD617}" type="presParOf" srcId="{C136526A-6137-443B-B0D6-CFEED4B05CDC}" destId="{8A237C44-EF30-4DA3-94F1-18FC1EA672CA}" srcOrd="3" destOrd="0" presId="urn:microsoft.com/office/officeart/2018/2/layout/IconVerticalSolidList"/>
    <dgm:cxn modelId="{4A1B5DDA-B3FF-4AB9-8237-6E82D4D1DBBE}" type="presParOf" srcId="{5B8A398D-6EA7-48CB-AC73-92C4E5F8D2C3}" destId="{B4FD161F-3632-49A6-B7E5-34F0ABAF9148}" srcOrd="1" destOrd="0" presId="urn:microsoft.com/office/officeart/2018/2/layout/IconVerticalSolidList"/>
    <dgm:cxn modelId="{52BF50EF-2557-4F9C-BBDB-0A059F5B8637}" type="presParOf" srcId="{5B8A398D-6EA7-48CB-AC73-92C4E5F8D2C3}" destId="{2E8BB6E0-69BF-4694-AD32-27C9B6D40AB8}" srcOrd="2" destOrd="0" presId="urn:microsoft.com/office/officeart/2018/2/layout/IconVerticalSolidList"/>
    <dgm:cxn modelId="{34F8CA13-11C8-48C8-985F-DB1DB25CBE98}" type="presParOf" srcId="{2E8BB6E0-69BF-4694-AD32-27C9B6D40AB8}" destId="{D2358C96-1261-42CD-9EC5-C97172DB6720}" srcOrd="0" destOrd="0" presId="urn:microsoft.com/office/officeart/2018/2/layout/IconVerticalSolidList"/>
    <dgm:cxn modelId="{4D2C0EDD-6D26-46C3-B854-292C78B3312F}" type="presParOf" srcId="{2E8BB6E0-69BF-4694-AD32-27C9B6D40AB8}" destId="{0F614952-0FA2-44B2-8914-113D9D0E8839}" srcOrd="1" destOrd="0" presId="urn:microsoft.com/office/officeart/2018/2/layout/IconVerticalSolidList"/>
    <dgm:cxn modelId="{52019157-1AA2-4A6A-AE1B-7BDE10D8371B}" type="presParOf" srcId="{2E8BB6E0-69BF-4694-AD32-27C9B6D40AB8}" destId="{6CAF1843-BF05-4B69-9E03-BA96A613DF89}" srcOrd="2" destOrd="0" presId="urn:microsoft.com/office/officeart/2018/2/layout/IconVerticalSolidList"/>
    <dgm:cxn modelId="{07D5C93F-FCD9-46AB-9EC9-5DE270083479}" type="presParOf" srcId="{2E8BB6E0-69BF-4694-AD32-27C9B6D40AB8}" destId="{4EE30D8B-3EE5-4C11-8E27-61E92226CB69}" srcOrd="3" destOrd="0" presId="urn:microsoft.com/office/officeart/2018/2/layout/IconVerticalSolidList"/>
    <dgm:cxn modelId="{7AB2E297-9735-44C6-AE20-F9A459E8AEC0}" type="presParOf" srcId="{5B8A398D-6EA7-48CB-AC73-92C4E5F8D2C3}" destId="{7C1C717A-E2EC-4BED-8C4B-D1846F0E2C8B}" srcOrd="3" destOrd="0" presId="urn:microsoft.com/office/officeart/2018/2/layout/IconVerticalSolidList"/>
    <dgm:cxn modelId="{FE3A8880-E8A5-4378-9C81-58C5498DB038}" type="presParOf" srcId="{5B8A398D-6EA7-48CB-AC73-92C4E5F8D2C3}" destId="{177FE727-B8AA-4706-A942-784883381606}" srcOrd="4" destOrd="0" presId="urn:microsoft.com/office/officeart/2018/2/layout/IconVerticalSolidList"/>
    <dgm:cxn modelId="{6D557894-A74C-49FA-A37C-327A48A2EC02}" type="presParOf" srcId="{177FE727-B8AA-4706-A942-784883381606}" destId="{13F38396-A1D9-48AD-BB0A-04222FB0085F}" srcOrd="0" destOrd="0" presId="urn:microsoft.com/office/officeart/2018/2/layout/IconVerticalSolidList"/>
    <dgm:cxn modelId="{40660D84-1892-40A4-A190-6E5DDE71DC8F}" type="presParOf" srcId="{177FE727-B8AA-4706-A942-784883381606}" destId="{A3BD1264-A010-40D7-9741-9CC3E04C1F38}" srcOrd="1" destOrd="0" presId="urn:microsoft.com/office/officeart/2018/2/layout/IconVerticalSolidList"/>
    <dgm:cxn modelId="{08421785-4848-4FAA-9C49-1FF8928DDA48}" type="presParOf" srcId="{177FE727-B8AA-4706-A942-784883381606}" destId="{B58DF9C9-3994-40D8-B857-ACAB09547B45}" srcOrd="2" destOrd="0" presId="urn:microsoft.com/office/officeart/2018/2/layout/IconVerticalSolidList"/>
    <dgm:cxn modelId="{799CE02E-0636-4689-B00D-5BAADEFEF5B6}" type="presParOf" srcId="{177FE727-B8AA-4706-A942-784883381606}" destId="{876ABEDB-A624-4469-ADB1-51FE640AFA40}" srcOrd="3" destOrd="0" presId="urn:microsoft.com/office/officeart/2018/2/layout/IconVerticalSolidList"/>
    <dgm:cxn modelId="{47FEB07B-6D61-498B-9169-C82C0AD61337}" type="presParOf" srcId="{5B8A398D-6EA7-48CB-AC73-92C4E5F8D2C3}" destId="{D2D9DAD8-0C2D-4D5F-82F2-1D55C851617B}" srcOrd="5" destOrd="0" presId="urn:microsoft.com/office/officeart/2018/2/layout/IconVerticalSolidList"/>
    <dgm:cxn modelId="{37927AA3-0C6C-48BC-A12A-1809C0A7E764}" type="presParOf" srcId="{5B8A398D-6EA7-48CB-AC73-92C4E5F8D2C3}" destId="{3B3082CC-0945-49A8-B650-9A1D8F0AAFB9}" srcOrd="6" destOrd="0" presId="urn:microsoft.com/office/officeart/2018/2/layout/IconVerticalSolidList"/>
    <dgm:cxn modelId="{2DDC465A-A10D-469A-9444-F8296D33939F}" type="presParOf" srcId="{3B3082CC-0945-49A8-B650-9A1D8F0AAFB9}" destId="{51B1E9DA-720C-4A31-944A-AEF73B2A56BE}" srcOrd="0" destOrd="0" presId="urn:microsoft.com/office/officeart/2018/2/layout/IconVerticalSolidList"/>
    <dgm:cxn modelId="{57B2F94E-DD57-42B2-9EF4-477395F29065}" type="presParOf" srcId="{3B3082CC-0945-49A8-B650-9A1D8F0AAFB9}" destId="{8E5CE39D-DCC4-46FF-A093-6FF8DC2465A9}" srcOrd="1" destOrd="0" presId="urn:microsoft.com/office/officeart/2018/2/layout/IconVerticalSolidList"/>
    <dgm:cxn modelId="{8D436DA6-6488-453E-9B0F-875EDF0563AF}" type="presParOf" srcId="{3B3082CC-0945-49A8-B650-9A1D8F0AAFB9}" destId="{37642927-B7EF-4207-A41C-394257BE3761}" srcOrd="2" destOrd="0" presId="urn:microsoft.com/office/officeart/2018/2/layout/IconVerticalSolidList"/>
    <dgm:cxn modelId="{D30CCE4C-7764-4631-A15B-537AA00C767A}" type="presParOf" srcId="{3B3082CC-0945-49A8-B650-9A1D8F0AAFB9}" destId="{87D60448-BA40-45F6-A180-8CB7999D75A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3FA9932-C75C-4F1F-A882-731AB27DBA69}"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8D59888A-F44E-4163-B5B8-D45605D6F1FE}">
      <dgm:prSet/>
      <dgm:spPr/>
      <dgm:t>
        <a:bodyPr/>
        <a:lstStyle/>
        <a:p>
          <a:pPr>
            <a:defRPr cap="all"/>
          </a:pPr>
          <a:r>
            <a:rPr lang="en-GB"/>
            <a:t>Introduction to AuthenticHappiness.org</a:t>
          </a:r>
          <a:endParaRPr lang="en-US"/>
        </a:p>
      </dgm:t>
    </dgm:pt>
    <dgm:pt modelId="{20721306-F46D-4563-9836-DF973637891D}" type="parTrans" cxnId="{37ADFD4E-A6E2-4E47-8A96-EBD913EE3E3A}">
      <dgm:prSet/>
      <dgm:spPr/>
      <dgm:t>
        <a:bodyPr/>
        <a:lstStyle/>
        <a:p>
          <a:endParaRPr lang="en-US"/>
        </a:p>
      </dgm:t>
    </dgm:pt>
    <dgm:pt modelId="{E181DEC7-B1BC-40A1-A990-2A854D0458B0}" type="sibTrans" cxnId="{37ADFD4E-A6E2-4E47-8A96-EBD913EE3E3A}">
      <dgm:prSet/>
      <dgm:spPr/>
      <dgm:t>
        <a:bodyPr/>
        <a:lstStyle/>
        <a:p>
          <a:endParaRPr lang="en-US"/>
        </a:p>
      </dgm:t>
    </dgm:pt>
    <dgm:pt modelId="{FC6C9078-6621-4DF1-A57B-8D04C5F3BA24}">
      <dgm:prSet/>
      <dgm:spPr/>
      <dgm:t>
        <a:bodyPr/>
        <a:lstStyle/>
        <a:p>
          <a:pPr>
            <a:defRPr cap="all"/>
          </a:pPr>
          <a:r>
            <a:rPr lang="en-GB" dirty="0"/>
            <a:t>Instructions for completing a WORKPLACE Perma Profile</a:t>
          </a:r>
          <a:endParaRPr lang="en-US" dirty="0"/>
        </a:p>
      </dgm:t>
    </dgm:pt>
    <dgm:pt modelId="{A118F623-CE2A-4EAC-9D47-71AFF4A17C97}" type="parTrans" cxnId="{45854AA4-54A6-49B7-A9EC-6F781A882427}">
      <dgm:prSet/>
      <dgm:spPr/>
      <dgm:t>
        <a:bodyPr/>
        <a:lstStyle/>
        <a:p>
          <a:endParaRPr lang="en-US"/>
        </a:p>
      </dgm:t>
    </dgm:pt>
    <dgm:pt modelId="{760932ED-DD5E-42D3-B147-EA53CC9FEF5D}" type="sibTrans" cxnId="{45854AA4-54A6-49B7-A9EC-6F781A882427}">
      <dgm:prSet/>
      <dgm:spPr/>
      <dgm:t>
        <a:bodyPr/>
        <a:lstStyle/>
        <a:p>
          <a:endParaRPr lang="en-US"/>
        </a:p>
      </dgm:t>
    </dgm:pt>
    <dgm:pt modelId="{B26F4993-1612-4C06-BB42-A14CBB806C7C}" type="pres">
      <dgm:prSet presAssocID="{E3FA9932-C75C-4F1F-A882-731AB27DBA69}" presName="root" presStyleCnt="0">
        <dgm:presLayoutVars>
          <dgm:dir/>
          <dgm:resizeHandles val="exact"/>
        </dgm:presLayoutVars>
      </dgm:prSet>
      <dgm:spPr/>
    </dgm:pt>
    <dgm:pt modelId="{53AFD93C-67AE-47D2-9A60-FA71A43882D7}" type="pres">
      <dgm:prSet presAssocID="{8D59888A-F44E-4163-B5B8-D45605D6F1FE}" presName="compNode" presStyleCnt="0"/>
      <dgm:spPr/>
    </dgm:pt>
    <dgm:pt modelId="{8704C712-1501-42CC-854C-18C3994DE043}" type="pres">
      <dgm:prSet presAssocID="{8D59888A-F44E-4163-B5B8-D45605D6F1FE}" presName="iconBgRect" presStyleLbl="bgShp" presStyleIdx="0" presStyleCnt="2"/>
      <dgm:spPr/>
    </dgm:pt>
    <dgm:pt modelId="{BAB87AE0-932E-4A57-89B2-B7F3D26CCA27}" type="pres">
      <dgm:prSet presAssocID="{8D59888A-F44E-4163-B5B8-D45605D6F1F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rker"/>
        </a:ext>
      </dgm:extLst>
    </dgm:pt>
    <dgm:pt modelId="{A083B279-D4FA-48C6-A1A6-C118A729B7ED}" type="pres">
      <dgm:prSet presAssocID="{8D59888A-F44E-4163-B5B8-D45605D6F1FE}" presName="spaceRect" presStyleCnt="0"/>
      <dgm:spPr/>
    </dgm:pt>
    <dgm:pt modelId="{36A4D2E8-B481-442A-8BC9-3E34CE38C841}" type="pres">
      <dgm:prSet presAssocID="{8D59888A-F44E-4163-B5B8-D45605D6F1FE}" presName="textRect" presStyleLbl="revTx" presStyleIdx="0" presStyleCnt="2">
        <dgm:presLayoutVars>
          <dgm:chMax val="1"/>
          <dgm:chPref val="1"/>
        </dgm:presLayoutVars>
      </dgm:prSet>
      <dgm:spPr/>
    </dgm:pt>
    <dgm:pt modelId="{3AB09854-D215-4FBB-A037-8767C295EA5F}" type="pres">
      <dgm:prSet presAssocID="{E181DEC7-B1BC-40A1-A990-2A854D0458B0}" presName="sibTrans" presStyleCnt="0"/>
      <dgm:spPr/>
    </dgm:pt>
    <dgm:pt modelId="{EB542333-BB51-4FE6-892D-4C32A860D9D7}" type="pres">
      <dgm:prSet presAssocID="{FC6C9078-6621-4DF1-A57B-8D04C5F3BA24}" presName="compNode" presStyleCnt="0"/>
      <dgm:spPr/>
    </dgm:pt>
    <dgm:pt modelId="{B8231C33-8F59-48E9-8FC2-5111A834FE11}" type="pres">
      <dgm:prSet presAssocID="{FC6C9078-6621-4DF1-A57B-8D04C5F3BA24}" presName="iconBgRect" presStyleLbl="bgShp" presStyleIdx="1" presStyleCnt="2"/>
      <dgm:spPr/>
    </dgm:pt>
    <dgm:pt modelId="{E970DD44-CAB5-4B1A-B7B8-244F34997F75}" type="pres">
      <dgm:prSet presAssocID="{FC6C9078-6621-4DF1-A57B-8D04C5F3BA2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 List"/>
        </a:ext>
      </dgm:extLst>
    </dgm:pt>
    <dgm:pt modelId="{FA242691-73BF-4D51-8737-943B32441451}" type="pres">
      <dgm:prSet presAssocID="{FC6C9078-6621-4DF1-A57B-8D04C5F3BA24}" presName="spaceRect" presStyleCnt="0"/>
      <dgm:spPr/>
    </dgm:pt>
    <dgm:pt modelId="{D35004A6-47D4-409C-A850-B035410693FE}" type="pres">
      <dgm:prSet presAssocID="{FC6C9078-6621-4DF1-A57B-8D04C5F3BA24}" presName="textRect" presStyleLbl="revTx" presStyleIdx="1" presStyleCnt="2">
        <dgm:presLayoutVars>
          <dgm:chMax val="1"/>
          <dgm:chPref val="1"/>
        </dgm:presLayoutVars>
      </dgm:prSet>
      <dgm:spPr/>
    </dgm:pt>
  </dgm:ptLst>
  <dgm:cxnLst>
    <dgm:cxn modelId="{0B7E9719-8D4D-4648-94C7-09690CD5A536}" type="presOf" srcId="{E3FA9932-C75C-4F1F-A882-731AB27DBA69}" destId="{B26F4993-1612-4C06-BB42-A14CBB806C7C}" srcOrd="0" destOrd="0" presId="urn:microsoft.com/office/officeart/2018/5/layout/IconCircleLabelList"/>
    <dgm:cxn modelId="{B9956729-2296-4D29-8C7F-72CDDE9AD302}" type="presOf" srcId="{8D59888A-F44E-4163-B5B8-D45605D6F1FE}" destId="{36A4D2E8-B481-442A-8BC9-3E34CE38C841}" srcOrd="0" destOrd="0" presId="urn:microsoft.com/office/officeart/2018/5/layout/IconCircleLabelList"/>
    <dgm:cxn modelId="{2A6E103A-BBCA-4A57-BC10-EC65A299EB70}" type="presOf" srcId="{FC6C9078-6621-4DF1-A57B-8D04C5F3BA24}" destId="{D35004A6-47D4-409C-A850-B035410693FE}" srcOrd="0" destOrd="0" presId="urn:microsoft.com/office/officeart/2018/5/layout/IconCircleLabelList"/>
    <dgm:cxn modelId="{37ADFD4E-A6E2-4E47-8A96-EBD913EE3E3A}" srcId="{E3FA9932-C75C-4F1F-A882-731AB27DBA69}" destId="{8D59888A-F44E-4163-B5B8-D45605D6F1FE}" srcOrd="0" destOrd="0" parTransId="{20721306-F46D-4563-9836-DF973637891D}" sibTransId="{E181DEC7-B1BC-40A1-A990-2A854D0458B0}"/>
    <dgm:cxn modelId="{45854AA4-54A6-49B7-A9EC-6F781A882427}" srcId="{E3FA9932-C75C-4F1F-A882-731AB27DBA69}" destId="{FC6C9078-6621-4DF1-A57B-8D04C5F3BA24}" srcOrd="1" destOrd="0" parTransId="{A118F623-CE2A-4EAC-9D47-71AFF4A17C97}" sibTransId="{760932ED-DD5E-42D3-B147-EA53CC9FEF5D}"/>
    <dgm:cxn modelId="{CCA748F4-9F3E-440D-B0D8-B19D84EDD6B0}" type="presParOf" srcId="{B26F4993-1612-4C06-BB42-A14CBB806C7C}" destId="{53AFD93C-67AE-47D2-9A60-FA71A43882D7}" srcOrd="0" destOrd="0" presId="urn:microsoft.com/office/officeart/2018/5/layout/IconCircleLabelList"/>
    <dgm:cxn modelId="{B00C838D-9916-4BB4-A8C8-532A9B080533}" type="presParOf" srcId="{53AFD93C-67AE-47D2-9A60-FA71A43882D7}" destId="{8704C712-1501-42CC-854C-18C3994DE043}" srcOrd="0" destOrd="0" presId="urn:microsoft.com/office/officeart/2018/5/layout/IconCircleLabelList"/>
    <dgm:cxn modelId="{D1B33AFF-88A0-4297-8FDC-C4DD230F8AEA}" type="presParOf" srcId="{53AFD93C-67AE-47D2-9A60-FA71A43882D7}" destId="{BAB87AE0-932E-4A57-89B2-B7F3D26CCA27}" srcOrd="1" destOrd="0" presId="urn:microsoft.com/office/officeart/2018/5/layout/IconCircleLabelList"/>
    <dgm:cxn modelId="{E3F063BF-3137-4B28-9E5F-75355852B51E}" type="presParOf" srcId="{53AFD93C-67AE-47D2-9A60-FA71A43882D7}" destId="{A083B279-D4FA-48C6-A1A6-C118A729B7ED}" srcOrd="2" destOrd="0" presId="urn:microsoft.com/office/officeart/2018/5/layout/IconCircleLabelList"/>
    <dgm:cxn modelId="{66AD8F63-854D-4852-A46E-60300EE18B4B}" type="presParOf" srcId="{53AFD93C-67AE-47D2-9A60-FA71A43882D7}" destId="{36A4D2E8-B481-442A-8BC9-3E34CE38C841}" srcOrd="3" destOrd="0" presId="urn:microsoft.com/office/officeart/2018/5/layout/IconCircleLabelList"/>
    <dgm:cxn modelId="{1FC449A3-E0CF-4D43-BC4A-94FD587CDEE5}" type="presParOf" srcId="{B26F4993-1612-4C06-BB42-A14CBB806C7C}" destId="{3AB09854-D215-4FBB-A037-8767C295EA5F}" srcOrd="1" destOrd="0" presId="urn:microsoft.com/office/officeart/2018/5/layout/IconCircleLabelList"/>
    <dgm:cxn modelId="{4BCBC38C-471F-4E8F-BA8F-89E38CE83AEA}" type="presParOf" srcId="{B26F4993-1612-4C06-BB42-A14CBB806C7C}" destId="{EB542333-BB51-4FE6-892D-4C32A860D9D7}" srcOrd="2" destOrd="0" presId="urn:microsoft.com/office/officeart/2018/5/layout/IconCircleLabelList"/>
    <dgm:cxn modelId="{9B5E950F-BA48-4CEB-A553-A5BA9F5F2C20}" type="presParOf" srcId="{EB542333-BB51-4FE6-892D-4C32A860D9D7}" destId="{B8231C33-8F59-48E9-8FC2-5111A834FE11}" srcOrd="0" destOrd="0" presId="urn:microsoft.com/office/officeart/2018/5/layout/IconCircleLabelList"/>
    <dgm:cxn modelId="{B634A76B-0B11-4CA2-9CD9-6E8012391E6F}" type="presParOf" srcId="{EB542333-BB51-4FE6-892D-4C32A860D9D7}" destId="{E970DD44-CAB5-4B1A-B7B8-244F34997F75}" srcOrd="1" destOrd="0" presId="urn:microsoft.com/office/officeart/2018/5/layout/IconCircleLabelList"/>
    <dgm:cxn modelId="{63AABCB9-5D65-4E6E-BE21-1F468E8E49C3}" type="presParOf" srcId="{EB542333-BB51-4FE6-892D-4C32A860D9D7}" destId="{FA242691-73BF-4D51-8737-943B32441451}" srcOrd="2" destOrd="0" presId="urn:microsoft.com/office/officeart/2018/5/layout/IconCircleLabelList"/>
    <dgm:cxn modelId="{DD954D70-55A7-4C56-AE9E-DC18DAE59074}" type="presParOf" srcId="{EB542333-BB51-4FE6-892D-4C32A860D9D7}" destId="{D35004A6-47D4-409C-A850-B035410693FE}"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E7CACE3-9D28-43CE-9D17-09C7143B70F1}"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6AD902B4-0B08-41C0-89EA-110F75E6D335}">
      <dgm:prSet/>
      <dgm:spPr/>
      <dgm:t>
        <a:bodyPr/>
        <a:lstStyle/>
        <a:p>
          <a:r>
            <a:rPr lang="en-GB"/>
            <a:t>What is Appreciative Inquiry?</a:t>
          </a:r>
          <a:endParaRPr lang="en-US"/>
        </a:p>
      </dgm:t>
    </dgm:pt>
    <dgm:pt modelId="{D1E16AAE-FA2A-4ED4-8417-4847C8052018}" type="parTrans" cxnId="{A5E0944C-2AA2-45A8-91AA-0AE624248943}">
      <dgm:prSet/>
      <dgm:spPr/>
      <dgm:t>
        <a:bodyPr/>
        <a:lstStyle/>
        <a:p>
          <a:endParaRPr lang="en-US"/>
        </a:p>
      </dgm:t>
    </dgm:pt>
    <dgm:pt modelId="{9C24E6E2-500A-4D18-9506-3FA7A04838E7}" type="sibTrans" cxnId="{A5E0944C-2AA2-45A8-91AA-0AE624248943}">
      <dgm:prSet/>
      <dgm:spPr/>
      <dgm:t>
        <a:bodyPr/>
        <a:lstStyle/>
        <a:p>
          <a:endParaRPr lang="en-US"/>
        </a:p>
      </dgm:t>
    </dgm:pt>
    <dgm:pt modelId="{95E09EF7-43B7-4731-AB5D-428D6FFC77FD}">
      <dgm:prSet/>
      <dgm:spPr/>
      <dgm:t>
        <a:bodyPr/>
        <a:lstStyle/>
        <a:p>
          <a:r>
            <a:rPr lang="en-GB"/>
            <a:t>Why it’s Good for Schools</a:t>
          </a:r>
          <a:endParaRPr lang="en-US"/>
        </a:p>
      </dgm:t>
    </dgm:pt>
    <dgm:pt modelId="{BB042E45-E353-4B02-A478-ADC59B83F880}" type="parTrans" cxnId="{B95CB372-F311-4230-8AA9-DE1A5B3A4966}">
      <dgm:prSet/>
      <dgm:spPr/>
      <dgm:t>
        <a:bodyPr/>
        <a:lstStyle/>
        <a:p>
          <a:endParaRPr lang="en-US"/>
        </a:p>
      </dgm:t>
    </dgm:pt>
    <dgm:pt modelId="{BD5540A2-FCA8-45E0-A8EC-718625A86F44}" type="sibTrans" cxnId="{B95CB372-F311-4230-8AA9-DE1A5B3A4966}">
      <dgm:prSet/>
      <dgm:spPr/>
      <dgm:t>
        <a:bodyPr/>
        <a:lstStyle/>
        <a:p>
          <a:endParaRPr lang="en-US"/>
        </a:p>
      </dgm:t>
    </dgm:pt>
    <dgm:pt modelId="{9BF6BFB4-2CD2-440E-8D65-0A1DC4ACD5B8}">
      <dgm:prSet/>
      <dgm:spPr/>
      <dgm:t>
        <a:bodyPr/>
        <a:lstStyle/>
        <a:p>
          <a:r>
            <a:rPr lang="en-GB"/>
            <a:t>Practical Exercise: The 4-D Cycle</a:t>
          </a:r>
          <a:endParaRPr lang="en-US"/>
        </a:p>
      </dgm:t>
    </dgm:pt>
    <dgm:pt modelId="{AB5E8802-ACEC-4077-9670-36AE919E7E71}" type="parTrans" cxnId="{1B552DBC-3FD1-4528-BCA7-5C9B92983B67}">
      <dgm:prSet/>
      <dgm:spPr/>
      <dgm:t>
        <a:bodyPr/>
        <a:lstStyle/>
        <a:p>
          <a:endParaRPr lang="en-US"/>
        </a:p>
      </dgm:t>
    </dgm:pt>
    <dgm:pt modelId="{76086F0B-9BE3-487D-A1F2-068D6A4440C2}" type="sibTrans" cxnId="{1B552DBC-3FD1-4528-BCA7-5C9B92983B67}">
      <dgm:prSet/>
      <dgm:spPr/>
      <dgm:t>
        <a:bodyPr/>
        <a:lstStyle/>
        <a:p>
          <a:endParaRPr lang="en-US"/>
        </a:p>
      </dgm:t>
    </dgm:pt>
    <dgm:pt modelId="{B7B6808E-61F5-4EBC-84DB-4F320F0759A4}" type="pres">
      <dgm:prSet presAssocID="{DE7CACE3-9D28-43CE-9D17-09C7143B70F1}" presName="root" presStyleCnt="0">
        <dgm:presLayoutVars>
          <dgm:dir/>
          <dgm:resizeHandles val="exact"/>
        </dgm:presLayoutVars>
      </dgm:prSet>
      <dgm:spPr/>
    </dgm:pt>
    <dgm:pt modelId="{918A2EFF-B64C-49A7-8DB6-2B857A91CFD9}" type="pres">
      <dgm:prSet presAssocID="{6AD902B4-0B08-41C0-89EA-110F75E6D335}" presName="compNode" presStyleCnt="0"/>
      <dgm:spPr/>
    </dgm:pt>
    <dgm:pt modelId="{CF975842-3B60-42EF-BF99-8FD1E2AC6CA3}" type="pres">
      <dgm:prSet presAssocID="{6AD902B4-0B08-41C0-89EA-110F75E6D335}" presName="bgRect" presStyleLbl="bgShp" presStyleIdx="0" presStyleCnt="3"/>
      <dgm:spPr/>
    </dgm:pt>
    <dgm:pt modelId="{488B12BB-AE29-41D3-8ADC-30A487886600}" type="pres">
      <dgm:prSet presAssocID="{6AD902B4-0B08-41C0-89EA-110F75E6D33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ustomer Review"/>
        </a:ext>
      </dgm:extLst>
    </dgm:pt>
    <dgm:pt modelId="{3C48FF3A-B18D-450C-973B-87876AE50681}" type="pres">
      <dgm:prSet presAssocID="{6AD902B4-0B08-41C0-89EA-110F75E6D335}" presName="spaceRect" presStyleCnt="0"/>
      <dgm:spPr/>
    </dgm:pt>
    <dgm:pt modelId="{203B592A-B6F4-4D31-9130-EFF990089298}" type="pres">
      <dgm:prSet presAssocID="{6AD902B4-0B08-41C0-89EA-110F75E6D335}" presName="parTx" presStyleLbl="revTx" presStyleIdx="0" presStyleCnt="3">
        <dgm:presLayoutVars>
          <dgm:chMax val="0"/>
          <dgm:chPref val="0"/>
        </dgm:presLayoutVars>
      </dgm:prSet>
      <dgm:spPr/>
    </dgm:pt>
    <dgm:pt modelId="{8F28FB95-C251-4AD6-A566-F59F69C7A90F}" type="pres">
      <dgm:prSet presAssocID="{9C24E6E2-500A-4D18-9506-3FA7A04838E7}" presName="sibTrans" presStyleCnt="0"/>
      <dgm:spPr/>
    </dgm:pt>
    <dgm:pt modelId="{8FBF645F-174A-428A-BB7C-269BF6798AAC}" type="pres">
      <dgm:prSet presAssocID="{95E09EF7-43B7-4731-AB5D-428D6FFC77FD}" presName="compNode" presStyleCnt="0"/>
      <dgm:spPr/>
    </dgm:pt>
    <dgm:pt modelId="{6B643C03-49C1-4552-9028-37E74BBC6D6C}" type="pres">
      <dgm:prSet presAssocID="{95E09EF7-43B7-4731-AB5D-428D6FFC77FD}" presName="bgRect" presStyleLbl="bgShp" presStyleIdx="1" presStyleCnt="3"/>
      <dgm:spPr/>
    </dgm:pt>
    <dgm:pt modelId="{43E4F71F-6173-44E8-BDEF-222CF9D12F6F}" type="pres">
      <dgm:prSet presAssocID="{95E09EF7-43B7-4731-AB5D-428D6FFC77F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oks"/>
        </a:ext>
      </dgm:extLst>
    </dgm:pt>
    <dgm:pt modelId="{2651E8F6-FEDE-491F-AE36-51F383917660}" type="pres">
      <dgm:prSet presAssocID="{95E09EF7-43B7-4731-AB5D-428D6FFC77FD}" presName="spaceRect" presStyleCnt="0"/>
      <dgm:spPr/>
    </dgm:pt>
    <dgm:pt modelId="{009F59CA-F051-45A2-9E9C-C08C604D8D30}" type="pres">
      <dgm:prSet presAssocID="{95E09EF7-43B7-4731-AB5D-428D6FFC77FD}" presName="parTx" presStyleLbl="revTx" presStyleIdx="1" presStyleCnt="3">
        <dgm:presLayoutVars>
          <dgm:chMax val="0"/>
          <dgm:chPref val="0"/>
        </dgm:presLayoutVars>
      </dgm:prSet>
      <dgm:spPr/>
    </dgm:pt>
    <dgm:pt modelId="{D867605E-0E1C-4D45-B7C7-124FCEA30A5C}" type="pres">
      <dgm:prSet presAssocID="{BD5540A2-FCA8-45E0-A8EC-718625A86F44}" presName="sibTrans" presStyleCnt="0"/>
      <dgm:spPr/>
    </dgm:pt>
    <dgm:pt modelId="{E11D74EC-5B78-4F99-B395-737E7248AF35}" type="pres">
      <dgm:prSet presAssocID="{9BF6BFB4-2CD2-440E-8D65-0A1DC4ACD5B8}" presName="compNode" presStyleCnt="0"/>
      <dgm:spPr/>
    </dgm:pt>
    <dgm:pt modelId="{FE95636E-AFBB-486C-BC53-380BEFF8DEC9}" type="pres">
      <dgm:prSet presAssocID="{9BF6BFB4-2CD2-440E-8D65-0A1DC4ACD5B8}" presName="bgRect" presStyleLbl="bgShp" presStyleIdx="2" presStyleCnt="3"/>
      <dgm:spPr/>
    </dgm:pt>
    <dgm:pt modelId="{C4474A1F-4C96-4DE6-A0E0-AF31EE6EEF1D}" type="pres">
      <dgm:prSet presAssocID="{9BF6BFB4-2CD2-440E-8D65-0A1DC4ACD5B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un"/>
        </a:ext>
      </dgm:extLst>
    </dgm:pt>
    <dgm:pt modelId="{B6FA08E5-07F9-4CF1-B5CE-E48A70AC010F}" type="pres">
      <dgm:prSet presAssocID="{9BF6BFB4-2CD2-440E-8D65-0A1DC4ACD5B8}" presName="spaceRect" presStyleCnt="0"/>
      <dgm:spPr/>
    </dgm:pt>
    <dgm:pt modelId="{ECDA49DA-01CA-4A18-A1C2-6A64655F0C03}" type="pres">
      <dgm:prSet presAssocID="{9BF6BFB4-2CD2-440E-8D65-0A1DC4ACD5B8}" presName="parTx" presStyleLbl="revTx" presStyleIdx="2" presStyleCnt="3">
        <dgm:presLayoutVars>
          <dgm:chMax val="0"/>
          <dgm:chPref val="0"/>
        </dgm:presLayoutVars>
      </dgm:prSet>
      <dgm:spPr/>
    </dgm:pt>
  </dgm:ptLst>
  <dgm:cxnLst>
    <dgm:cxn modelId="{9DF7EF09-B574-468C-ADF1-021BA9574485}" type="presOf" srcId="{9BF6BFB4-2CD2-440E-8D65-0A1DC4ACD5B8}" destId="{ECDA49DA-01CA-4A18-A1C2-6A64655F0C03}" srcOrd="0" destOrd="0" presId="urn:microsoft.com/office/officeart/2018/2/layout/IconVerticalSolidList"/>
    <dgm:cxn modelId="{CD49F82A-EACF-4387-8A77-68931F7C776F}" type="presOf" srcId="{95E09EF7-43B7-4731-AB5D-428D6FFC77FD}" destId="{009F59CA-F051-45A2-9E9C-C08C604D8D30}" srcOrd="0" destOrd="0" presId="urn:microsoft.com/office/officeart/2018/2/layout/IconVerticalSolidList"/>
    <dgm:cxn modelId="{C0375349-E69F-4362-944B-637D93A78C67}" type="presOf" srcId="{DE7CACE3-9D28-43CE-9D17-09C7143B70F1}" destId="{B7B6808E-61F5-4EBC-84DB-4F320F0759A4}" srcOrd="0" destOrd="0" presId="urn:microsoft.com/office/officeart/2018/2/layout/IconVerticalSolidList"/>
    <dgm:cxn modelId="{A5E0944C-2AA2-45A8-91AA-0AE624248943}" srcId="{DE7CACE3-9D28-43CE-9D17-09C7143B70F1}" destId="{6AD902B4-0B08-41C0-89EA-110F75E6D335}" srcOrd="0" destOrd="0" parTransId="{D1E16AAE-FA2A-4ED4-8417-4847C8052018}" sibTransId="{9C24E6E2-500A-4D18-9506-3FA7A04838E7}"/>
    <dgm:cxn modelId="{B95CB372-F311-4230-8AA9-DE1A5B3A4966}" srcId="{DE7CACE3-9D28-43CE-9D17-09C7143B70F1}" destId="{95E09EF7-43B7-4731-AB5D-428D6FFC77FD}" srcOrd="1" destOrd="0" parTransId="{BB042E45-E353-4B02-A478-ADC59B83F880}" sibTransId="{BD5540A2-FCA8-45E0-A8EC-718625A86F44}"/>
    <dgm:cxn modelId="{BB499274-DF52-4E80-918B-D2290291A7C0}" type="presOf" srcId="{6AD902B4-0B08-41C0-89EA-110F75E6D335}" destId="{203B592A-B6F4-4D31-9130-EFF990089298}" srcOrd="0" destOrd="0" presId="urn:microsoft.com/office/officeart/2018/2/layout/IconVerticalSolidList"/>
    <dgm:cxn modelId="{1B552DBC-3FD1-4528-BCA7-5C9B92983B67}" srcId="{DE7CACE3-9D28-43CE-9D17-09C7143B70F1}" destId="{9BF6BFB4-2CD2-440E-8D65-0A1DC4ACD5B8}" srcOrd="2" destOrd="0" parTransId="{AB5E8802-ACEC-4077-9670-36AE919E7E71}" sibTransId="{76086F0B-9BE3-487D-A1F2-068D6A4440C2}"/>
    <dgm:cxn modelId="{3022ECD1-E5B6-4447-935B-22CACA147E6C}" type="presParOf" srcId="{B7B6808E-61F5-4EBC-84DB-4F320F0759A4}" destId="{918A2EFF-B64C-49A7-8DB6-2B857A91CFD9}" srcOrd="0" destOrd="0" presId="urn:microsoft.com/office/officeart/2018/2/layout/IconVerticalSolidList"/>
    <dgm:cxn modelId="{18023F97-27D8-44AE-A496-A3416AFB8896}" type="presParOf" srcId="{918A2EFF-B64C-49A7-8DB6-2B857A91CFD9}" destId="{CF975842-3B60-42EF-BF99-8FD1E2AC6CA3}" srcOrd="0" destOrd="0" presId="urn:microsoft.com/office/officeart/2018/2/layout/IconVerticalSolidList"/>
    <dgm:cxn modelId="{AFAD0ADE-4DE9-4973-A7C7-40ABF18DC7F2}" type="presParOf" srcId="{918A2EFF-B64C-49A7-8DB6-2B857A91CFD9}" destId="{488B12BB-AE29-41D3-8ADC-30A487886600}" srcOrd="1" destOrd="0" presId="urn:microsoft.com/office/officeart/2018/2/layout/IconVerticalSolidList"/>
    <dgm:cxn modelId="{64B18769-D136-43FF-8E33-5D7D30450DB7}" type="presParOf" srcId="{918A2EFF-B64C-49A7-8DB6-2B857A91CFD9}" destId="{3C48FF3A-B18D-450C-973B-87876AE50681}" srcOrd="2" destOrd="0" presId="urn:microsoft.com/office/officeart/2018/2/layout/IconVerticalSolidList"/>
    <dgm:cxn modelId="{67387E08-24F3-4B86-9820-B7727CF5AED2}" type="presParOf" srcId="{918A2EFF-B64C-49A7-8DB6-2B857A91CFD9}" destId="{203B592A-B6F4-4D31-9130-EFF990089298}" srcOrd="3" destOrd="0" presId="urn:microsoft.com/office/officeart/2018/2/layout/IconVerticalSolidList"/>
    <dgm:cxn modelId="{19C899E8-13B4-41CA-A165-836EBD42A9BA}" type="presParOf" srcId="{B7B6808E-61F5-4EBC-84DB-4F320F0759A4}" destId="{8F28FB95-C251-4AD6-A566-F59F69C7A90F}" srcOrd="1" destOrd="0" presId="urn:microsoft.com/office/officeart/2018/2/layout/IconVerticalSolidList"/>
    <dgm:cxn modelId="{A4418FE7-0C62-4610-8E40-9B047C3BAC28}" type="presParOf" srcId="{B7B6808E-61F5-4EBC-84DB-4F320F0759A4}" destId="{8FBF645F-174A-428A-BB7C-269BF6798AAC}" srcOrd="2" destOrd="0" presId="urn:microsoft.com/office/officeart/2018/2/layout/IconVerticalSolidList"/>
    <dgm:cxn modelId="{D736304F-A9A1-4007-8D20-CC64417AEF5D}" type="presParOf" srcId="{8FBF645F-174A-428A-BB7C-269BF6798AAC}" destId="{6B643C03-49C1-4552-9028-37E74BBC6D6C}" srcOrd="0" destOrd="0" presId="urn:microsoft.com/office/officeart/2018/2/layout/IconVerticalSolidList"/>
    <dgm:cxn modelId="{9A0276AA-FC91-4F27-9350-C1DBE9B18A5F}" type="presParOf" srcId="{8FBF645F-174A-428A-BB7C-269BF6798AAC}" destId="{43E4F71F-6173-44E8-BDEF-222CF9D12F6F}" srcOrd="1" destOrd="0" presId="urn:microsoft.com/office/officeart/2018/2/layout/IconVerticalSolidList"/>
    <dgm:cxn modelId="{633068F6-D085-43F3-B7C8-FE252E947E40}" type="presParOf" srcId="{8FBF645F-174A-428A-BB7C-269BF6798AAC}" destId="{2651E8F6-FEDE-491F-AE36-51F383917660}" srcOrd="2" destOrd="0" presId="urn:microsoft.com/office/officeart/2018/2/layout/IconVerticalSolidList"/>
    <dgm:cxn modelId="{97EDD794-244E-4A00-A6E4-1D860516BF9E}" type="presParOf" srcId="{8FBF645F-174A-428A-BB7C-269BF6798AAC}" destId="{009F59CA-F051-45A2-9E9C-C08C604D8D30}" srcOrd="3" destOrd="0" presId="urn:microsoft.com/office/officeart/2018/2/layout/IconVerticalSolidList"/>
    <dgm:cxn modelId="{132218EA-6626-41F6-AA27-47E59D19E70E}" type="presParOf" srcId="{B7B6808E-61F5-4EBC-84DB-4F320F0759A4}" destId="{D867605E-0E1C-4D45-B7C7-124FCEA30A5C}" srcOrd="3" destOrd="0" presId="urn:microsoft.com/office/officeart/2018/2/layout/IconVerticalSolidList"/>
    <dgm:cxn modelId="{7260474C-DA61-495B-8F1A-0080E440C8FE}" type="presParOf" srcId="{B7B6808E-61F5-4EBC-84DB-4F320F0759A4}" destId="{E11D74EC-5B78-4F99-B395-737E7248AF35}" srcOrd="4" destOrd="0" presId="urn:microsoft.com/office/officeart/2018/2/layout/IconVerticalSolidList"/>
    <dgm:cxn modelId="{A6731B83-B34F-4FE6-BED7-DDA4B4AC381F}" type="presParOf" srcId="{E11D74EC-5B78-4F99-B395-737E7248AF35}" destId="{FE95636E-AFBB-486C-BC53-380BEFF8DEC9}" srcOrd="0" destOrd="0" presId="urn:microsoft.com/office/officeart/2018/2/layout/IconVerticalSolidList"/>
    <dgm:cxn modelId="{E49567EE-F613-411C-83F7-46693A488503}" type="presParOf" srcId="{E11D74EC-5B78-4F99-B395-737E7248AF35}" destId="{C4474A1F-4C96-4DE6-A0E0-AF31EE6EEF1D}" srcOrd="1" destOrd="0" presId="urn:microsoft.com/office/officeart/2018/2/layout/IconVerticalSolidList"/>
    <dgm:cxn modelId="{4A8BD60F-62FF-4509-87A2-F22B9B5E9995}" type="presParOf" srcId="{E11D74EC-5B78-4F99-B395-737E7248AF35}" destId="{B6FA08E5-07F9-4CF1-B5CE-E48A70AC010F}" srcOrd="2" destOrd="0" presId="urn:microsoft.com/office/officeart/2018/2/layout/IconVerticalSolidList"/>
    <dgm:cxn modelId="{0993279E-58E3-434E-9260-90D3A6473BFB}" type="presParOf" srcId="{E11D74EC-5B78-4F99-B395-737E7248AF35}" destId="{ECDA49DA-01CA-4A18-A1C2-6A64655F0C0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B3E0B03-DC8E-466C-87F1-A4B46C8282A6}"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75248F3E-AA67-44EA-AA44-3958C86B8D93}">
      <dgm:prSet/>
      <dgm:spPr/>
      <dgm:t>
        <a:bodyPr/>
        <a:lstStyle/>
        <a:p>
          <a:pPr>
            <a:defRPr cap="all"/>
          </a:pPr>
          <a:r>
            <a:rPr lang="en-GB"/>
            <a:t>Discover</a:t>
          </a:r>
          <a:endParaRPr lang="en-US"/>
        </a:p>
      </dgm:t>
    </dgm:pt>
    <dgm:pt modelId="{766D4752-E802-47E1-AB00-C890E503B851}" type="parTrans" cxnId="{58DB4F2D-0D07-41FA-BC38-A1C80A213328}">
      <dgm:prSet/>
      <dgm:spPr/>
      <dgm:t>
        <a:bodyPr/>
        <a:lstStyle/>
        <a:p>
          <a:endParaRPr lang="en-US"/>
        </a:p>
      </dgm:t>
    </dgm:pt>
    <dgm:pt modelId="{3F57818E-C6F4-4948-BA6F-B8228CA76431}" type="sibTrans" cxnId="{58DB4F2D-0D07-41FA-BC38-A1C80A213328}">
      <dgm:prSet/>
      <dgm:spPr/>
      <dgm:t>
        <a:bodyPr/>
        <a:lstStyle/>
        <a:p>
          <a:endParaRPr lang="en-US"/>
        </a:p>
      </dgm:t>
    </dgm:pt>
    <dgm:pt modelId="{68C19433-F180-4045-91FB-9F572820B196}">
      <dgm:prSet/>
      <dgm:spPr/>
      <dgm:t>
        <a:bodyPr/>
        <a:lstStyle/>
        <a:p>
          <a:pPr>
            <a:defRPr cap="all"/>
          </a:pPr>
          <a:r>
            <a:rPr lang="en-GB"/>
            <a:t>Dream</a:t>
          </a:r>
          <a:endParaRPr lang="en-US"/>
        </a:p>
      </dgm:t>
    </dgm:pt>
    <dgm:pt modelId="{C4440E2B-D029-494E-B731-1808EFE6AE75}" type="parTrans" cxnId="{5AE58988-54B7-49F2-A77F-95ED5CC2BF3F}">
      <dgm:prSet/>
      <dgm:spPr/>
      <dgm:t>
        <a:bodyPr/>
        <a:lstStyle/>
        <a:p>
          <a:endParaRPr lang="en-US"/>
        </a:p>
      </dgm:t>
    </dgm:pt>
    <dgm:pt modelId="{4BC27FAD-AB7A-475A-AFCD-9631837D3DEB}" type="sibTrans" cxnId="{5AE58988-54B7-49F2-A77F-95ED5CC2BF3F}">
      <dgm:prSet/>
      <dgm:spPr/>
      <dgm:t>
        <a:bodyPr/>
        <a:lstStyle/>
        <a:p>
          <a:endParaRPr lang="en-US"/>
        </a:p>
      </dgm:t>
    </dgm:pt>
    <dgm:pt modelId="{4F84EB91-5A13-43B4-90C7-1673CC52B8DC}">
      <dgm:prSet/>
      <dgm:spPr/>
      <dgm:t>
        <a:bodyPr/>
        <a:lstStyle/>
        <a:p>
          <a:pPr>
            <a:defRPr cap="all"/>
          </a:pPr>
          <a:r>
            <a:rPr lang="en-GB"/>
            <a:t>Design</a:t>
          </a:r>
          <a:endParaRPr lang="en-US"/>
        </a:p>
      </dgm:t>
    </dgm:pt>
    <dgm:pt modelId="{566988C9-9907-4172-B75A-E8D4E974EE4A}" type="parTrans" cxnId="{5CA42682-6B4F-4C0E-ADC5-40E2A9BDC157}">
      <dgm:prSet/>
      <dgm:spPr/>
      <dgm:t>
        <a:bodyPr/>
        <a:lstStyle/>
        <a:p>
          <a:endParaRPr lang="en-US"/>
        </a:p>
      </dgm:t>
    </dgm:pt>
    <dgm:pt modelId="{EF145179-E488-4FC2-BBEC-079C034E1C8C}" type="sibTrans" cxnId="{5CA42682-6B4F-4C0E-ADC5-40E2A9BDC157}">
      <dgm:prSet/>
      <dgm:spPr/>
      <dgm:t>
        <a:bodyPr/>
        <a:lstStyle/>
        <a:p>
          <a:endParaRPr lang="en-US"/>
        </a:p>
      </dgm:t>
    </dgm:pt>
    <dgm:pt modelId="{11442895-12D9-4ACF-857A-9875DE5D6A62}">
      <dgm:prSet/>
      <dgm:spPr/>
      <dgm:t>
        <a:bodyPr/>
        <a:lstStyle/>
        <a:p>
          <a:pPr>
            <a:defRPr cap="all"/>
          </a:pPr>
          <a:r>
            <a:rPr lang="en-GB"/>
            <a:t>Deliver</a:t>
          </a:r>
          <a:endParaRPr lang="en-US"/>
        </a:p>
      </dgm:t>
    </dgm:pt>
    <dgm:pt modelId="{ADD3397B-F57D-4D6F-AD22-2B6F08C6625B}" type="parTrans" cxnId="{3887E43C-D33F-4D1B-8E0B-4D93A360CEA6}">
      <dgm:prSet/>
      <dgm:spPr/>
      <dgm:t>
        <a:bodyPr/>
        <a:lstStyle/>
        <a:p>
          <a:endParaRPr lang="en-US"/>
        </a:p>
      </dgm:t>
    </dgm:pt>
    <dgm:pt modelId="{9AE0D644-73EF-42D9-8CEE-BFCCA62F12AE}" type="sibTrans" cxnId="{3887E43C-D33F-4D1B-8E0B-4D93A360CEA6}">
      <dgm:prSet/>
      <dgm:spPr/>
      <dgm:t>
        <a:bodyPr/>
        <a:lstStyle/>
        <a:p>
          <a:endParaRPr lang="en-US"/>
        </a:p>
      </dgm:t>
    </dgm:pt>
    <dgm:pt modelId="{29169E2C-ECBD-4EA4-BE5C-B6615E640710}" type="pres">
      <dgm:prSet presAssocID="{3B3E0B03-DC8E-466C-87F1-A4B46C8282A6}" presName="root" presStyleCnt="0">
        <dgm:presLayoutVars>
          <dgm:dir/>
          <dgm:resizeHandles val="exact"/>
        </dgm:presLayoutVars>
      </dgm:prSet>
      <dgm:spPr/>
    </dgm:pt>
    <dgm:pt modelId="{2CE5F8EE-07D0-4DEA-981F-BFF85D9BC860}" type="pres">
      <dgm:prSet presAssocID="{75248F3E-AA67-44EA-AA44-3958C86B8D93}" presName="compNode" presStyleCnt="0"/>
      <dgm:spPr/>
    </dgm:pt>
    <dgm:pt modelId="{28BA9809-01D5-4B4D-8FC3-142BE48B25A2}" type="pres">
      <dgm:prSet presAssocID="{75248F3E-AA67-44EA-AA44-3958C86B8D93}" presName="iconBgRect" presStyleLbl="bgShp" presStyleIdx="0" presStyleCnt="4"/>
      <dgm:spPr/>
    </dgm:pt>
    <dgm:pt modelId="{82B4FD20-AC3B-43A2-B9DF-1C1565BCEF8D}" type="pres">
      <dgm:prSet presAssocID="{75248F3E-AA67-44EA-AA44-3958C86B8D9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A8175E84-2735-4F4F-832F-CCB613834258}" type="pres">
      <dgm:prSet presAssocID="{75248F3E-AA67-44EA-AA44-3958C86B8D93}" presName="spaceRect" presStyleCnt="0"/>
      <dgm:spPr/>
    </dgm:pt>
    <dgm:pt modelId="{7E161684-B90E-46F4-ABCC-BA841D3313B4}" type="pres">
      <dgm:prSet presAssocID="{75248F3E-AA67-44EA-AA44-3958C86B8D93}" presName="textRect" presStyleLbl="revTx" presStyleIdx="0" presStyleCnt="4">
        <dgm:presLayoutVars>
          <dgm:chMax val="1"/>
          <dgm:chPref val="1"/>
        </dgm:presLayoutVars>
      </dgm:prSet>
      <dgm:spPr/>
    </dgm:pt>
    <dgm:pt modelId="{4311BEE1-6998-4650-BEFD-5A49FE524D44}" type="pres">
      <dgm:prSet presAssocID="{3F57818E-C6F4-4948-BA6F-B8228CA76431}" presName="sibTrans" presStyleCnt="0"/>
      <dgm:spPr/>
    </dgm:pt>
    <dgm:pt modelId="{C212296F-398A-4C3C-B277-F763348EBBED}" type="pres">
      <dgm:prSet presAssocID="{68C19433-F180-4045-91FB-9F572820B196}" presName="compNode" presStyleCnt="0"/>
      <dgm:spPr/>
    </dgm:pt>
    <dgm:pt modelId="{709E5AC8-C568-4285-B3CA-0DBF5BAC904D}" type="pres">
      <dgm:prSet presAssocID="{68C19433-F180-4045-91FB-9F572820B196}" presName="iconBgRect" presStyleLbl="bgShp" presStyleIdx="1" presStyleCnt="4"/>
      <dgm:spPr/>
    </dgm:pt>
    <dgm:pt modelId="{52894EE0-6791-4354-8780-5EDA6C6234FA}" type="pres">
      <dgm:prSet presAssocID="{68C19433-F180-4045-91FB-9F572820B19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hought bubble"/>
        </a:ext>
      </dgm:extLst>
    </dgm:pt>
    <dgm:pt modelId="{BC34750A-2B50-45BC-B5D0-E43CFE75D365}" type="pres">
      <dgm:prSet presAssocID="{68C19433-F180-4045-91FB-9F572820B196}" presName="spaceRect" presStyleCnt="0"/>
      <dgm:spPr/>
    </dgm:pt>
    <dgm:pt modelId="{2BA3D2E7-DF34-49E0-BA1B-7EE869967941}" type="pres">
      <dgm:prSet presAssocID="{68C19433-F180-4045-91FB-9F572820B196}" presName="textRect" presStyleLbl="revTx" presStyleIdx="1" presStyleCnt="4">
        <dgm:presLayoutVars>
          <dgm:chMax val="1"/>
          <dgm:chPref val="1"/>
        </dgm:presLayoutVars>
      </dgm:prSet>
      <dgm:spPr/>
    </dgm:pt>
    <dgm:pt modelId="{AA1DC725-6EF2-4EF3-8008-6F29E7CA44FD}" type="pres">
      <dgm:prSet presAssocID="{4BC27FAD-AB7A-475A-AFCD-9631837D3DEB}" presName="sibTrans" presStyleCnt="0"/>
      <dgm:spPr/>
    </dgm:pt>
    <dgm:pt modelId="{F799963F-6E94-480C-9876-7C250FDFD789}" type="pres">
      <dgm:prSet presAssocID="{4F84EB91-5A13-43B4-90C7-1673CC52B8DC}" presName="compNode" presStyleCnt="0"/>
      <dgm:spPr/>
    </dgm:pt>
    <dgm:pt modelId="{776FE2B7-3DD0-4830-9E5E-44F38170D08E}" type="pres">
      <dgm:prSet presAssocID="{4F84EB91-5A13-43B4-90C7-1673CC52B8DC}" presName="iconBgRect" presStyleLbl="bgShp" presStyleIdx="2" presStyleCnt="4"/>
      <dgm:spPr/>
    </dgm:pt>
    <dgm:pt modelId="{525527F5-395E-4048-9D08-5E0235D61E4C}" type="pres">
      <dgm:prSet presAssocID="{4F84EB91-5A13-43B4-90C7-1673CC52B8D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uler"/>
        </a:ext>
      </dgm:extLst>
    </dgm:pt>
    <dgm:pt modelId="{6FDC1A4F-DFBA-4D23-A8E7-C78102E04DED}" type="pres">
      <dgm:prSet presAssocID="{4F84EB91-5A13-43B4-90C7-1673CC52B8DC}" presName="spaceRect" presStyleCnt="0"/>
      <dgm:spPr/>
    </dgm:pt>
    <dgm:pt modelId="{55D13880-4DA9-44FE-AC42-DF9FE7C0E6E5}" type="pres">
      <dgm:prSet presAssocID="{4F84EB91-5A13-43B4-90C7-1673CC52B8DC}" presName="textRect" presStyleLbl="revTx" presStyleIdx="2" presStyleCnt="4">
        <dgm:presLayoutVars>
          <dgm:chMax val="1"/>
          <dgm:chPref val="1"/>
        </dgm:presLayoutVars>
      </dgm:prSet>
      <dgm:spPr/>
    </dgm:pt>
    <dgm:pt modelId="{FC696AE3-1423-4383-8FD0-FA4A0306454D}" type="pres">
      <dgm:prSet presAssocID="{EF145179-E488-4FC2-BBEC-079C034E1C8C}" presName="sibTrans" presStyleCnt="0"/>
      <dgm:spPr/>
    </dgm:pt>
    <dgm:pt modelId="{F2D0597D-41CD-419D-9B4A-1483136946B6}" type="pres">
      <dgm:prSet presAssocID="{11442895-12D9-4ACF-857A-9875DE5D6A62}" presName="compNode" presStyleCnt="0"/>
      <dgm:spPr/>
    </dgm:pt>
    <dgm:pt modelId="{21B6B527-7775-4FFC-A19F-90FC38484002}" type="pres">
      <dgm:prSet presAssocID="{11442895-12D9-4ACF-857A-9875DE5D6A62}" presName="iconBgRect" presStyleLbl="bgShp" presStyleIdx="3" presStyleCnt="4"/>
      <dgm:spPr/>
    </dgm:pt>
    <dgm:pt modelId="{DC33EB83-438C-4F81-8ABC-362EAD31DB36}" type="pres">
      <dgm:prSet presAssocID="{11442895-12D9-4ACF-857A-9875DE5D6A6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ruck"/>
        </a:ext>
      </dgm:extLst>
    </dgm:pt>
    <dgm:pt modelId="{22FA76F7-A7F0-4300-9AE2-3EAC0257A8C4}" type="pres">
      <dgm:prSet presAssocID="{11442895-12D9-4ACF-857A-9875DE5D6A62}" presName="spaceRect" presStyleCnt="0"/>
      <dgm:spPr/>
    </dgm:pt>
    <dgm:pt modelId="{096EE722-DF12-44E0-BC80-81423F70E4F0}" type="pres">
      <dgm:prSet presAssocID="{11442895-12D9-4ACF-857A-9875DE5D6A62}" presName="textRect" presStyleLbl="revTx" presStyleIdx="3" presStyleCnt="4">
        <dgm:presLayoutVars>
          <dgm:chMax val="1"/>
          <dgm:chPref val="1"/>
        </dgm:presLayoutVars>
      </dgm:prSet>
      <dgm:spPr/>
    </dgm:pt>
  </dgm:ptLst>
  <dgm:cxnLst>
    <dgm:cxn modelId="{58DB4F2D-0D07-41FA-BC38-A1C80A213328}" srcId="{3B3E0B03-DC8E-466C-87F1-A4B46C8282A6}" destId="{75248F3E-AA67-44EA-AA44-3958C86B8D93}" srcOrd="0" destOrd="0" parTransId="{766D4752-E802-47E1-AB00-C890E503B851}" sibTransId="{3F57818E-C6F4-4948-BA6F-B8228CA76431}"/>
    <dgm:cxn modelId="{7FB5D92F-9EA6-4669-AA44-E812A26A5A1C}" type="presOf" srcId="{4F84EB91-5A13-43B4-90C7-1673CC52B8DC}" destId="{55D13880-4DA9-44FE-AC42-DF9FE7C0E6E5}" srcOrd="0" destOrd="0" presId="urn:microsoft.com/office/officeart/2018/5/layout/IconCircleLabelList"/>
    <dgm:cxn modelId="{3887E43C-D33F-4D1B-8E0B-4D93A360CEA6}" srcId="{3B3E0B03-DC8E-466C-87F1-A4B46C8282A6}" destId="{11442895-12D9-4ACF-857A-9875DE5D6A62}" srcOrd="3" destOrd="0" parTransId="{ADD3397B-F57D-4D6F-AD22-2B6F08C6625B}" sibTransId="{9AE0D644-73EF-42D9-8CEE-BFCCA62F12AE}"/>
    <dgm:cxn modelId="{E1AC3C79-54A7-42AD-A784-1D48FE701DA6}" type="presOf" srcId="{75248F3E-AA67-44EA-AA44-3958C86B8D93}" destId="{7E161684-B90E-46F4-ABCC-BA841D3313B4}" srcOrd="0" destOrd="0" presId="urn:microsoft.com/office/officeart/2018/5/layout/IconCircleLabelList"/>
    <dgm:cxn modelId="{5CA42682-6B4F-4C0E-ADC5-40E2A9BDC157}" srcId="{3B3E0B03-DC8E-466C-87F1-A4B46C8282A6}" destId="{4F84EB91-5A13-43B4-90C7-1673CC52B8DC}" srcOrd="2" destOrd="0" parTransId="{566988C9-9907-4172-B75A-E8D4E974EE4A}" sibTransId="{EF145179-E488-4FC2-BBEC-079C034E1C8C}"/>
    <dgm:cxn modelId="{5AE58988-54B7-49F2-A77F-95ED5CC2BF3F}" srcId="{3B3E0B03-DC8E-466C-87F1-A4B46C8282A6}" destId="{68C19433-F180-4045-91FB-9F572820B196}" srcOrd="1" destOrd="0" parTransId="{C4440E2B-D029-494E-B731-1808EFE6AE75}" sibTransId="{4BC27FAD-AB7A-475A-AFCD-9631837D3DEB}"/>
    <dgm:cxn modelId="{FA8A95B3-F634-4E74-85F7-58B931BF0459}" type="presOf" srcId="{3B3E0B03-DC8E-466C-87F1-A4B46C8282A6}" destId="{29169E2C-ECBD-4EA4-BE5C-B6615E640710}" srcOrd="0" destOrd="0" presId="urn:microsoft.com/office/officeart/2018/5/layout/IconCircleLabelList"/>
    <dgm:cxn modelId="{EFCD83EE-905B-4F8D-878C-CB614E845B11}" type="presOf" srcId="{11442895-12D9-4ACF-857A-9875DE5D6A62}" destId="{096EE722-DF12-44E0-BC80-81423F70E4F0}" srcOrd="0" destOrd="0" presId="urn:microsoft.com/office/officeart/2018/5/layout/IconCircleLabelList"/>
    <dgm:cxn modelId="{EBDF44F8-F781-4588-9775-3C0EE4AD7998}" type="presOf" srcId="{68C19433-F180-4045-91FB-9F572820B196}" destId="{2BA3D2E7-DF34-49E0-BA1B-7EE869967941}" srcOrd="0" destOrd="0" presId="urn:microsoft.com/office/officeart/2018/5/layout/IconCircleLabelList"/>
    <dgm:cxn modelId="{87E5FA66-BCF2-4045-888F-D2E62ED9840A}" type="presParOf" srcId="{29169E2C-ECBD-4EA4-BE5C-B6615E640710}" destId="{2CE5F8EE-07D0-4DEA-981F-BFF85D9BC860}" srcOrd="0" destOrd="0" presId="urn:microsoft.com/office/officeart/2018/5/layout/IconCircleLabelList"/>
    <dgm:cxn modelId="{3D858C70-3184-421B-A6E4-87BF5D9BE8AF}" type="presParOf" srcId="{2CE5F8EE-07D0-4DEA-981F-BFF85D9BC860}" destId="{28BA9809-01D5-4B4D-8FC3-142BE48B25A2}" srcOrd="0" destOrd="0" presId="urn:microsoft.com/office/officeart/2018/5/layout/IconCircleLabelList"/>
    <dgm:cxn modelId="{D41131C3-6349-4757-92DA-30C43AE490F3}" type="presParOf" srcId="{2CE5F8EE-07D0-4DEA-981F-BFF85D9BC860}" destId="{82B4FD20-AC3B-43A2-B9DF-1C1565BCEF8D}" srcOrd="1" destOrd="0" presId="urn:microsoft.com/office/officeart/2018/5/layout/IconCircleLabelList"/>
    <dgm:cxn modelId="{0DC3FFC2-ABC4-4837-A19B-A46F82AD9B2D}" type="presParOf" srcId="{2CE5F8EE-07D0-4DEA-981F-BFF85D9BC860}" destId="{A8175E84-2735-4F4F-832F-CCB613834258}" srcOrd="2" destOrd="0" presId="urn:microsoft.com/office/officeart/2018/5/layout/IconCircleLabelList"/>
    <dgm:cxn modelId="{D33A56D7-6B59-46A4-8B21-78B4AF6707CC}" type="presParOf" srcId="{2CE5F8EE-07D0-4DEA-981F-BFF85D9BC860}" destId="{7E161684-B90E-46F4-ABCC-BA841D3313B4}" srcOrd="3" destOrd="0" presId="urn:microsoft.com/office/officeart/2018/5/layout/IconCircleLabelList"/>
    <dgm:cxn modelId="{AB474997-B9B8-4DD1-81BA-B8DD8EBBD368}" type="presParOf" srcId="{29169E2C-ECBD-4EA4-BE5C-B6615E640710}" destId="{4311BEE1-6998-4650-BEFD-5A49FE524D44}" srcOrd="1" destOrd="0" presId="urn:microsoft.com/office/officeart/2018/5/layout/IconCircleLabelList"/>
    <dgm:cxn modelId="{3F506A0C-BF5E-4FF6-A697-0441CF81FB9D}" type="presParOf" srcId="{29169E2C-ECBD-4EA4-BE5C-B6615E640710}" destId="{C212296F-398A-4C3C-B277-F763348EBBED}" srcOrd="2" destOrd="0" presId="urn:microsoft.com/office/officeart/2018/5/layout/IconCircleLabelList"/>
    <dgm:cxn modelId="{C9181FC9-041F-4CDC-81F2-46B77AB56056}" type="presParOf" srcId="{C212296F-398A-4C3C-B277-F763348EBBED}" destId="{709E5AC8-C568-4285-B3CA-0DBF5BAC904D}" srcOrd="0" destOrd="0" presId="urn:microsoft.com/office/officeart/2018/5/layout/IconCircleLabelList"/>
    <dgm:cxn modelId="{1BBD5261-E016-4B26-AF2B-28617FEFA646}" type="presParOf" srcId="{C212296F-398A-4C3C-B277-F763348EBBED}" destId="{52894EE0-6791-4354-8780-5EDA6C6234FA}" srcOrd="1" destOrd="0" presId="urn:microsoft.com/office/officeart/2018/5/layout/IconCircleLabelList"/>
    <dgm:cxn modelId="{AC1D5275-9215-4071-95E1-5E63C8A67749}" type="presParOf" srcId="{C212296F-398A-4C3C-B277-F763348EBBED}" destId="{BC34750A-2B50-45BC-B5D0-E43CFE75D365}" srcOrd="2" destOrd="0" presId="urn:microsoft.com/office/officeart/2018/5/layout/IconCircleLabelList"/>
    <dgm:cxn modelId="{6459B812-5C27-4B40-B65E-462C7D24D3CF}" type="presParOf" srcId="{C212296F-398A-4C3C-B277-F763348EBBED}" destId="{2BA3D2E7-DF34-49E0-BA1B-7EE869967941}" srcOrd="3" destOrd="0" presId="urn:microsoft.com/office/officeart/2018/5/layout/IconCircleLabelList"/>
    <dgm:cxn modelId="{2773B5D4-1112-401D-B619-B5E4F51ABA1C}" type="presParOf" srcId="{29169E2C-ECBD-4EA4-BE5C-B6615E640710}" destId="{AA1DC725-6EF2-4EF3-8008-6F29E7CA44FD}" srcOrd="3" destOrd="0" presId="urn:microsoft.com/office/officeart/2018/5/layout/IconCircleLabelList"/>
    <dgm:cxn modelId="{E89D3F85-F68A-4BD7-B5BF-9BB86E3EDC58}" type="presParOf" srcId="{29169E2C-ECBD-4EA4-BE5C-B6615E640710}" destId="{F799963F-6E94-480C-9876-7C250FDFD789}" srcOrd="4" destOrd="0" presId="urn:microsoft.com/office/officeart/2018/5/layout/IconCircleLabelList"/>
    <dgm:cxn modelId="{9B2C5306-489D-4545-931B-443A99BB2CCA}" type="presParOf" srcId="{F799963F-6E94-480C-9876-7C250FDFD789}" destId="{776FE2B7-3DD0-4830-9E5E-44F38170D08E}" srcOrd="0" destOrd="0" presId="urn:microsoft.com/office/officeart/2018/5/layout/IconCircleLabelList"/>
    <dgm:cxn modelId="{7576515A-BB63-45E4-B0AE-F25FCF6480C7}" type="presParOf" srcId="{F799963F-6E94-480C-9876-7C250FDFD789}" destId="{525527F5-395E-4048-9D08-5E0235D61E4C}" srcOrd="1" destOrd="0" presId="urn:microsoft.com/office/officeart/2018/5/layout/IconCircleLabelList"/>
    <dgm:cxn modelId="{06930EA3-A408-4115-97EC-F59967489CFD}" type="presParOf" srcId="{F799963F-6E94-480C-9876-7C250FDFD789}" destId="{6FDC1A4F-DFBA-4D23-A8E7-C78102E04DED}" srcOrd="2" destOrd="0" presId="urn:microsoft.com/office/officeart/2018/5/layout/IconCircleLabelList"/>
    <dgm:cxn modelId="{DDE2E096-8428-452A-995D-EBB36AD4671A}" type="presParOf" srcId="{F799963F-6E94-480C-9876-7C250FDFD789}" destId="{55D13880-4DA9-44FE-AC42-DF9FE7C0E6E5}" srcOrd="3" destOrd="0" presId="urn:microsoft.com/office/officeart/2018/5/layout/IconCircleLabelList"/>
    <dgm:cxn modelId="{BEC19F3D-8F10-4972-8790-FFFEE4C17B79}" type="presParOf" srcId="{29169E2C-ECBD-4EA4-BE5C-B6615E640710}" destId="{FC696AE3-1423-4383-8FD0-FA4A0306454D}" srcOrd="5" destOrd="0" presId="urn:microsoft.com/office/officeart/2018/5/layout/IconCircleLabelList"/>
    <dgm:cxn modelId="{E963DCFC-AF59-4014-B792-603977933E1C}" type="presParOf" srcId="{29169E2C-ECBD-4EA4-BE5C-B6615E640710}" destId="{F2D0597D-41CD-419D-9B4A-1483136946B6}" srcOrd="6" destOrd="0" presId="urn:microsoft.com/office/officeart/2018/5/layout/IconCircleLabelList"/>
    <dgm:cxn modelId="{C609FF37-EAF1-46B7-B6DF-354A320A1D6C}" type="presParOf" srcId="{F2D0597D-41CD-419D-9B4A-1483136946B6}" destId="{21B6B527-7775-4FFC-A19F-90FC38484002}" srcOrd="0" destOrd="0" presId="urn:microsoft.com/office/officeart/2018/5/layout/IconCircleLabelList"/>
    <dgm:cxn modelId="{159D9560-6DDA-4950-A767-F787CD9D31C0}" type="presParOf" srcId="{F2D0597D-41CD-419D-9B4A-1483136946B6}" destId="{DC33EB83-438C-4F81-8ABC-362EAD31DB36}" srcOrd="1" destOrd="0" presId="urn:microsoft.com/office/officeart/2018/5/layout/IconCircleLabelList"/>
    <dgm:cxn modelId="{2EE7AE1E-A544-4C54-ADE0-4A634E154A29}" type="presParOf" srcId="{F2D0597D-41CD-419D-9B4A-1483136946B6}" destId="{22FA76F7-A7F0-4300-9AE2-3EAC0257A8C4}" srcOrd="2" destOrd="0" presId="urn:microsoft.com/office/officeart/2018/5/layout/IconCircleLabelList"/>
    <dgm:cxn modelId="{A1EE98CB-372F-4529-ACD2-8761C5FBED07}" type="presParOf" srcId="{F2D0597D-41CD-419D-9B4A-1483136946B6}" destId="{096EE722-DF12-44E0-BC80-81423F70E4F0}"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5277C3AD-3BC7-4AD2-A9F2-E05E13F7EC83}" type="doc">
      <dgm:prSet loTypeId="urn:microsoft.com/office/officeart/2005/8/layout/vList5" loCatId="list" qsTypeId="urn:microsoft.com/office/officeart/2005/8/quickstyle/simple5" qsCatId="simple" csTypeId="urn:microsoft.com/office/officeart/2005/8/colors/accent2_2" csCatId="accent2" phldr="1"/>
      <dgm:spPr/>
      <dgm:t>
        <a:bodyPr/>
        <a:lstStyle/>
        <a:p>
          <a:endParaRPr lang="en-US"/>
        </a:p>
      </dgm:t>
    </dgm:pt>
    <dgm:pt modelId="{F14475D7-3A73-4E49-BED0-CD46AE562B9C}">
      <dgm:prSet/>
      <dgm:spPr/>
      <dgm:t>
        <a:bodyPr/>
        <a:lstStyle/>
        <a:p>
          <a:pPr>
            <a:defRPr cap="all"/>
          </a:pPr>
          <a:r>
            <a:rPr lang="en-GB" dirty="0"/>
            <a:t>let's break into  small groups of 4. </a:t>
          </a:r>
          <a:endParaRPr lang="en-US" dirty="0"/>
        </a:p>
      </dgm:t>
    </dgm:pt>
    <dgm:pt modelId="{0D07263D-980F-492C-8413-2D27873D59BC}" type="parTrans" cxnId="{95D162EC-FFCB-4984-903E-1AF5F79173CC}">
      <dgm:prSet/>
      <dgm:spPr/>
      <dgm:t>
        <a:bodyPr/>
        <a:lstStyle/>
        <a:p>
          <a:endParaRPr lang="en-US"/>
        </a:p>
      </dgm:t>
    </dgm:pt>
    <dgm:pt modelId="{5567482D-4612-4766-8066-358BEB9CD0CC}" type="sibTrans" cxnId="{95D162EC-FFCB-4984-903E-1AF5F79173CC}">
      <dgm:prSet/>
      <dgm:spPr/>
      <dgm:t>
        <a:bodyPr/>
        <a:lstStyle/>
        <a:p>
          <a:endParaRPr lang="en-US"/>
        </a:p>
      </dgm:t>
    </dgm:pt>
    <dgm:pt modelId="{C93235A7-E99A-49F7-A5D7-D70C781F94A3}">
      <dgm:prSet/>
      <dgm:spPr/>
      <dgm:t>
        <a:bodyPr/>
        <a:lstStyle/>
        <a:p>
          <a:pPr>
            <a:defRPr cap="all"/>
          </a:pPr>
          <a:r>
            <a:rPr lang="en-GB"/>
            <a:t>In your groups, think about something good that recently happened at your school. </a:t>
          </a:r>
          <a:endParaRPr lang="en-US"/>
        </a:p>
      </dgm:t>
    </dgm:pt>
    <dgm:pt modelId="{10473CE1-FFB8-46F1-B366-0A2BF3C37FB1}" type="parTrans" cxnId="{EC247E21-273F-4551-B8B4-D41F6BAD8D13}">
      <dgm:prSet/>
      <dgm:spPr/>
      <dgm:t>
        <a:bodyPr/>
        <a:lstStyle/>
        <a:p>
          <a:endParaRPr lang="en-US"/>
        </a:p>
      </dgm:t>
    </dgm:pt>
    <dgm:pt modelId="{B470CF9A-B54D-4539-AC1D-5D87A09B3A1D}" type="sibTrans" cxnId="{EC247E21-273F-4551-B8B4-D41F6BAD8D13}">
      <dgm:prSet/>
      <dgm:spPr/>
      <dgm:t>
        <a:bodyPr/>
        <a:lstStyle/>
        <a:p>
          <a:endParaRPr lang="en-US"/>
        </a:p>
      </dgm:t>
    </dgm:pt>
    <dgm:pt modelId="{F070E4AF-7C9D-4D38-8D87-E4A542AEEDBC}">
      <dgm:prSet/>
      <dgm:spPr/>
      <dgm:t>
        <a:bodyPr/>
        <a:lstStyle/>
        <a:p>
          <a:pPr>
            <a:defRPr cap="all"/>
          </a:pPr>
          <a:r>
            <a:rPr lang="en-GB"/>
            <a:t>Chat about why it was good—this is your 'Discover' stage. </a:t>
          </a:r>
          <a:endParaRPr lang="en-US"/>
        </a:p>
      </dgm:t>
    </dgm:pt>
    <dgm:pt modelId="{DC1C3681-8BB3-4C35-95C8-81FF5F6C1678}" type="parTrans" cxnId="{5814D4B6-C3FB-406E-A662-C692CF3FCFAF}">
      <dgm:prSet/>
      <dgm:spPr/>
      <dgm:t>
        <a:bodyPr/>
        <a:lstStyle/>
        <a:p>
          <a:endParaRPr lang="en-US"/>
        </a:p>
      </dgm:t>
    </dgm:pt>
    <dgm:pt modelId="{7D1C5172-06D0-4FBE-8842-69B2DE963113}" type="sibTrans" cxnId="{5814D4B6-C3FB-406E-A662-C692CF3FCFAF}">
      <dgm:prSet/>
      <dgm:spPr/>
      <dgm:t>
        <a:bodyPr/>
        <a:lstStyle/>
        <a:p>
          <a:endParaRPr lang="en-US"/>
        </a:p>
      </dgm:t>
    </dgm:pt>
    <dgm:pt modelId="{A880433D-D5C4-4F7E-B84A-7B72E6120F75}">
      <dgm:prSet/>
      <dgm:spPr/>
      <dgm:t>
        <a:bodyPr/>
        <a:lstStyle/>
        <a:p>
          <a:pPr>
            <a:defRPr cap="all"/>
          </a:pPr>
          <a:r>
            <a:rPr lang="en-GB"/>
            <a:t>Then, let your imagination run wild in the 'Dream' stage. </a:t>
          </a:r>
          <a:endParaRPr lang="en-US"/>
        </a:p>
      </dgm:t>
    </dgm:pt>
    <dgm:pt modelId="{69275536-9468-4519-8B92-38EAB0D43004}" type="parTrans" cxnId="{862786B2-A7EB-48E0-A8B9-4C488DB82AD4}">
      <dgm:prSet/>
      <dgm:spPr/>
      <dgm:t>
        <a:bodyPr/>
        <a:lstStyle/>
        <a:p>
          <a:endParaRPr lang="en-US"/>
        </a:p>
      </dgm:t>
    </dgm:pt>
    <dgm:pt modelId="{A5D0BA90-6BAE-4BD6-BC04-3C75CD37DEF4}" type="sibTrans" cxnId="{862786B2-A7EB-48E0-A8B9-4C488DB82AD4}">
      <dgm:prSet/>
      <dgm:spPr/>
      <dgm:t>
        <a:bodyPr/>
        <a:lstStyle/>
        <a:p>
          <a:endParaRPr lang="en-US"/>
        </a:p>
      </dgm:t>
    </dgm:pt>
    <dgm:pt modelId="{2EDBD7FA-BB84-4228-9612-4BBC08B40711}">
      <dgm:prSet/>
      <dgm:spPr/>
      <dgm:t>
        <a:bodyPr/>
        <a:lstStyle/>
        <a:p>
          <a:pPr>
            <a:defRPr cap="all"/>
          </a:pPr>
          <a:r>
            <a:rPr lang="en-GB"/>
            <a:t>What could make this even better? </a:t>
          </a:r>
          <a:endParaRPr lang="en-US"/>
        </a:p>
      </dgm:t>
    </dgm:pt>
    <dgm:pt modelId="{1CCACF7A-FADE-4C19-ADC6-D86F8F5C9D02}" type="parTrans" cxnId="{B4732066-972C-4D03-A3CF-3F1B713F9243}">
      <dgm:prSet/>
      <dgm:spPr/>
      <dgm:t>
        <a:bodyPr/>
        <a:lstStyle/>
        <a:p>
          <a:endParaRPr lang="en-US"/>
        </a:p>
      </dgm:t>
    </dgm:pt>
    <dgm:pt modelId="{51CBF61F-4C89-4821-9134-3794D62060AA}" type="sibTrans" cxnId="{B4732066-972C-4D03-A3CF-3F1B713F9243}">
      <dgm:prSet/>
      <dgm:spPr/>
      <dgm:t>
        <a:bodyPr/>
        <a:lstStyle/>
        <a:p>
          <a:endParaRPr lang="en-US"/>
        </a:p>
      </dgm:t>
    </dgm:pt>
    <dgm:pt modelId="{74986706-FAFB-436B-A450-947AB26AEC4D}">
      <dgm:prSet/>
      <dgm:spPr/>
      <dgm:t>
        <a:bodyPr/>
        <a:lstStyle/>
        <a:p>
          <a:pPr>
            <a:defRPr cap="all"/>
          </a:pPr>
          <a:r>
            <a:rPr lang="en-GB"/>
            <a:t>Next, come up with a simple plan in the 'Design' stage.</a:t>
          </a:r>
          <a:endParaRPr lang="en-US"/>
        </a:p>
      </dgm:t>
    </dgm:pt>
    <dgm:pt modelId="{4446C2EC-5A8C-4A14-8AF4-D024EAF8F3F5}" type="parTrans" cxnId="{6AA7E32F-770A-4126-A0AA-A72CDB11C3FA}">
      <dgm:prSet/>
      <dgm:spPr/>
      <dgm:t>
        <a:bodyPr/>
        <a:lstStyle/>
        <a:p>
          <a:endParaRPr lang="en-US"/>
        </a:p>
      </dgm:t>
    </dgm:pt>
    <dgm:pt modelId="{026582A4-6E46-4C25-9A0E-81A1B5386B5B}" type="sibTrans" cxnId="{6AA7E32F-770A-4126-A0AA-A72CDB11C3FA}">
      <dgm:prSet/>
      <dgm:spPr/>
      <dgm:t>
        <a:bodyPr/>
        <a:lstStyle/>
        <a:p>
          <a:endParaRPr lang="en-US"/>
        </a:p>
      </dgm:t>
    </dgm:pt>
    <dgm:pt modelId="{1E86EF19-AB0C-453B-AA92-78F77F2D4F91}">
      <dgm:prSet/>
      <dgm:spPr/>
      <dgm:t>
        <a:bodyPr/>
        <a:lstStyle/>
        <a:p>
          <a:pPr>
            <a:defRPr cap="all"/>
          </a:pPr>
          <a:r>
            <a:rPr lang="en-GB"/>
            <a:t>And lastly, talk about how to make it real in the 'Deliver' stage.</a:t>
          </a:r>
          <a:endParaRPr lang="en-US"/>
        </a:p>
      </dgm:t>
    </dgm:pt>
    <dgm:pt modelId="{5FB82414-1EAE-48D2-B000-EC2CF5357514}" type="parTrans" cxnId="{114749A1-81BA-40AE-ACF6-7B6AA212072B}">
      <dgm:prSet/>
      <dgm:spPr/>
      <dgm:t>
        <a:bodyPr/>
        <a:lstStyle/>
        <a:p>
          <a:endParaRPr lang="en-US"/>
        </a:p>
      </dgm:t>
    </dgm:pt>
    <dgm:pt modelId="{C625A56E-E17B-4469-9C48-50463D30DBAF}" type="sibTrans" cxnId="{114749A1-81BA-40AE-ACF6-7B6AA212072B}">
      <dgm:prSet/>
      <dgm:spPr/>
      <dgm:t>
        <a:bodyPr/>
        <a:lstStyle/>
        <a:p>
          <a:endParaRPr lang="en-US"/>
        </a:p>
      </dgm:t>
    </dgm:pt>
    <dgm:pt modelId="{C854257F-FDE6-482C-9567-8ED803BDD7ED}" type="pres">
      <dgm:prSet presAssocID="{5277C3AD-3BC7-4AD2-A9F2-E05E13F7EC83}" presName="Name0" presStyleCnt="0">
        <dgm:presLayoutVars>
          <dgm:dir/>
          <dgm:animLvl val="lvl"/>
          <dgm:resizeHandles val="exact"/>
        </dgm:presLayoutVars>
      </dgm:prSet>
      <dgm:spPr/>
    </dgm:pt>
    <dgm:pt modelId="{F9183468-20E2-4BB8-9E01-1C83B8FBD442}" type="pres">
      <dgm:prSet presAssocID="{F14475D7-3A73-4E49-BED0-CD46AE562B9C}" presName="linNode" presStyleCnt="0"/>
      <dgm:spPr/>
    </dgm:pt>
    <dgm:pt modelId="{D6D4C99A-6919-441D-903F-44866DB28DE2}" type="pres">
      <dgm:prSet presAssocID="{F14475D7-3A73-4E49-BED0-CD46AE562B9C}" presName="parentText" presStyleLbl="node1" presStyleIdx="0" presStyleCnt="7">
        <dgm:presLayoutVars>
          <dgm:chMax val="1"/>
          <dgm:bulletEnabled val="1"/>
        </dgm:presLayoutVars>
      </dgm:prSet>
      <dgm:spPr/>
    </dgm:pt>
    <dgm:pt modelId="{A5667038-7DB8-4920-BE45-84B0602315FC}" type="pres">
      <dgm:prSet presAssocID="{5567482D-4612-4766-8066-358BEB9CD0CC}" presName="sp" presStyleCnt="0"/>
      <dgm:spPr/>
    </dgm:pt>
    <dgm:pt modelId="{2B6C09CF-55A7-4C84-9BF9-ED9024C160B5}" type="pres">
      <dgm:prSet presAssocID="{C93235A7-E99A-49F7-A5D7-D70C781F94A3}" presName="linNode" presStyleCnt="0"/>
      <dgm:spPr/>
    </dgm:pt>
    <dgm:pt modelId="{FEC160A4-D951-4AC2-ACA4-3DDACBAADFFD}" type="pres">
      <dgm:prSet presAssocID="{C93235A7-E99A-49F7-A5D7-D70C781F94A3}" presName="parentText" presStyleLbl="node1" presStyleIdx="1" presStyleCnt="7">
        <dgm:presLayoutVars>
          <dgm:chMax val="1"/>
          <dgm:bulletEnabled val="1"/>
        </dgm:presLayoutVars>
      </dgm:prSet>
      <dgm:spPr/>
    </dgm:pt>
    <dgm:pt modelId="{CA9E447D-1E49-4C36-8E4F-8FC80251E5E0}" type="pres">
      <dgm:prSet presAssocID="{B470CF9A-B54D-4539-AC1D-5D87A09B3A1D}" presName="sp" presStyleCnt="0"/>
      <dgm:spPr/>
    </dgm:pt>
    <dgm:pt modelId="{F0BF2E39-1C81-4258-9104-CBC33611BDD7}" type="pres">
      <dgm:prSet presAssocID="{F070E4AF-7C9D-4D38-8D87-E4A542AEEDBC}" presName="linNode" presStyleCnt="0"/>
      <dgm:spPr/>
    </dgm:pt>
    <dgm:pt modelId="{F023E4A0-2C17-4DE7-9BC1-024329105F36}" type="pres">
      <dgm:prSet presAssocID="{F070E4AF-7C9D-4D38-8D87-E4A542AEEDBC}" presName="parentText" presStyleLbl="node1" presStyleIdx="2" presStyleCnt="7">
        <dgm:presLayoutVars>
          <dgm:chMax val="1"/>
          <dgm:bulletEnabled val="1"/>
        </dgm:presLayoutVars>
      </dgm:prSet>
      <dgm:spPr/>
    </dgm:pt>
    <dgm:pt modelId="{3DA78A55-81F3-4EB4-97D6-F2220267868E}" type="pres">
      <dgm:prSet presAssocID="{7D1C5172-06D0-4FBE-8842-69B2DE963113}" presName="sp" presStyleCnt="0"/>
      <dgm:spPr/>
    </dgm:pt>
    <dgm:pt modelId="{69CC4253-E0A6-4499-BFC6-B9BDA8E4FB8B}" type="pres">
      <dgm:prSet presAssocID="{A880433D-D5C4-4F7E-B84A-7B72E6120F75}" presName="linNode" presStyleCnt="0"/>
      <dgm:spPr/>
    </dgm:pt>
    <dgm:pt modelId="{3B03B5F9-FA63-4B80-BC81-4528659232BA}" type="pres">
      <dgm:prSet presAssocID="{A880433D-D5C4-4F7E-B84A-7B72E6120F75}" presName="parentText" presStyleLbl="node1" presStyleIdx="3" presStyleCnt="7">
        <dgm:presLayoutVars>
          <dgm:chMax val="1"/>
          <dgm:bulletEnabled val="1"/>
        </dgm:presLayoutVars>
      </dgm:prSet>
      <dgm:spPr/>
    </dgm:pt>
    <dgm:pt modelId="{28C8C0FE-A205-4794-A9C3-F6C06CB20F1F}" type="pres">
      <dgm:prSet presAssocID="{A5D0BA90-6BAE-4BD6-BC04-3C75CD37DEF4}" presName="sp" presStyleCnt="0"/>
      <dgm:spPr/>
    </dgm:pt>
    <dgm:pt modelId="{BBE8839B-F4FD-4157-A6D8-7710A0A50D75}" type="pres">
      <dgm:prSet presAssocID="{2EDBD7FA-BB84-4228-9612-4BBC08B40711}" presName="linNode" presStyleCnt="0"/>
      <dgm:spPr/>
    </dgm:pt>
    <dgm:pt modelId="{76BC677E-76AC-40B9-BC58-0C7392FFE199}" type="pres">
      <dgm:prSet presAssocID="{2EDBD7FA-BB84-4228-9612-4BBC08B40711}" presName="parentText" presStyleLbl="node1" presStyleIdx="4" presStyleCnt="7">
        <dgm:presLayoutVars>
          <dgm:chMax val="1"/>
          <dgm:bulletEnabled val="1"/>
        </dgm:presLayoutVars>
      </dgm:prSet>
      <dgm:spPr/>
    </dgm:pt>
    <dgm:pt modelId="{6890DEF1-0B43-403E-93F6-78CB644E7297}" type="pres">
      <dgm:prSet presAssocID="{51CBF61F-4C89-4821-9134-3794D62060AA}" presName="sp" presStyleCnt="0"/>
      <dgm:spPr/>
    </dgm:pt>
    <dgm:pt modelId="{B3C6B0CF-EBE8-45DE-93D4-559E40EBFCDD}" type="pres">
      <dgm:prSet presAssocID="{74986706-FAFB-436B-A450-947AB26AEC4D}" presName="linNode" presStyleCnt="0"/>
      <dgm:spPr/>
    </dgm:pt>
    <dgm:pt modelId="{0636B4C6-BAF3-4427-AABB-9CBD043DD031}" type="pres">
      <dgm:prSet presAssocID="{74986706-FAFB-436B-A450-947AB26AEC4D}" presName="parentText" presStyleLbl="node1" presStyleIdx="5" presStyleCnt="7">
        <dgm:presLayoutVars>
          <dgm:chMax val="1"/>
          <dgm:bulletEnabled val="1"/>
        </dgm:presLayoutVars>
      </dgm:prSet>
      <dgm:spPr/>
    </dgm:pt>
    <dgm:pt modelId="{55819441-D3A1-4DFC-B0AA-4D1595FD1301}" type="pres">
      <dgm:prSet presAssocID="{026582A4-6E46-4C25-9A0E-81A1B5386B5B}" presName="sp" presStyleCnt="0"/>
      <dgm:spPr/>
    </dgm:pt>
    <dgm:pt modelId="{6F67C011-AA16-4286-9E6E-63EF010D41C2}" type="pres">
      <dgm:prSet presAssocID="{1E86EF19-AB0C-453B-AA92-78F77F2D4F91}" presName="linNode" presStyleCnt="0"/>
      <dgm:spPr/>
    </dgm:pt>
    <dgm:pt modelId="{BF8ECB2A-D0B2-4C45-9BC1-DC08AF759B02}" type="pres">
      <dgm:prSet presAssocID="{1E86EF19-AB0C-453B-AA92-78F77F2D4F91}" presName="parentText" presStyleLbl="node1" presStyleIdx="6" presStyleCnt="7">
        <dgm:presLayoutVars>
          <dgm:chMax val="1"/>
          <dgm:bulletEnabled val="1"/>
        </dgm:presLayoutVars>
      </dgm:prSet>
      <dgm:spPr/>
    </dgm:pt>
  </dgm:ptLst>
  <dgm:cxnLst>
    <dgm:cxn modelId="{864CFE0D-E6C7-4552-BB1F-AA54CC257DC9}" type="presOf" srcId="{F070E4AF-7C9D-4D38-8D87-E4A542AEEDBC}" destId="{F023E4A0-2C17-4DE7-9BC1-024329105F36}" srcOrd="0" destOrd="0" presId="urn:microsoft.com/office/officeart/2005/8/layout/vList5"/>
    <dgm:cxn modelId="{EC247E21-273F-4551-B8B4-D41F6BAD8D13}" srcId="{5277C3AD-3BC7-4AD2-A9F2-E05E13F7EC83}" destId="{C93235A7-E99A-49F7-A5D7-D70C781F94A3}" srcOrd="1" destOrd="0" parTransId="{10473CE1-FFB8-46F1-B366-0A2BF3C37FB1}" sibTransId="{B470CF9A-B54D-4539-AC1D-5D87A09B3A1D}"/>
    <dgm:cxn modelId="{6AA7E32F-770A-4126-A0AA-A72CDB11C3FA}" srcId="{5277C3AD-3BC7-4AD2-A9F2-E05E13F7EC83}" destId="{74986706-FAFB-436B-A450-947AB26AEC4D}" srcOrd="5" destOrd="0" parTransId="{4446C2EC-5A8C-4A14-8AF4-D024EAF8F3F5}" sibTransId="{026582A4-6E46-4C25-9A0E-81A1B5386B5B}"/>
    <dgm:cxn modelId="{5D962A5F-4A65-413D-9CEC-AD958788A3EC}" type="presOf" srcId="{1E86EF19-AB0C-453B-AA92-78F77F2D4F91}" destId="{BF8ECB2A-D0B2-4C45-9BC1-DC08AF759B02}" srcOrd="0" destOrd="0" presId="urn:microsoft.com/office/officeart/2005/8/layout/vList5"/>
    <dgm:cxn modelId="{D4D62743-2008-4673-8912-0BBDFC7765CA}" type="presOf" srcId="{F14475D7-3A73-4E49-BED0-CD46AE562B9C}" destId="{D6D4C99A-6919-441D-903F-44866DB28DE2}" srcOrd="0" destOrd="0" presId="urn:microsoft.com/office/officeart/2005/8/layout/vList5"/>
    <dgm:cxn modelId="{B4732066-972C-4D03-A3CF-3F1B713F9243}" srcId="{5277C3AD-3BC7-4AD2-A9F2-E05E13F7EC83}" destId="{2EDBD7FA-BB84-4228-9612-4BBC08B40711}" srcOrd="4" destOrd="0" parTransId="{1CCACF7A-FADE-4C19-ADC6-D86F8F5C9D02}" sibTransId="{51CBF61F-4C89-4821-9134-3794D62060AA}"/>
    <dgm:cxn modelId="{2A1C9E46-580C-47F0-A442-2148BFE67AC7}" type="presOf" srcId="{A880433D-D5C4-4F7E-B84A-7B72E6120F75}" destId="{3B03B5F9-FA63-4B80-BC81-4528659232BA}" srcOrd="0" destOrd="0" presId="urn:microsoft.com/office/officeart/2005/8/layout/vList5"/>
    <dgm:cxn modelId="{6C1E0A78-09AE-4A3E-A519-D96B0B51D4A7}" type="presOf" srcId="{C93235A7-E99A-49F7-A5D7-D70C781F94A3}" destId="{FEC160A4-D951-4AC2-ACA4-3DDACBAADFFD}" srcOrd="0" destOrd="0" presId="urn:microsoft.com/office/officeart/2005/8/layout/vList5"/>
    <dgm:cxn modelId="{BC8CD78D-DE7F-42F3-BE47-1AE691DDCCF5}" type="presOf" srcId="{74986706-FAFB-436B-A450-947AB26AEC4D}" destId="{0636B4C6-BAF3-4427-AABB-9CBD043DD031}" srcOrd="0" destOrd="0" presId="urn:microsoft.com/office/officeart/2005/8/layout/vList5"/>
    <dgm:cxn modelId="{114749A1-81BA-40AE-ACF6-7B6AA212072B}" srcId="{5277C3AD-3BC7-4AD2-A9F2-E05E13F7EC83}" destId="{1E86EF19-AB0C-453B-AA92-78F77F2D4F91}" srcOrd="6" destOrd="0" parTransId="{5FB82414-1EAE-48D2-B000-EC2CF5357514}" sibTransId="{C625A56E-E17B-4469-9C48-50463D30DBAF}"/>
    <dgm:cxn modelId="{862786B2-A7EB-48E0-A8B9-4C488DB82AD4}" srcId="{5277C3AD-3BC7-4AD2-A9F2-E05E13F7EC83}" destId="{A880433D-D5C4-4F7E-B84A-7B72E6120F75}" srcOrd="3" destOrd="0" parTransId="{69275536-9468-4519-8B92-38EAB0D43004}" sibTransId="{A5D0BA90-6BAE-4BD6-BC04-3C75CD37DEF4}"/>
    <dgm:cxn modelId="{5814D4B6-C3FB-406E-A662-C692CF3FCFAF}" srcId="{5277C3AD-3BC7-4AD2-A9F2-E05E13F7EC83}" destId="{F070E4AF-7C9D-4D38-8D87-E4A542AEEDBC}" srcOrd="2" destOrd="0" parTransId="{DC1C3681-8BB3-4C35-95C8-81FF5F6C1678}" sibTransId="{7D1C5172-06D0-4FBE-8842-69B2DE963113}"/>
    <dgm:cxn modelId="{DCD27FE4-D1AA-41F0-A9B3-AE15264D2097}" type="presOf" srcId="{5277C3AD-3BC7-4AD2-A9F2-E05E13F7EC83}" destId="{C854257F-FDE6-482C-9567-8ED803BDD7ED}" srcOrd="0" destOrd="0" presId="urn:microsoft.com/office/officeart/2005/8/layout/vList5"/>
    <dgm:cxn modelId="{95D162EC-FFCB-4984-903E-1AF5F79173CC}" srcId="{5277C3AD-3BC7-4AD2-A9F2-E05E13F7EC83}" destId="{F14475D7-3A73-4E49-BED0-CD46AE562B9C}" srcOrd="0" destOrd="0" parTransId="{0D07263D-980F-492C-8413-2D27873D59BC}" sibTransId="{5567482D-4612-4766-8066-358BEB9CD0CC}"/>
    <dgm:cxn modelId="{5EE6A8F7-CBBA-425D-8886-913291D047E1}" type="presOf" srcId="{2EDBD7FA-BB84-4228-9612-4BBC08B40711}" destId="{76BC677E-76AC-40B9-BC58-0C7392FFE199}" srcOrd="0" destOrd="0" presId="urn:microsoft.com/office/officeart/2005/8/layout/vList5"/>
    <dgm:cxn modelId="{4767D6A7-C4C4-43A5-847B-943A4F6578C9}" type="presParOf" srcId="{C854257F-FDE6-482C-9567-8ED803BDD7ED}" destId="{F9183468-20E2-4BB8-9E01-1C83B8FBD442}" srcOrd="0" destOrd="0" presId="urn:microsoft.com/office/officeart/2005/8/layout/vList5"/>
    <dgm:cxn modelId="{23B5C530-3317-43FA-BE8F-EB9D7DEB1E71}" type="presParOf" srcId="{F9183468-20E2-4BB8-9E01-1C83B8FBD442}" destId="{D6D4C99A-6919-441D-903F-44866DB28DE2}" srcOrd="0" destOrd="0" presId="urn:microsoft.com/office/officeart/2005/8/layout/vList5"/>
    <dgm:cxn modelId="{EA950DF1-DF92-48D6-86F8-0150E970AE90}" type="presParOf" srcId="{C854257F-FDE6-482C-9567-8ED803BDD7ED}" destId="{A5667038-7DB8-4920-BE45-84B0602315FC}" srcOrd="1" destOrd="0" presId="urn:microsoft.com/office/officeart/2005/8/layout/vList5"/>
    <dgm:cxn modelId="{B05E0D74-D575-482F-AA6C-92CABC927BC7}" type="presParOf" srcId="{C854257F-FDE6-482C-9567-8ED803BDD7ED}" destId="{2B6C09CF-55A7-4C84-9BF9-ED9024C160B5}" srcOrd="2" destOrd="0" presId="urn:microsoft.com/office/officeart/2005/8/layout/vList5"/>
    <dgm:cxn modelId="{D52929B9-97FC-4555-BE00-A5880784858A}" type="presParOf" srcId="{2B6C09CF-55A7-4C84-9BF9-ED9024C160B5}" destId="{FEC160A4-D951-4AC2-ACA4-3DDACBAADFFD}" srcOrd="0" destOrd="0" presId="urn:microsoft.com/office/officeart/2005/8/layout/vList5"/>
    <dgm:cxn modelId="{E09525C3-3797-47E0-BCDA-C007C58F35EC}" type="presParOf" srcId="{C854257F-FDE6-482C-9567-8ED803BDD7ED}" destId="{CA9E447D-1E49-4C36-8E4F-8FC80251E5E0}" srcOrd="3" destOrd="0" presId="urn:microsoft.com/office/officeart/2005/8/layout/vList5"/>
    <dgm:cxn modelId="{F60B480E-1A64-474A-86D4-126DE8BF7A13}" type="presParOf" srcId="{C854257F-FDE6-482C-9567-8ED803BDD7ED}" destId="{F0BF2E39-1C81-4258-9104-CBC33611BDD7}" srcOrd="4" destOrd="0" presId="urn:microsoft.com/office/officeart/2005/8/layout/vList5"/>
    <dgm:cxn modelId="{6620CBE5-7B9A-4421-8D6D-1B0B23EEEA85}" type="presParOf" srcId="{F0BF2E39-1C81-4258-9104-CBC33611BDD7}" destId="{F023E4A0-2C17-4DE7-9BC1-024329105F36}" srcOrd="0" destOrd="0" presId="urn:microsoft.com/office/officeart/2005/8/layout/vList5"/>
    <dgm:cxn modelId="{0733493E-51ED-4689-8982-1112AC0E4485}" type="presParOf" srcId="{C854257F-FDE6-482C-9567-8ED803BDD7ED}" destId="{3DA78A55-81F3-4EB4-97D6-F2220267868E}" srcOrd="5" destOrd="0" presId="urn:microsoft.com/office/officeart/2005/8/layout/vList5"/>
    <dgm:cxn modelId="{FA297111-D495-4B4A-9DBC-3AFC3643B6B7}" type="presParOf" srcId="{C854257F-FDE6-482C-9567-8ED803BDD7ED}" destId="{69CC4253-E0A6-4499-BFC6-B9BDA8E4FB8B}" srcOrd="6" destOrd="0" presId="urn:microsoft.com/office/officeart/2005/8/layout/vList5"/>
    <dgm:cxn modelId="{6C0EB247-9923-40A0-9EFC-CA50CEFB979C}" type="presParOf" srcId="{69CC4253-E0A6-4499-BFC6-B9BDA8E4FB8B}" destId="{3B03B5F9-FA63-4B80-BC81-4528659232BA}" srcOrd="0" destOrd="0" presId="urn:microsoft.com/office/officeart/2005/8/layout/vList5"/>
    <dgm:cxn modelId="{0776A96E-1844-4336-A00D-199FFAAFC198}" type="presParOf" srcId="{C854257F-FDE6-482C-9567-8ED803BDD7ED}" destId="{28C8C0FE-A205-4794-A9C3-F6C06CB20F1F}" srcOrd="7" destOrd="0" presId="urn:microsoft.com/office/officeart/2005/8/layout/vList5"/>
    <dgm:cxn modelId="{9F1D7078-0556-41A0-838B-7DC9745D8CCA}" type="presParOf" srcId="{C854257F-FDE6-482C-9567-8ED803BDD7ED}" destId="{BBE8839B-F4FD-4157-A6D8-7710A0A50D75}" srcOrd="8" destOrd="0" presId="urn:microsoft.com/office/officeart/2005/8/layout/vList5"/>
    <dgm:cxn modelId="{2D2D0F06-FFDF-4C5B-9215-F2A09EFE3A7B}" type="presParOf" srcId="{BBE8839B-F4FD-4157-A6D8-7710A0A50D75}" destId="{76BC677E-76AC-40B9-BC58-0C7392FFE199}" srcOrd="0" destOrd="0" presId="urn:microsoft.com/office/officeart/2005/8/layout/vList5"/>
    <dgm:cxn modelId="{0B69E583-928C-46A2-BD70-39670EF7067F}" type="presParOf" srcId="{C854257F-FDE6-482C-9567-8ED803BDD7ED}" destId="{6890DEF1-0B43-403E-93F6-78CB644E7297}" srcOrd="9" destOrd="0" presId="urn:microsoft.com/office/officeart/2005/8/layout/vList5"/>
    <dgm:cxn modelId="{4DB86FAD-1490-4CCC-BDA0-B294D0AD9499}" type="presParOf" srcId="{C854257F-FDE6-482C-9567-8ED803BDD7ED}" destId="{B3C6B0CF-EBE8-45DE-93D4-559E40EBFCDD}" srcOrd="10" destOrd="0" presId="urn:microsoft.com/office/officeart/2005/8/layout/vList5"/>
    <dgm:cxn modelId="{B18EDDCA-CCBE-4A21-AFD6-0EC65DAB62C7}" type="presParOf" srcId="{B3C6B0CF-EBE8-45DE-93D4-559E40EBFCDD}" destId="{0636B4C6-BAF3-4427-AABB-9CBD043DD031}" srcOrd="0" destOrd="0" presId="urn:microsoft.com/office/officeart/2005/8/layout/vList5"/>
    <dgm:cxn modelId="{57757DCF-F320-4A01-8B61-A37BF604EE43}" type="presParOf" srcId="{C854257F-FDE6-482C-9567-8ED803BDD7ED}" destId="{55819441-D3A1-4DFC-B0AA-4D1595FD1301}" srcOrd="11" destOrd="0" presId="urn:microsoft.com/office/officeart/2005/8/layout/vList5"/>
    <dgm:cxn modelId="{0EA1D0CE-3A80-457B-AB69-979FA40609A6}" type="presParOf" srcId="{C854257F-FDE6-482C-9567-8ED803BDD7ED}" destId="{6F67C011-AA16-4286-9E6E-63EF010D41C2}" srcOrd="12" destOrd="0" presId="urn:microsoft.com/office/officeart/2005/8/layout/vList5"/>
    <dgm:cxn modelId="{742A4D68-E14C-462D-A3F3-4F19982DEAB7}" type="presParOf" srcId="{6F67C011-AA16-4286-9E6E-63EF010D41C2}" destId="{BF8ECB2A-D0B2-4C45-9BC1-DC08AF759B02}"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D3489306-6733-43B4-BDC6-240CF0379782}" type="doc">
      <dgm:prSet loTypeId="urn:microsoft.com/office/officeart/2005/8/layout/default" loCatId="list" qsTypeId="urn:microsoft.com/office/officeart/2005/8/quickstyle/simple4" qsCatId="simple" csTypeId="urn:microsoft.com/office/officeart/2005/8/colors/accent2_2" csCatId="accent2"/>
      <dgm:spPr/>
      <dgm:t>
        <a:bodyPr/>
        <a:lstStyle/>
        <a:p>
          <a:endParaRPr lang="en-US"/>
        </a:p>
      </dgm:t>
    </dgm:pt>
    <dgm:pt modelId="{FA4BCDDC-A7E6-42DC-BA99-B2515636BFC7}">
      <dgm:prSet/>
      <dgm:spPr/>
      <dgm:t>
        <a:bodyPr/>
        <a:lstStyle/>
        <a:p>
          <a:r>
            <a:rPr lang="en-GB"/>
            <a:t>How to Introduce PERMA in School</a:t>
          </a:r>
          <a:endParaRPr lang="en-US"/>
        </a:p>
      </dgm:t>
    </dgm:pt>
    <dgm:pt modelId="{641FAD0C-F274-44DA-8F33-000198F78FF3}" type="parTrans" cxnId="{ABA88861-181B-48A0-BD5C-7773E852CA78}">
      <dgm:prSet/>
      <dgm:spPr/>
      <dgm:t>
        <a:bodyPr/>
        <a:lstStyle/>
        <a:p>
          <a:endParaRPr lang="en-US"/>
        </a:p>
      </dgm:t>
    </dgm:pt>
    <dgm:pt modelId="{63AAD058-A090-4932-8BD6-8B29AC8D9D66}" type="sibTrans" cxnId="{ABA88861-181B-48A0-BD5C-7773E852CA78}">
      <dgm:prSet/>
      <dgm:spPr/>
      <dgm:t>
        <a:bodyPr/>
        <a:lstStyle/>
        <a:p>
          <a:endParaRPr lang="en-US"/>
        </a:p>
      </dgm:t>
    </dgm:pt>
    <dgm:pt modelId="{826D3C06-E27D-4133-BDBD-D0ED5228047D}">
      <dgm:prSet/>
      <dgm:spPr/>
      <dgm:t>
        <a:bodyPr/>
        <a:lstStyle/>
        <a:p>
          <a:r>
            <a:rPr lang="en-GB"/>
            <a:t>Fostering a Positive School Culture</a:t>
          </a:r>
          <a:endParaRPr lang="en-US"/>
        </a:p>
      </dgm:t>
    </dgm:pt>
    <dgm:pt modelId="{0053B2B9-BDA7-4A0E-A52C-806C92E47D22}" type="parTrans" cxnId="{577B6B10-8FB6-4ED7-A8DC-2CC63FC65F1E}">
      <dgm:prSet/>
      <dgm:spPr/>
      <dgm:t>
        <a:bodyPr/>
        <a:lstStyle/>
        <a:p>
          <a:endParaRPr lang="en-US"/>
        </a:p>
      </dgm:t>
    </dgm:pt>
    <dgm:pt modelId="{BD3D8D3E-B828-43B3-B937-0F30B7412DE3}" type="sibTrans" cxnId="{577B6B10-8FB6-4ED7-A8DC-2CC63FC65F1E}">
      <dgm:prSet/>
      <dgm:spPr/>
      <dgm:t>
        <a:bodyPr/>
        <a:lstStyle/>
        <a:p>
          <a:endParaRPr lang="en-US"/>
        </a:p>
      </dgm:t>
    </dgm:pt>
    <dgm:pt modelId="{42258F3A-FE49-48CD-900C-B790001D9EBD}">
      <dgm:prSet/>
      <dgm:spPr/>
      <dgm:t>
        <a:bodyPr/>
        <a:lstStyle/>
        <a:p>
          <a:r>
            <a:rPr lang="en-GB"/>
            <a:t>Resources and Next Steps</a:t>
          </a:r>
          <a:endParaRPr lang="en-US"/>
        </a:p>
      </dgm:t>
    </dgm:pt>
    <dgm:pt modelId="{60CDAB1D-F645-4244-AD23-49EC78908931}" type="parTrans" cxnId="{98445563-37EF-4421-A79C-6D618802B463}">
      <dgm:prSet/>
      <dgm:spPr/>
      <dgm:t>
        <a:bodyPr/>
        <a:lstStyle/>
        <a:p>
          <a:endParaRPr lang="en-US"/>
        </a:p>
      </dgm:t>
    </dgm:pt>
    <dgm:pt modelId="{CEAD85A8-F05C-407C-BE88-91586A420543}" type="sibTrans" cxnId="{98445563-37EF-4421-A79C-6D618802B463}">
      <dgm:prSet/>
      <dgm:spPr/>
      <dgm:t>
        <a:bodyPr/>
        <a:lstStyle/>
        <a:p>
          <a:endParaRPr lang="en-US"/>
        </a:p>
      </dgm:t>
    </dgm:pt>
    <dgm:pt modelId="{FB74BB99-938A-4AC3-B105-DE6AC98DEAF4}" type="pres">
      <dgm:prSet presAssocID="{D3489306-6733-43B4-BDC6-240CF0379782}" presName="diagram" presStyleCnt="0">
        <dgm:presLayoutVars>
          <dgm:dir/>
          <dgm:resizeHandles val="exact"/>
        </dgm:presLayoutVars>
      </dgm:prSet>
      <dgm:spPr/>
    </dgm:pt>
    <dgm:pt modelId="{340609B2-814B-4011-B87D-172538B16C5D}" type="pres">
      <dgm:prSet presAssocID="{FA4BCDDC-A7E6-42DC-BA99-B2515636BFC7}" presName="node" presStyleLbl="node1" presStyleIdx="0" presStyleCnt="3">
        <dgm:presLayoutVars>
          <dgm:bulletEnabled val="1"/>
        </dgm:presLayoutVars>
      </dgm:prSet>
      <dgm:spPr/>
    </dgm:pt>
    <dgm:pt modelId="{E38FFE7A-B9C6-4A9D-8625-30A8337549B5}" type="pres">
      <dgm:prSet presAssocID="{63AAD058-A090-4932-8BD6-8B29AC8D9D66}" presName="sibTrans" presStyleCnt="0"/>
      <dgm:spPr/>
    </dgm:pt>
    <dgm:pt modelId="{EFD67A94-923E-492E-8124-928C1BFF5FE8}" type="pres">
      <dgm:prSet presAssocID="{826D3C06-E27D-4133-BDBD-D0ED5228047D}" presName="node" presStyleLbl="node1" presStyleIdx="1" presStyleCnt="3">
        <dgm:presLayoutVars>
          <dgm:bulletEnabled val="1"/>
        </dgm:presLayoutVars>
      </dgm:prSet>
      <dgm:spPr/>
    </dgm:pt>
    <dgm:pt modelId="{3E122480-9A6E-4BC0-B420-FCE2279FFAAA}" type="pres">
      <dgm:prSet presAssocID="{BD3D8D3E-B828-43B3-B937-0F30B7412DE3}" presName="sibTrans" presStyleCnt="0"/>
      <dgm:spPr/>
    </dgm:pt>
    <dgm:pt modelId="{E95744EF-E9A6-41E4-9C8D-C1A9D6E33D56}" type="pres">
      <dgm:prSet presAssocID="{42258F3A-FE49-48CD-900C-B790001D9EBD}" presName="node" presStyleLbl="node1" presStyleIdx="2" presStyleCnt="3">
        <dgm:presLayoutVars>
          <dgm:bulletEnabled val="1"/>
        </dgm:presLayoutVars>
      </dgm:prSet>
      <dgm:spPr/>
    </dgm:pt>
  </dgm:ptLst>
  <dgm:cxnLst>
    <dgm:cxn modelId="{2873E409-8EF0-41FE-BD0C-CCC61E8E8D0B}" type="presOf" srcId="{42258F3A-FE49-48CD-900C-B790001D9EBD}" destId="{E95744EF-E9A6-41E4-9C8D-C1A9D6E33D56}" srcOrd="0" destOrd="0" presId="urn:microsoft.com/office/officeart/2005/8/layout/default"/>
    <dgm:cxn modelId="{577B6B10-8FB6-4ED7-A8DC-2CC63FC65F1E}" srcId="{D3489306-6733-43B4-BDC6-240CF0379782}" destId="{826D3C06-E27D-4133-BDBD-D0ED5228047D}" srcOrd="1" destOrd="0" parTransId="{0053B2B9-BDA7-4A0E-A52C-806C92E47D22}" sibTransId="{BD3D8D3E-B828-43B3-B937-0F30B7412DE3}"/>
    <dgm:cxn modelId="{6256F620-C702-44D0-B068-21832B75BF90}" type="presOf" srcId="{FA4BCDDC-A7E6-42DC-BA99-B2515636BFC7}" destId="{340609B2-814B-4011-B87D-172538B16C5D}" srcOrd="0" destOrd="0" presId="urn:microsoft.com/office/officeart/2005/8/layout/default"/>
    <dgm:cxn modelId="{A245DA37-8711-48FE-93D5-7A5155340F18}" type="presOf" srcId="{826D3C06-E27D-4133-BDBD-D0ED5228047D}" destId="{EFD67A94-923E-492E-8124-928C1BFF5FE8}" srcOrd="0" destOrd="0" presId="urn:microsoft.com/office/officeart/2005/8/layout/default"/>
    <dgm:cxn modelId="{ABA88861-181B-48A0-BD5C-7773E852CA78}" srcId="{D3489306-6733-43B4-BDC6-240CF0379782}" destId="{FA4BCDDC-A7E6-42DC-BA99-B2515636BFC7}" srcOrd="0" destOrd="0" parTransId="{641FAD0C-F274-44DA-8F33-000198F78FF3}" sibTransId="{63AAD058-A090-4932-8BD6-8B29AC8D9D66}"/>
    <dgm:cxn modelId="{98445563-37EF-4421-A79C-6D618802B463}" srcId="{D3489306-6733-43B4-BDC6-240CF0379782}" destId="{42258F3A-FE49-48CD-900C-B790001D9EBD}" srcOrd="2" destOrd="0" parTransId="{60CDAB1D-F645-4244-AD23-49EC78908931}" sibTransId="{CEAD85A8-F05C-407C-BE88-91586A420543}"/>
    <dgm:cxn modelId="{F3510C98-659B-405A-924E-FE164F9766E2}" type="presOf" srcId="{D3489306-6733-43B4-BDC6-240CF0379782}" destId="{FB74BB99-938A-4AC3-B105-DE6AC98DEAF4}" srcOrd="0" destOrd="0" presId="urn:microsoft.com/office/officeart/2005/8/layout/default"/>
    <dgm:cxn modelId="{658EDD2E-4891-4DCB-90A5-6486212DCEA1}" type="presParOf" srcId="{FB74BB99-938A-4AC3-B105-DE6AC98DEAF4}" destId="{340609B2-814B-4011-B87D-172538B16C5D}" srcOrd="0" destOrd="0" presId="urn:microsoft.com/office/officeart/2005/8/layout/default"/>
    <dgm:cxn modelId="{7F53644A-E605-4875-8868-BD4E014E26C6}" type="presParOf" srcId="{FB74BB99-938A-4AC3-B105-DE6AC98DEAF4}" destId="{E38FFE7A-B9C6-4A9D-8625-30A8337549B5}" srcOrd="1" destOrd="0" presId="urn:microsoft.com/office/officeart/2005/8/layout/default"/>
    <dgm:cxn modelId="{30869861-AF9E-42D7-AB5D-8C957AEDE5E1}" type="presParOf" srcId="{FB74BB99-938A-4AC3-B105-DE6AC98DEAF4}" destId="{EFD67A94-923E-492E-8124-928C1BFF5FE8}" srcOrd="2" destOrd="0" presId="urn:microsoft.com/office/officeart/2005/8/layout/default"/>
    <dgm:cxn modelId="{AD483A51-027E-4A3C-8AE8-849D2B55F371}" type="presParOf" srcId="{FB74BB99-938A-4AC3-B105-DE6AC98DEAF4}" destId="{3E122480-9A6E-4BC0-B420-FCE2279FFAAA}" srcOrd="3" destOrd="0" presId="urn:microsoft.com/office/officeart/2005/8/layout/default"/>
    <dgm:cxn modelId="{C5F49334-B97F-4ABB-95F0-439F3017F603}" type="presParOf" srcId="{FB74BB99-938A-4AC3-B105-DE6AC98DEAF4}" destId="{E95744EF-E9A6-41E4-9C8D-C1A9D6E33D56}"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63E96FE3-97E3-4A4C-9348-6DA8045FFE06}" type="doc">
      <dgm:prSet loTypeId="urn:microsoft.com/office/officeart/2005/8/layout/default" loCatId="list" qsTypeId="urn:microsoft.com/office/officeart/2005/8/quickstyle/simple5" qsCatId="simple" csTypeId="urn:microsoft.com/office/officeart/2005/8/colors/accent2_2" csCatId="accent2"/>
      <dgm:spPr/>
      <dgm:t>
        <a:bodyPr/>
        <a:lstStyle/>
        <a:p>
          <a:endParaRPr lang="en-US"/>
        </a:p>
      </dgm:t>
    </dgm:pt>
    <dgm:pt modelId="{CA053DE0-353A-4354-BFCA-85BAEC5471FF}">
      <dgm:prSet/>
      <dgm:spPr/>
      <dgm:t>
        <a:bodyPr/>
        <a:lstStyle/>
        <a:p>
          <a:r>
            <a:rPr lang="en-GB"/>
            <a:t>Elements to consider: Positive Emotions, Engagement, Relationships, Meaning, Accomplishments</a:t>
          </a:r>
          <a:endParaRPr lang="en-US"/>
        </a:p>
      </dgm:t>
    </dgm:pt>
    <dgm:pt modelId="{2C56264C-764E-4714-A112-A3152939AE35}" type="parTrans" cxnId="{01EE7042-6315-4F04-BB8F-1CA1C80E3843}">
      <dgm:prSet/>
      <dgm:spPr/>
      <dgm:t>
        <a:bodyPr/>
        <a:lstStyle/>
        <a:p>
          <a:endParaRPr lang="en-US"/>
        </a:p>
      </dgm:t>
    </dgm:pt>
    <dgm:pt modelId="{547F7940-88A1-410C-B099-9B36B9EBD39A}" type="sibTrans" cxnId="{01EE7042-6315-4F04-BB8F-1CA1C80E3843}">
      <dgm:prSet/>
      <dgm:spPr/>
      <dgm:t>
        <a:bodyPr/>
        <a:lstStyle/>
        <a:p>
          <a:endParaRPr lang="en-US"/>
        </a:p>
      </dgm:t>
    </dgm:pt>
    <dgm:pt modelId="{2DBF3A78-D9ED-47BD-89F5-09829CB8CB95}">
      <dgm:prSet/>
      <dgm:spPr/>
      <dgm:t>
        <a:bodyPr/>
        <a:lstStyle/>
        <a:p>
          <a:r>
            <a:rPr lang="en-GB"/>
            <a:t>Sharing and Feedback</a:t>
          </a:r>
          <a:endParaRPr lang="en-US"/>
        </a:p>
      </dgm:t>
    </dgm:pt>
    <dgm:pt modelId="{142853E2-D563-4D33-896C-1CCFF1CA3C5E}" type="parTrans" cxnId="{757015D3-56B6-48F8-9DAA-B8F8440C8B16}">
      <dgm:prSet/>
      <dgm:spPr/>
      <dgm:t>
        <a:bodyPr/>
        <a:lstStyle/>
        <a:p>
          <a:endParaRPr lang="en-US"/>
        </a:p>
      </dgm:t>
    </dgm:pt>
    <dgm:pt modelId="{8FAD6EDB-2450-4234-9C26-653BD5804222}" type="sibTrans" cxnId="{757015D3-56B6-48F8-9DAA-B8F8440C8B16}">
      <dgm:prSet/>
      <dgm:spPr/>
      <dgm:t>
        <a:bodyPr/>
        <a:lstStyle/>
        <a:p>
          <a:endParaRPr lang="en-US"/>
        </a:p>
      </dgm:t>
    </dgm:pt>
    <dgm:pt modelId="{7CD8E77D-48FF-4419-AA6F-7E2A2319BDAF}" type="pres">
      <dgm:prSet presAssocID="{63E96FE3-97E3-4A4C-9348-6DA8045FFE06}" presName="diagram" presStyleCnt="0">
        <dgm:presLayoutVars>
          <dgm:dir/>
          <dgm:resizeHandles val="exact"/>
        </dgm:presLayoutVars>
      </dgm:prSet>
      <dgm:spPr/>
    </dgm:pt>
    <dgm:pt modelId="{A4E38925-41DB-4FAE-BF8C-03FC3A8C4404}" type="pres">
      <dgm:prSet presAssocID="{CA053DE0-353A-4354-BFCA-85BAEC5471FF}" presName="node" presStyleLbl="node1" presStyleIdx="0" presStyleCnt="2">
        <dgm:presLayoutVars>
          <dgm:bulletEnabled val="1"/>
        </dgm:presLayoutVars>
      </dgm:prSet>
      <dgm:spPr/>
    </dgm:pt>
    <dgm:pt modelId="{FE619BF3-3C94-4084-AD07-9A1CF5DD1B90}" type="pres">
      <dgm:prSet presAssocID="{547F7940-88A1-410C-B099-9B36B9EBD39A}" presName="sibTrans" presStyleCnt="0"/>
      <dgm:spPr/>
    </dgm:pt>
    <dgm:pt modelId="{0488EA75-1227-4B58-8A33-D5D5DCB2D0A2}" type="pres">
      <dgm:prSet presAssocID="{2DBF3A78-D9ED-47BD-89F5-09829CB8CB95}" presName="node" presStyleLbl="node1" presStyleIdx="1" presStyleCnt="2">
        <dgm:presLayoutVars>
          <dgm:bulletEnabled val="1"/>
        </dgm:presLayoutVars>
      </dgm:prSet>
      <dgm:spPr/>
    </dgm:pt>
  </dgm:ptLst>
  <dgm:cxnLst>
    <dgm:cxn modelId="{D1511B11-05CE-4F84-A2FC-E90459FEDE5F}" type="presOf" srcId="{CA053DE0-353A-4354-BFCA-85BAEC5471FF}" destId="{A4E38925-41DB-4FAE-BF8C-03FC3A8C4404}" srcOrd="0" destOrd="0" presId="urn:microsoft.com/office/officeart/2005/8/layout/default"/>
    <dgm:cxn modelId="{01EE7042-6315-4F04-BB8F-1CA1C80E3843}" srcId="{63E96FE3-97E3-4A4C-9348-6DA8045FFE06}" destId="{CA053DE0-353A-4354-BFCA-85BAEC5471FF}" srcOrd="0" destOrd="0" parTransId="{2C56264C-764E-4714-A112-A3152939AE35}" sibTransId="{547F7940-88A1-410C-B099-9B36B9EBD39A}"/>
    <dgm:cxn modelId="{BB0C0059-A534-4738-B866-4FF764F73FC9}" type="presOf" srcId="{63E96FE3-97E3-4A4C-9348-6DA8045FFE06}" destId="{7CD8E77D-48FF-4419-AA6F-7E2A2319BDAF}" srcOrd="0" destOrd="0" presId="urn:microsoft.com/office/officeart/2005/8/layout/default"/>
    <dgm:cxn modelId="{FCE980B9-1CA5-4089-A032-A8587AC01E1C}" type="presOf" srcId="{2DBF3A78-D9ED-47BD-89F5-09829CB8CB95}" destId="{0488EA75-1227-4B58-8A33-D5D5DCB2D0A2}" srcOrd="0" destOrd="0" presId="urn:microsoft.com/office/officeart/2005/8/layout/default"/>
    <dgm:cxn modelId="{757015D3-56B6-48F8-9DAA-B8F8440C8B16}" srcId="{63E96FE3-97E3-4A4C-9348-6DA8045FFE06}" destId="{2DBF3A78-D9ED-47BD-89F5-09829CB8CB95}" srcOrd="1" destOrd="0" parTransId="{142853E2-D563-4D33-896C-1CCFF1CA3C5E}" sibTransId="{8FAD6EDB-2450-4234-9C26-653BD5804222}"/>
    <dgm:cxn modelId="{27D05702-3A36-4847-A3DF-AF7A98C80E9A}" type="presParOf" srcId="{7CD8E77D-48FF-4419-AA6F-7E2A2319BDAF}" destId="{A4E38925-41DB-4FAE-BF8C-03FC3A8C4404}" srcOrd="0" destOrd="0" presId="urn:microsoft.com/office/officeart/2005/8/layout/default"/>
    <dgm:cxn modelId="{47344F0C-0FF6-481A-9A41-0FE07BF9004A}" type="presParOf" srcId="{7CD8E77D-48FF-4419-AA6F-7E2A2319BDAF}" destId="{FE619BF3-3C94-4084-AD07-9A1CF5DD1B90}" srcOrd="1" destOrd="0" presId="urn:microsoft.com/office/officeart/2005/8/layout/default"/>
    <dgm:cxn modelId="{76AC7805-2F3C-4E64-9D0D-CDCDED25A9AA}" type="presParOf" srcId="{7CD8E77D-48FF-4419-AA6F-7E2A2319BDAF}" destId="{0488EA75-1227-4B58-8A33-D5D5DCB2D0A2}" srcOrd="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5D87CBEA-ADB1-4CA5-B2A2-20BAF4BDE5AE}" type="doc">
      <dgm:prSet loTypeId="urn:microsoft.com/office/officeart/2005/8/layout/default" loCatId="list" qsTypeId="urn:microsoft.com/office/officeart/2005/8/quickstyle/simple4" qsCatId="simple" csTypeId="urn:microsoft.com/office/officeart/2005/8/colors/accent1_2" csCatId="accent1"/>
      <dgm:spPr/>
      <dgm:t>
        <a:bodyPr/>
        <a:lstStyle/>
        <a:p>
          <a:endParaRPr lang="en-US"/>
        </a:p>
      </dgm:t>
    </dgm:pt>
    <dgm:pt modelId="{38203138-E414-4AAE-BF07-E09FD15F6123}">
      <dgm:prSet/>
      <dgm:spPr/>
      <dgm:t>
        <a:bodyPr/>
        <a:lstStyle/>
        <a:p>
          <a:r>
            <a:rPr lang="en-GB"/>
            <a:t>Importance of Personal Well-Being for Leadership</a:t>
          </a:r>
          <a:endParaRPr lang="en-US"/>
        </a:p>
      </dgm:t>
    </dgm:pt>
    <dgm:pt modelId="{7941FF76-9530-4C47-A8AF-4335072A7563}" type="parTrans" cxnId="{E70E94CE-5B75-413B-B758-4DFC063DF18C}">
      <dgm:prSet/>
      <dgm:spPr/>
      <dgm:t>
        <a:bodyPr/>
        <a:lstStyle/>
        <a:p>
          <a:endParaRPr lang="en-US"/>
        </a:p>
      </dgm:t>
    </dgm:pt>
    <dgm:pt modelId="{2827D72C-BA59-47E1-B674-9F757CC3955A}" type="sibTrans" cxnId="{E70E94CE-5B75-413B-B758-4DFC063DF18C}">
      <dgm:prSet/>
      <dgm:spPr/>
      <dgm:t>
        <a:bodyPr/>
        <a:lstStyle/>
        <a:p>
          <a:endParaRPr lang="en-US"/>
        </a:p>
      </dgm:t>
    </dgm:pt>
    <dgm:pt modelId="{B5949C24-355E-48AC-9C62-7904BB0283B6}">
      <dgm:prSet/>
      <dgm:spPr/>
      <dgm:t>
        <a:bodyPr/>
        <a:lstStyle/>
        <a:p>
          <a:r>
            <a:rPr lang="en-GB"/>
            <a:t>PERMA: A Framework for Well-Being</a:t>
          </a:r>
          <a:endParaRPr lang="en-US"/>
        </a:p>
      </dgm:t>
    </dgm:pt>
    <dgm:pt modelId="{187259C3-9563-4B97-AA18-6019AD804597}" type="parTrans" cxnId="{0DDF6B97-7104-4A8D-B074-9AB591D943A1}">
      <dgm:prSet/>
      <dgm:spPr/>
      <dgm:t>
        <a:bodyPr/>
        <a:lstStyle/>
        <a:p>
          <a:endParaRPr lang="en-US"/>
        </a:p>
      </dgm:t>
    </dgm:pt>
    <dgm:pt modelId="{CA6719DC-6762-482C-8D7C-A1E6570F8B48}" type="sibTrans" cxnId="{0DDF6B97-7104-4A8D-B074-9AB591D943A1}">
      <dgm:prSet/>
      <dgm:spPr/>
      <dgm:t>
        <a:bodyPr/>
        <a:lstStyle/>
        <a:p>
          <a:endParaRPr lang="en-US"/>
        </a:p>
      </dgm:t>
    </dgm:pt>
    <dgm:pt modelId="{294F3CEF-6699-4E38-A334-A856593C4C78}">
      <dgm:prSet/>
      <dgm:spPr/>
      <dgm:t>
        <a:bodyPr/>
        <a:lstStyle/>
        <a:p>
          <a:r>
            <a:rPr lang="en-GB"/>
            <a:t>Appreciative Inquiry: Focus on Strengths</a:t>
          </a:r>
          <a:endParaRPr lang="en-US"/>
        </a:p>
      </dgm:t>
    </dgm:pt>
    <dgm:pt modelId="{5BEF9478-F86B-4653-95F0-430EA0A007DC}" type="parTrans" cxnId="{AB9E5FC8-910D-43A8-85A9-C811E019BE43}">
      <dgm:prSet/>
      <dgm:spPr/>
      <dgm:t>
        <a:bodyPr/>
        <a:lstStyle/>
        <a:p>
          <a:endParaRPr lang="en-US"/>
        </a:p>
      </dgm:t>
    </dgm:pt>
    <dgm:pt modelId="{4E26F059-F528-417F-B351-53DB3B399208}" type="sibTrans" cxnId="{AB9E5FC8-910D-43A8-85A9-C811E019BE43}">
      <dgm:prSet/>
      <dgm:spPr/>
      <dgm:t>
        <a:bodyPr/>
        <a:lstStyle/>
        <a:p>
          <a:endParaRPr lang="en-US"/>
        </a:p>
      </dgm:t>
    </dgm:pt>
    <dgm:pt modelId="{49FAC346-38B7-47DF-A626-CFAFF5DFD3CE}">
      <dgm:prSet/>
      <dgm:spPr/>
      <dgm:t>
        <a:bodyPr/>
        <a:lstStyle/>
        <a:p>
          <a:r>
            <a:rPr lang="en-GB"/>
            <a:t>Crafting Your School's Well-Being Action Plan</a:t>
          </a:r>
          <a:endParaRPr lang="en-US"/>
        </a:p>
      </dgm:t>
    </dgm:pt>
    <dgm:pt modelId="{B6AAB0EB-44A5-48BE-BA00-E789F7A197EA}" type="parTrans" cxnId="{59F26BEA-A471-4DD6-A4F1-B456E036AF71}">
      <dgm:prSet/>
      <dgm:spPr/>
      <dgm:t>
        <a:bodyPr/>
        <a:lstStyle/>
        <a:p>
          <a:endParaRPr lang="en-US"/>
        </a:p>
      </dgm:t>
    </dgm:pt>
    <dgm:pt modelId="{C8A61012-ADC7-49D6-89D7-5DDB45A7E7F8}" type="sibTrans" cxnId="{59F26BEA-A471-4DD6-A4F1-B456E036AF71}">
      <dgm:prSet/>
      <dgm:spPr/>
      <dgm:t>
        <a:bodyPr/>
        <a:lstStyle/>
        <a:p>
          <a:endParaRPr lang="en-US"/>
        </a:p>
      </dgm:t>
    </dgm:pt>
    <dgm:pt modelId="{EE7C18E6-B5C4-4A40-A92E-EDD294C72B88}" type="pres">
      <dgm:prSet presAssocID="{5D87CBEA-ADB1-4CA5-B2A2-20BAF4BDE5AE}" presName="diagram" presStyleCnt="0">
        <dgm:presLayoutVars>
          <dgm:dir/>
          <dgm:resizeHandles val="exact"/>
        </dgm:presLayoutVars>
      </dgm:prSet>
      <dgm:spPr/>
    </dgm:pt>
    <dgm:pt modelId="{D8B3FCD6-82D3-4233-8969-56CB85B73631}" type="pres">
      <dgm:prSet presAssocID="{38203138-E414-4AAE-BF07-E09FD15F6123}" presName="node" presStyleLbl="node1" presStyleIdx="0" presStyleCnt="4">
        <dgm:presLayoutVars>
          <dgm:bulletEnabled val="1"/>
        </dgm:presLayoutVars>
      </dgm:prSet>
      <dgm:spPr/>
    </dgm:pt>
    <dgm:pt modelId="{952C2668-A24C-4097-B31D-DF099C55CF2D}" type="pres">
      <dgm:prSet presAssocID="{2827D72C-BA59-47E1-B674-9F757CC3955A}" presName="sibTrans" presStyleCnt="0"/>
      <dgm:spPr/>
    </dgm:pt>
    <dgm:pt modelId="{B38796CC-EE16-4660-90B2-BA1EB6E628DD}" type="pres">
      <dgm:prSet presAssocID="{B5949C24-355E-48AC-9C62-7904BB0283B6}" presName="node" presStyleLbl="node1" presStyleIdx="1" presStyleCnt="4">
        <dgm:presLayoutVars>
          <dgm:bulletEnabled val="1"/>
        </dgm:presLayoutVars>
      </dgm:prSet>
      <dgm:spPr/>
    </dgm:pt>
    <dgm:pt modelId="{5F9D90C1-AA89-427B-B64A-EED40F8B6E8E}" type="pres">
      <dgm:prSet presAssocID="{CA6719DC-6762-482C-8D7C-A1E6570F8B48}" presName="sibTrans" presStyleCnt="0"/>
      <dgm:spPr/>
    </dgm:pt>
    <dgm:pt modelId="{6622521F-DDB7-43B1-A937-55E5352368A0}" type="pres">
      <dgm:prSet presAssocID="{294F3CEF-6699-4E38-A334-A856593C4C78}" presName="node" presStyleLbl="node1" presStyleIdx="2" presStyleCnt="4">
        <dgm:presLayoutVars>
          <dgm:bulletEnabled val="1"/>
        </dgm:presLayoutVars>
      </dgm:prSet>
      <dgm:spPr/>
    </dgm:pt>
    <dgm:pt modelId="{A0EAE6DF-80D5-459F-9832-E5B7952F3E36}" type="pres">
      <dgm:prSet presAssocID="{4E26F059-F528-417F-B351-53DB3B399208}" presName="sibTrans" presStyleCnt="0"/>
      <dgm:spPr/>
    </dgm:pt>
    <dgm:pt modelId="{CF9714E6-2D31-446C-BD0C-F7DC4DF7D166}" type="pres">
      <dgm:prSet presAssocID="{49FAC346-38B7-47DF-A626-CFAFF5DFD3CE}" presName="node" presStyleLbl="node1" presStyleIdx="3" presStyleCnt="4">
        <dgm:presLayoutVars>
          <dgm:bulletEnabled val="1"/>
        </dgm:presLayoutVars>
      </dgm:prSet>
      <dgm:spPr/>
    </dgm:pt>
  </dgm:ptLst>
  <dgm:cxnLst>
    <dgm:cxn modelId="{DD2FFA3E-6312-4AB9-8A43-130112CB085B}" type="presOf" srcId="{B5949C24-355E-48AC-9C62-7904BB0283B6}" destId="{B38796CC-EE16-4660-90B2-BA1EB6E628DD}" srcOrd="0" destOrd="0" presId="urn:microsoft.com/office/officeart/2005/8/layout/default"/>
    <dgm:cxn modelId="{E8D4F568-0361-4C7F-A627-23C9C779FA89}" type="presOf" srcId="{294F3CEF-6699-4E38-A334-A856593C4C78}" destId="{6622521F-DDB7-43B1-A937-55E5352368A0}" srcOrd="0" destOrd="0" presId="urn:microsoft.com/office/officeart/2005/8/layout/default"/>
    <dgm:cxn modelId="{2857B16A-A25E-4C83-AEAF-545842E9E6FC}" type="presOf" srcId="{5D87CBEA-ADB1-4CA5-B2A2-20BAF4BDE5AE}" destId="{EE7C18E6-B5C4-4A40-A92E-EDD294C72B88}" srcOrd="0" destOrd="0" presId="urn:microsoft.com/office/officeart/2005/8/layout/default"/>
    <dgm:cxn modelId="{0DDF6B97-7104-4A8D-B074-9AB591D943A1}" srcId="{5D87CBEA-ADB1-4CA5-B2A2-20BAF4BDE5AE}" destId="{B5949C24-355E-48AC-9C62-7904BB0283B6}" srcOrd="1" destOrd="0" parTransId="{187259C3-9563-4B97-AA18-6019AD804597}" sibTransId="{CA6719DC-6762-482C-8D7C-A1E6570F8B48}"/>
    <dgm:cxn modelId="{AB9E5FC8-910D-43A8-85A9-C811E019BE43}" srcId="{5D87CBEA-ADB1-4CA5-B2A2-20BAF4BDE5AE}" destId="{294F3CEF-6699-4E38-A334-A856593C4C78}" srcOrd="2" destOrd="0" parTransId="{5BEF9478-F86B-4653-95F0-430EA0A007DC}" sibTransId="{4E26F059-F528-417F-B351-53DB3B399208}"/>
    <dgm:cxn modelId="{E70E94CE-5B75-413B-B758-4DFC063DF18C}" srcId="{5D87CBEA-ADB1-4CA5-B2A2-20BAF4BDE5AE}" destId="{38203138-E414-4AAE-BF07-E09FD15F6123}" srcOrd="0" destOrd="0" parTransId="{7941FF76-9530-4C47-A8AF-4335072A7563}" sibTransId="{2827D72C-BA59-47E1-B674-9F757CC3955A}"/>
    <dgm:cxn modelId="{59F26BEA-A471-4DD6-A4F1-B456E036AF71}" srcId="{5D87CBEA-ADB1-4CA5-B2A2-20BAF4BDE5AE}" destId="{49FAC346-38B7-47DF-A626-CFAFF5DFD3CE}" srcOrd="3" destOrd="0" parTransId="{B6AAB0EB-44A5-48BE-BA00-E789F7A197EA}" sibTransId="{C8A61012-ADC7-49D6-89D7-5DDB45A7E7F8}"/>
    <dgm:cxn modelId="{8B7766F3-066E-4349-8CC4-465947D1452C}" type="presOf" srcId="{38203138-E414-4AAE-BF07-E09FD15F6123}" destId="{D8B3FCD6-82D3-4233-8969-56CB85B73631}" srcOrd="0" destOrd="0" presId="urn:microsoft.com/office/officeart/2005/8/layout/default"/>
    <dgm:cxn modelId="{8FB0F4F7-BD0D-41E6-88E4-0CC89ECF96FD}" type="presOf" srcId="{49FAC346-38B7-47DF-A626-CFAFF5DFD3CE}" destId="{CF9714E6-2D31-446C-BD0C-F7DC4DF7D166}" srcOrd="0" destOrd="0" presId="urn:microsoft.com/office/officeart/2005/8/layout/default"/>
    <dgm:cxn modelId="{5163037F-8816-4BC9-8302-C1B25B3F1854}" type="presParOf" srcId="{EE7C18E6-B5C4-4A40-A92E-EDD294C72B88}" destId="{D8B3FCD6-82D3-4233-8969-56CB85B73631}" srcOrd="0" destOrd="0" presId="urn:microsoft.com/office/officeart/2005/8/layout/default"/>
    <dgm:cxn modelId="{7BACD667-ECE5-436E-BE39-48A0C72EDD2E}" type="presParOf" srcId="{EE7C18E6-B5C4-4A40-A92E-EDD294C72B88}" destId="{952C2668-A24C-4097-B31D-DF099C55CF2D}" srcOrd="1" destOrd="0" presId="urn:microsoft.com/office/officeart/2005/8/layout/default"/>
    <dgm:cxn modelId="{630A00DF-2E9E-431E-BCCB-C59B4946ACF7}" type="presParOf" srcId="{EE7C18E6-B5C4-4A40-A92E-EDD294C72B88}" destId="{B38796CC-EE16-4660-90B2-BA1EB6E628DD}" srcOrd="2" destOrd="0" presId="urn:microsoft.com/office/officeart/2005/8/layout/default"/>
    <dgm:cxn modelId="{06E07FE4-033C-4471-B0FD-8EB54B568FDA}" type="presParOf" srcId="{EE7C18E6-B5C4-4A40-A92E-EDD294C72B88}" destId="{5F9D90C1-AA89-427B-B64A-EED40F8B6E8E}" srcOrd="3" destOrd="0" presId="urn:microsoft.com/office/officeart/2005/8/layout/default"/>
    <dgm:cxn modelId="{22859DF1-DDC9-4CFC-9980-791883706FA0}" type="presParOf" srcId="{EE7C18E6-B5C4-4A40-A92E-EDD294C72B88}" destId="{6622521F-DDB7-43B1-A937-55E5352368A0}" srcOrd="4" destOrd="0" presId="urn:microsoft.com/office/officeart/2005/8/layout/default"/>
    <dgm:cxn modelId="{49102212-6BB8-4334-BF01-3BAEF743F778}" type="presParOf" srcId="{EE7C18E6-B5C4-4A40-A92E-EDD294C72B88}" destId="{A0EAE6DF-80D5-459F-9832-E5B7952F3E36}" srcOrd="5" destOrd="0" presId="urn:microsoft.com/office/officeart/2005/8/layout/default"/>
    <dgm:cxn modelId="{2422553B-8B31-41F7-9B23-A802B40E416D}" type="presParOf" srcId="{EE7C18E6-B5C4-4A40-A92E-EDD294C72B88}" destId="{CF9714E6-2D31-446C-BD0C-F7DC4DF7D166}"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0CF5E7-4E37-4683-B71E-7A049C6A7EB7}">
      <dsp:nvSpPr>
        <dsp:cNvPr id="0" name=""/>
        <dsp:cNvSpPr/>
      </dsp:nvSpPr>
      <dsp:spPr>
        <a:xfrm>
          <a:off x="0" y="1407"/>
          <a:ext cx="7886700" cy="59979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AB0063-AC26-498B-97E0-B6300A1758AF}">
      <dsp:nvSpPr>
        <dsp:cNvPr id="0" name=""/>
        <dsp:cNvSpPr/>
      </dsp:nvSpPr>
      <dsp:spPr>
        <a:xfrm>
          <a:off x="181438" y="136361"/>
          <a:ext cx="329887" cy="3298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F10925-2D90-4A0C-9E0F-C540A8B16601}">
      <dsp:nvSpPr>
        <dsp:cNvPr id="0" name=""/>
        <dsp:cNvSpPr/>
      </dsp:nvSpPr>
      <dsp:spPr>
        <a:xfrm>
          <a:off x="692764" y="1407"/>
          <a:ext cx="71939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90000"/>
            </a:lnSpc>
            <a:spcBef>
              <a:spcPct val="0"/>
            </a:spcBef>
            <a:spcAft>
              <a:spcPct val="35000"/>
            </a:spcAft>
            <a:buNone/>
          </a:pPr>
          <a:r>
            <a:rPr lang="en-GB" sz="1900" kern="1200"/>
            <a:t>Understand Positive Psychology</a:t>
          </a:r>
          <a:endParaRPr lang="en-US" sz="1900" kern="1200"/>
        </a:p>
      </dsp:txBody>
      <dsp:txXfrm>
        <a:off x="692764" y="1407"/>
        <a:ext cx="7193935" cy="599796"/>
      </dsp:txXfrm>
    </dsp:sp>
    <dsp:sp modelId="{11829D38-D027-4A1A-BCB4-5459EDD96097}">
      <dsp:nvSpPr>
        <dsp:cNvPr id="0" name=""/>
        <dsp:cNvSpPr/>
      </dsp:nvSpPr>
      <dsp:spPr>
        <a:xfrm>
          <a:off x="0" y="751152"/>
          <a:ext cx="7886700" cy="59979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982F05-EF0B-419B-8142-1F993F2939F9}">
      <dsp:nvSpPr>
        <dsp:cNvPr id="0" name=""/>
        <dsp:cNvSpPr/>
      </dsp:nvSpPr>
      <dsp:spPr>
        <a:xfrm>
          <a:off x="181438" y="886107"/>
          <a:ext cx="329887" cy="3298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266B42-8097-4842-9A45-BE0915F4A437}">
      <dsp:nvSpPr>
        <dsp:cNvPr id="0" name=""/>
        <dsp:cNvSpPr/>
      </dsp:nvSpPr>
      <dsp:spPr>
        <a:xfrm>
          <a:off x="692764" y="751152"/>
          <a:ext cx="71939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90000"/>
            </a:lnSpc>
            <a:spcBef>
              <a:spcPct val="0"/>
            </a:spcBef>
            <a:spcAft>
              <a:spcPct val="35000"/>
            </a:spcAft>
            <a:buNone/>
          </a:pPr>
          <a:r>
            <a:rPr lang="en-GB" sz="1900" kern="1200"/>
            <a:t>Learn about the PERMA Model</a:t>
          </a:r>
          <a:endParaRPr lang="en-US" sz="1900" kern="1200"/>
        </a:p>
      </dsp:txBody>
      <dsp:txXfrm>
        <a:off x="692764" y="751152"/>
        <a:ext cx="7193935" cy="599796"/>
      </dsp:txXfrm>
    </dsp:sp>
    <dsp:sp modelId="{79B5CC38-74B1-4AB7-BF3F-24E2D4AB884E}">
      <dsp:nvSpPr>
        <dsp:cNvPr id="0" name=""/>
        <dsp:cNvSpPr/>
      </dsp:nvSpPr>
      <dsp:spPr>
        <a:xfrm>
          <a:off x="0" y="1500898"/>
          <a:ext cx="7886700" cy="59979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D769CE-CAD9-49A4-A2C8-DE11C33F4347}">
      <dsp:nvSpPr>
        <dsp:cNvPr id="0" name=""/>
        <dsp:cNvSpPr/>
      </dsp:nvSpPr>
      <dsp:spPr>
        <a:xfrm>
          <a:off x="181438" y="1635852"/>
          <a:ext cx="329887" cy="3298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0F24B84-3602-4F13-908C-95BEA9AD2B4C}">
      <dsp:nvSpPr>
        <dsp:cNvPr id="0" name=""/>
        <dsp:cNvSpPr/>
      </dsp:nvSpPr>
      <dsp:spPr>
        <a:xfrm>
          <a:off x="692764" y="1500898"/>
          <a:ext cx="71939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90000"/>
            </a:lnSpc>
            <a:spcBef>
              <a:spcPct val="0"/>
            </a:spcBef>
            <a:spcAft>
              <a:spcPct val="35000"/>
            </a:spcAft>
            <a:buNone/>
          </a:pPr>
          <a:r>
            <a:rPr lang="en-GB" sz="1900" kern="1200"/>
            <a:t>Explore Innate Predispositions for Joy</a:t>
          </a:r>
          <a:endParaRPr lang="en-US" sz="1900" kern="1200"/>
        </a:p>
      </dsp:txBody>
      <dsp:txXfrm>
        <a:off x="692764" y="1500898"/>
        <a:ext cx="7193935" cy="599796"/>
      </dsp:txXfrm>
    </dsp:sp>
    <dsp:sp modelId="{9D1EF035-EC21-4926-B43A-BB1447730D53}">
      <dsp:nvSpPr>
        <dsp:cNvPr id="0" name=""/>
        <dsp:cNvSpPr/>
      </dsp:nvSpPr>
      <dsp:spPr>
        <a:xfrm>
          <a:off x="0" y="2250643"/>
          <a:ext cx="7886700" cy="59979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A14FD8-05FE-429F-BFD5-EE863B3F2930}">
      <dsp:nvSpPr>
        <dsp:cNvPr id="0" name=""/>
        <dsp:cNvSpPr/>
      </dsp:nvSpPr>
      <dsp:spPr>
        <a:xfrm>
          <a:off x="181438" y="2385597"/>
          <a:ext cx="329887" cy="32988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765738-B0DB-48FC-9480-7E1FB91F28FC}">
      <dsp:nvSpPr>
        <dsp:cNvPr id="0" name=""/>
        <dsp:cNvSpPr/>
      </dsp:nvSpPr>
      <dsp:spPr>
        <a:xfrm>
          <a:off x="692764" y="2250643"/>
          <a:ext cx="71939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90000"/>
            </a:lnSpc>
            <a:spcBef>
              <a:spcPct val="0"/>
            </a:spcBef>
            <a:spcAft>
              <a:spcPct val="35000"/>
            </a:spcAft>
            <a:buNone/>
          </a:pPr>
          <a:r>
            <a:rPr lang="en-GB" sz="1900" kern="1200"/>
            <a:t>Participate in an Interactive Activity</a:t>
          </a:r>
          <a:endParaRPr lang="en-US" sz="1900" kern="1200"/>
        </a:p>
      </dsp:txBody>
      <dsp:txXfrm>
        <a:off x="692764" y="2250643"/>
        <a:ext cx="7193935" cy="599796"/>
      </dsp:txXfrm>
    </dsp:sp>
    <dsp:sp modelId="{B0DB5C01-2009-462A-8231-2C05B8B0B9AD}">
      <dsp:nvSpPr>
        <dsp:cNvPr id="0" name=""/>
        <dsp:cNvSpPr/>
      </dsp:nvSpPr>
      <dsp:spPr>
        <a:xfrm>
          <a:off x="0" y="3000388"/>
          <a:ext cx="7886700" cy="59979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7DD318-289A-4571-A561-01ED12261AFD}">
      <dsp:nvSpPr>
        <dsp:cNvPr id="0" name=""/>
        <dsp:cNvSpPr/>
      </dsp:nvSpPr>
      <dsp:spPr>
        <a:xfrm>
          <a:off x="181438" y="3135342"/>
          <a:ext cx="329887" cy="32988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2D3808-FA7F-42B6-9871-AEB791FD382D}">
      <dsp:nvSpPr>
        <dsp:cNvPr id="0" name=""/>
        <dsp:cNvSpPr/>
      </dsp:nvSpPr>
      <dsp:spPr>
        <a:xfrm>
          <a:off x="692764" y="3000388"/>
          <a:ext cx="71939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90000"/>
            </a:lnSpc>
            <a:spcBef>
              <a:spcPct val="0"/>
            </a:spcBef>
            <a:spcAft>
              <a:spcPct val="35000"/>
            </a:spcAft>
            <a:buNone/>
          </a:pPr>
          <a:r>
            <a:rPr lang="en-GB" sz="1900" kern="1200"/>
            <a:t>Introduction to Appreciative Inquiry</a:t>
          </a:r>
          <a:endParaRPr lang="en-US" sz="1900" kern="1200"/>
        </a:p>
      </dsp:txBody>
      <dsp:txXfrm>
        <a:off x="692764" y="3000388"/>
        <a:ext cx="7193935" cy="599796"/>
      </dsp:txXfrm>
    </dsp:sp>
    <dsp:sp modelId="{83CF001E-091D-44B8-900D-623E5180F852}">
      <dsp:nvSpPr>
        <dsp:cNvPr id="0" name=""/>
        <dsp:cNvSpPr/>
      </dsp:nvSpPr>
      <dsp:spPr>
        <a:xfrm>
          <a:off x="0" y="3750134"/>
          <a:ext cx="7886700" cy="59979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1FE470-E269-4DC7-AC36-4B068A7DA2DF}">
      <dsp:nvSpPr>
        <dsp:cNvPr id="0" name=""/>
        <dsp:cNvSpPr/>
      </dsp:nvSpPr>
      <dsp:spPr>
        <a:xfrm>
          <a:off x="181438" y="3885088"/>
          <a:ext cx="329887" cy="329887"/>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EE4A2BF-8E47-49B0-A824-B7F24F616601}">
      <dsp:nvSpPr>
        <dsp:cNvPr id="0" name=""/>
        <dsp:cNvSpPr/>
      </dsp:nvSpPr>
      <dsp:spPr>
        <a:xfrm>
          <a:off x="692764" y="3750134"/>
          <a:ext cx="71939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90000"/>
            </a:lnSpc>
            <a:spcBef>
              <a:spcPct val="0"/>
            </a:spcBef>
            <a:spcAft>
              <a:spcPct val="35000"/>
            </a:spcAft>
            <a:buNone/>
          </a:pPr>
          <a:r>
            <a:rPr lang="en-GB" sz="1900" kern="1200"/>
            <a:t>Further Reading and Resources</a:t>
          </a:r>
          <a:endParaRPr lang="en-US" sz="1900" kern="1200"/>
        </a:p>
      </dsp:txBody>
      <dsp:txXfrm>
        <a:off x="692764" y="3750134"/>
        <a:ext cx="7193935" cy="5997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BC2A24-B574-4E65-B8A1-6AEC3BC89C25}">
      <dsp:nvSpPr>
        <dsp:cNvPr id="0" name=""/>
        <dsp:cNvSpPr/>
      </dsp:nvSpPr>
      <dsp:spPr>
        <a:xfrm>
          <a:off x="855798" y="1066"/>
          <a:ext cx="2174602" cy="130476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a:t>The Juggling Act: Responsibilities and Stresses</a:t>
          </a:r>
          <a:endParaRPr lang="en-US" sz="2300" kern="1200"/>
        </a:p>
      </dsp:txBody>
      <dsp:txXfrm>
        <a:off x="855798" y="1066"/>
        <a:ext cx="2174602" cy="1304761"/>
      </dsp:txXfrm>
    </dsp:sp>
    <dsp:sp modelId="{D454F243-741F-43B6-8685-E634552E4413}">
      <dsp:nvSpPr>
        <dsp:cNvPr id="0" name=""/>
        <dsp:cNvSpPr/>
      </dsp:nvSpPr>
      <dsp:spPr>
        <a:xfrm>
          <a:off x="855798" y="1523288"/>
          <a:ext cx="2174602" cy="130476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a:t>Impact on Teachers and Students</a:t>
          </a:r>
          <a:endParaRPr lang="en-US" sz="2300" kern="1200"/>
        </a:p>
      </dsp:txBody>
      <dsp:txXfrm>
        <a:off x="855798" y="1523288"/>
        <a:ext cx="2174602" cy="1304761"/>
      </dsp:txXfrm>
    </dsp:sp>
    <dsp:sp modelId="{4AF90214-1361-4B53-B240-2EA050E757D7}">
      <dsp:nvSpPr>
        <dsp:cNvPr id="0" name=""/>
        <dsp:cNvSpPr/>
      </dsp:nvSpPr>
      <dsp:spPr>
        <a:xfrm>
          <a:off x="855798" y="3045509"/>
          <a:ext cx="2174602" cy="130476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a:t>Why We Can't Ignore Well-being</a:t>
          </a:r>
          <a:endParaRPr lang="en-US" sz="2300" kern="1200"/>
        </a:p>
      </dsp:txBody>
      <dsp:txXfrm>
        <a:off x="855798" y="3045509"/>
        <a:ext cx="2174602" cy="130476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920B1F-9AAE-40BB-98D4-A7E98FBED84C}">
      <dsp:nvSpPr>
        <dsp:cNvPr id="0" name=""/>
        <dsp:cNvSpPr/>
      </dsp:nvSpPr>
      <dsp:spPr>
        <a:xfrm>
          <a:off x="530099" y="893169"/>
          <a:ext cx="1406812" cy="1406812"/>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3DDB4D-21A9-4424-971B-C268D83CE794}">
      <dsp:nvSpPr>
        <dsp:cNvPr id="0" name=""/>
        <dsp:cNvSpPr/>
      </dsp:nvSpPr>
      <dsp:spPr>
        <a:xfrm>
          <a:off x="829912" y="1192981"/>
          <a:ext cx="807187" cy="8071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FB8F981-2D42-4B5E-928E-59ACB8EEE0EC}">
      <dsp:nvSpPr>
        <dsp:cNvPr id="0" name=""/>
        <dsp:cNvSpPr/>
      </dsp:nvSpPr>
      <dsp:spPr>
        <a:xfrm>
          <a:off x="80381" y="2738169"/>
          <a:ext cx="23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GB" sz="1900" kern="1200"/>
            <a:t>Beyond the Medical Model</a:t>
          </a:r>
          <a:endParaRPr lang="en-US" sz="1900" kern="1200"/>
        </a:p>
      </dsp:txBody>
      <dsp:txXfrm>
        <a:off x="80381" y="2738169"/>
        <a:ext cx="2306250" cy="720000"/>
      </dsp:txXfrm>
    </dsp:sp>
    <dsp:sp modelId="{60AC5F8A-7458-424A-9CD7-A31E9277BDF0}">
      <dsp:nvSpPr>
        <dsp:cNvPr id="0" name=""/>
        <dsp:cNvSpPr/>
      </dsp:nvSpPr>
      <dsp:spPr>
        <a:xfrm>
          <a:off x="3239943" y="893169"/>
          <a:ext cx="1406812" cy="1406812"/>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A6207D-0CB0-4506-94D1-61F0A73087B5}">
      <dsp:nvSpPr>
        <dsp:cNvPr id="0" name=""/>
        <dsp:cNvSpPr/>
      </dsp:nvSpPr>
      <dsp:spPr>
        <a:xfrm>
          <a:off x="3539756" y="1192981"/>
          <a:ext cx="807187" cy="8071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36DC18A-453A-4C1A-A995-78989BB81C59}">
      <dsp:nvSpPr>
        <dsp:cNvPr id="0" name=""/>
        <dsp:cNvSpPr/>
      </dsp:nvSpPr>
      <dsp:spPr>
        <a:xfrm>
          <a:off x="2790224" y="2738169"/>
          <a:ext cx="23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GB" sz="1900" kern="1200"/>
            <a:t>The Study of Human Flourishing</a:t>
          </a:r>
          <a:endParaRPr lang="en-US" sz="1900" kern="1200"/>
        </a:p>
      </dsp:txBody>
      <dsp:txXfrm>
        <a:off x="2790224" y="2738169"/>
        <a:ext cx="2306250" cy="720000"/>
      </dsp:txXfrm>
    </dsp:sp>
    <dsp:sp modelId="{7D7AB81A-82F5-4AC5-90CF-3010DFEBE22F}">
      <dsp:nvSpPr>
        <dsp:cNvPr id="0" name=""/>
        <dsp:cNvSpPr/>
      </dsp:nvSpPr>
      <dsp:spPr>
        <a:xfrm>
          <a:off x="5949787" y="893169"/>
          <a:ext cx="1406812" cy="1406812"/>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02CD21-C271-42A2-A390-79C1BAC0D3A7}">
      <dsp:nvSpPr>
        <dsp:cNvPr id="0" name=""/>
        <dsp:cNvSpPr/>
      </dsp:nvSpPr>
      <dsp:spPr>
        <a:xfrm>
          <a:off x="6249600" y="1192981"/>
          <a:ext cx="807187" cy="8071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780E73E-A4EA-4AA6-8E1F-230F4DF42FA7}">
      <dsp:nvSpPr>
        <dsp:cNvPr id="0" name=""/>
        <dsp:cNvSpPr/>
      </dsp:nvSpPr>
      <dsp:spPr>
        <a:xfrm>
          <a:off x="5500068" y="2738169"/>
          <a:ext cx="23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GB" sz="1900" kern="1200"/>
            <a:t>The Science of Well-being</a:t>
          </a:r>
          <a:endParaRPr lang="en-US" sz="1900" kern="1200"/>
        </a:p>
      </dsp:txBody>
      <dsp:txXfrm>
        <a:off x="5500068" y="2738169"/>
        <a:ext cx="230625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025B10-E6D4-48E2-861C-1A3B53EE842B}">
      <dsp:nvSpPr>
        <dsp:cNvPr id="0" name=""/>
        <dsp:cNvSpPr/>
      </dsp:nvSpPr>
      <dsp:spPr>
        <a:xfrm>
          <a:off x="0" y="3399"/>
          <a:ext cx="7886700" cy="72408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A8014C-2991-48E9-A66E-2A294A7F77A4}">
      <dsp:nvSpPr>
        <dsp:cNvPr id="0" name=""/>
        <dsp:cNvSpPr/>
      </dsp:nvSpPr>
      <dsp:spPr>
        <a:xfrm>
          <a:off x="219037" y="166319"/>
          <a:ext cx="398249" cy="3982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A4AE6A-E4BB-49C5-A1E2-363E1754BCFB}">
      <dsp:nvSpPr>
        <dsp:cNvPr id="0" name=""/>
        <dsp:cNvSpPr/>
      </dsp:nvSpPr>
      <dsp:spPr>
        <a:xfrm>
          <a:off x="836323" y="3399"/>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en-GB" sz="1900" kern="1200"/>
            <a:t>P: Positive Emotion</a:t>
          </a:r>
          <a:endParaRPr lang="en-US" sz="1900" kern="1200"/>
        </a:p>
      </dsp:txBody>
      <dsp:txXfrm>
        <a:off x="836323" y="3399"/>
        <a:ext cx="7050376" cy="724089"/>
      </dsp:txXfrm>
    </dsp:sp>
    <dsp:sp modelId="{F12BCE71-8A1D-4613-873B-F8E9245B3AC6}">
      <dsp:nvSpPr>
        <dsp:cNvPr id="0" name=""/>
        <dsp:cNvSpPr/>
      </dsp:nvSpPr>
      <dsp:spPr>
        <a:xfrm>
          <a:off x="0" y="908511"/>
          <a:ext cx="7886700" cy="72408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1CEB71-C428-4775-90A5-C3215F239B2D}">
      <dsp:nvSpPr>
        <dsp:cNvPr id="0" name=""/>
        <dsp:cNvSpPr/>
      </dsp:nvSpPr>
      <dsp:spPr>
        <a:xfrm>
          <a:off x="219037" y="1071431"/>
          <a:ext cx="398249" cy="3982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B9C4AE-1B0C-4867-BCDF-7A806458B0E7}">
      <dsp:nvSpPr>
        <dsp:cNvPr id="0" name=""/>
        <dsp:cNvSpPr/>
      </dsp:nvSpPr>
      <dsp:spPr>
        <a:xfrm>
          <a:off x="836323" y="908511"/>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en-GB" sz="1900" kern="1200"/>
            <a:t>E: Engagement</a:t>
          </a:r>
          <a:endParaRPr lang="en-US" sz="1900" kern="1200"/>
        </a:p>
      </dsp:txBody>
      <dsp:txXfrm>
        <a:off x="836323" y="908511"/>
        <a:ext cx="7050376" cy="724089"/>
      </dsp:txXfrm>
    </dsp:sp>
    <dsp:sp modelId="{A61E158A-8D35-4DD3-8B59-846FA798B71F}">
      <dsp:nvSpPr>
        <dsp:cNvPr id="0" name=""/>
        <dsp:cNvSpPr/>
      </dsp:nvSpPr>
      <dsp:spPr>
        <a:xfrm>
          <a:off x="0" y="1813624"/>
          <a:ext cx="7886700" cy="72408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F80A2C-C982-4B16-85E9-A5F7D2E8F9C4}">
      <dsp:nvSpPr>
        <dsp:cNvPr id="0" name=""/>
        <dsp:cNvSpPr/>
      </dsp:nvSpPr>
      <dsp:spPr>
        <a:xfrm>
          <a:off x="219037" y="1976544"/>
          <a:ext cx="398249" cy="3982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861ACB4-5C6B-4D39-AA32-455A041C8E53}">
      <dsp:nvSpPr>
        <dsp:cNvPr id="0" name=""/>
        <dsp:cNvSpPr/>
      </dsp:nvSpPr>
      <dsp:spPr>
        <a:xfrm>
          <a:off x="836323" y="1813624"/>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en-GB" sz="1900" kern="1200"/>
            <a:t>R: Relationships</a:t>
          </a:r>
          <a:endParaRPr lang="en-US" sz="1900" kern="1200"/>
        </a:p>
      </dsp:txBody>
      <dsp:txXfrm>
        <a:off x="836323" y="1813624"/>
        <a:ext cx="7050376" cy="724089"/>
      </dsp:txXfrm>
    </dsp:sp>
    <dsp:sp modelId="{CA385BE7-3172-438A-8599-E474B124AFE5}">
      <dsp:nvSpPr>
        <dsp:cNvPr id="0" name=""/>
        <dsp:cNvSpPr/>
      </dsp:nvSpPr>
      <dsp:spPr>
        <a:xfrm>
          <a:off x="0" y="2718736"/>
          <a:ext cx="7886700" cy="72408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ABE292-61AC-479D-A564-F8F889FFD90D}">
      <dsp:nvSpPr>
        <dsp:cNvPr id="0" name=""/>
        <dsp:cNvSpPr/>
      </dsp:nvSpPr>
      <dsp:spPr>
        <a:xfrm>
          <a:off x="219037" y="2881656"/>
          <a:ext cx="398249" cy="3982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8A4B79A-1746-4AB5-B482-7A332818A2F0}">
      <dsp:nvSpPr>
        <dsp:cNvPr id="0" name=""/>
        <dsp:cNvSpPr/>
      </dsp:nvSpPr>
      <dsp:spPr>
        <a:xfrm>
          <a:off x="836323" y="2718736"/>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en-GB" sz="1900" kern="1200"/>
            <a:t>M: Meaning</a:t>
          </a:r>
          <a:endParaRPr lang="en-US" sz="1900" kern="1200"/>
        </a:p>
      </dsp:txBody>
      <dsp:txXfrm>
        <a:off x="836323" y="2718736"/>
        <a:ext cx="7050376" cy="724089"/>
      </dsp:txXfrm>
    </dsp:sp>
    <dsp:sp modelId="{5913BCFE-163E-4088-B506-62B0DFF548F0}">
      <dsp:nvSpPr>
        <dsp:cNvPr id="0" name=""/>
        <dsp:cNvSpPr/>
      </dsp:nvSpPr>
      <dsp:spPr>
        <a:xfrm>
          <a:off x="0" y="3623848"/>
          <a:ext cx="7886700" cy="72408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739DB3-225A-4DC2-B6F8-D2B19E6B5406}">
      <dsp:nvSpPr>
        <dsp:cNvPr id="0" name=""/>
        <dsp:cNvSpPr/>
      </dsp:nvSpPr>
      <dsp:spPr>
        <a:xfrm>
          <a:off x="219037" y="3786768"/>
          <a:ext cx="398249" cy="39824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A33A42B-A25C-473B-97C4-60736557B360}">
      <dsp:nvSpPr>
        <dsp:cNvPr id="0" name=""/>
        <dsp:cNvSpPr/>
      </dsp:nvSpPr>
      <dsp:spPr>
        <a:xfrm>
          <a:off x="836323" y="3623848"/>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en-GB" sz="1900" kern="1200"/>
            <a:t>A: Accomplishments</a:t>
          </a:r>
          <a:endParaRPr lang="en-US" sz="1900" kern="1200"/>
        </a:p>
      </dsp:txBody>
      <dsp:txXfrm>
        <a:off x="836323" y="3623848"/>
        <a:ext cx="7050376" cy="72408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8EFEE0-18B6-4030-9778-4ADCD28D367B}">
      <dsp:nvSpPr>
        <dsp:cNvPr id="0" name=""/>
        <dsp:cNvSpPr/>
      </dsp:nvSpPr>
      <dsp:spPr>
        <a:xfrm>
          <a:off x="2857388" y="795"/>
          <a:ext cx="2171923" cy="2171923"/>
        </a:xfrm>
        <a:prstGeom prst="downArrow">
          <a:avLst>
            <a:gd name="adj1" fmla="val 50000"/>
            <a:gd name="adj2" fmla="val 35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GB" sz="1500" kern="1200"/>
            <a:t>What Are Positive Emotions?</a:t>
          </a:r>
          <a:endParaRPr lang="en-US" sz="1500" kern="1200"/>
        </a:p>
      </dsp:txBody>
      <dsp:txXfrm>
        <a:off x="3400369" y="795"/>
        <a:ext cx="1085961" cy="1791836"/>
      </dsp:txXfrm>
    </dsp:sp>
    <dsp:sp modelId="{66208A61-5423-446E-BF94-DBFB13550E32}">
      <dsp:nvSpPr>
        <dsp:cNvPr id="0" name=""/>
        <dsp:cNvSpPr/>
      </dsp:nvSpPr>
      <dsp:spPr>
        <a:xfrm rot="7200000">
          <a:off x="4114755" y="2178618"/>
          <a:ext cx="2171923" cy="2171923"/>
        </a:xfrm>
        <a:prstGeom prst="downArrow">
          <a:avLst>
            <a:gd name="adj1" fmla="val 50000"/>
            <a:gd name="adj2" fmla="val 35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GB" sz="1500" kern="1200"/>
            <a:t>Tomkins' Theory of Affect Script</a:t>
          </a:r>
          <a:endParaRPr lang="en-US" sz="1500" kern="1200"/>
        </a:p>
      </dsp:txBody>
      <dsp:txXfrm rot="-5400000">
        <a:off x="4469381" y="2816620"/>
        <a:ext cx="1791836" cy="1085961"/>
      </dsp:txXfrm>
    </dsp:sp>
    <dsp:sp modelId="{E99A07BF-DAEF-4A1D-ADF3-E8C0A56F8858}">
      <dsp:nvSpPr>
        <dsp:cNvPr id="0" name=""/>
        <dsp:cNvSpPr/>
      </dsp:nvSpPr>
      <dsp:spPr>
        <a:xfrm rot="14400000">
          <a:off x="1600021" y="2178618"/>
          <a:ext cx="2171923" cy="2171923"/>
        </a:xfrm>
        <a:prstGeom prst="downArrow">
          <a:avLst>
            <a:gd name="adj1" fmla="val 50000"/>
            <a:gd name="adj2" fmla="val 35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GB" sz="1500" kern="1200"/>
            <a:t>Innate Drive for Joy and Interest</a:t>
          </a:r>
          <a:endParaRPr lang="en-US" sz="1500" kern="1200"/>
        </a:p>
      </dsp:txBody>
      <dsp:txXfrm rot="5400000">
        <a:off x="1625483" y="2816620"/>
        <a:ext cx="1791836" cy="108596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F5ADD9-1495-4D8E-BFD0-70867144E314}">
      <dsp:nvSpPr>
        <dsp:cNvPr id="0" name=""/>
        <dsp:cNvSpPr/>
      </dsp:nvSpPr>
      <dsp:spPr>
        <a:xfrm>
          <a:off x="2280144" y="1185451"/>
          <a:ext cx="492856" cy="91440"/>
        </a:xfrm>
        <a:custGeom>
          <a:avLst/>
          <a:gdLst/>
          <a:ahLst/>
          <a:cxnLst/>
          <a:rect l="0" t="0" r="0" b="0"/>
          <a:pathLst>
            <a:path>
              <a:moveTo>
                <a:pt x="0" y="45720"/>
              </a:moveTo>
              <a:lnTo>
                <a:pt x="492856"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13486" y="1228553"/>
        <a:ext cx="26172" cy="5234"/>
      </dsp:txXfrm>
    </dsp:sp>
    <dsp:sp modelId="{61325B53-CF4F-441B-B37B-C708BB1BBE8B}">
      <dsp:nvSpPr>
        <dsp:cNvPr id="0" name=""/>
        <dsp:cNvSpPr/>
      </dsp:nvSpPr>
      <dsp:spPr>
        <a:xfrm>
          <a:off x="6045" y="548401"/>
          <a:ext cx="2275898" cy="136553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666750">
            <a:lnSpc>
              <a:spcPct val="90000"/>
            </a:lnSpc>
            <a:spcBef>
              <a:spcPct val="0"/>
            </a:spcBef>
            <a:spcAft>
              <a:spcPct val="35000"/>
            </a:spcAft>
            <a:buNone/>
          </a:pPr>
          <a:r>
            <a:rPr lang="en-GB" sz="1500" kern="1200"/>
            <a:t>The central executive concept states that we are innately programmed to:</a:t>
          </a:r>
          <a:endParaRPr lang="en-US" sz="1500" kern="1200"/>
        </a:p>
      </dsp:txBody>
      <dsp:txXfrm>
        <a:off x="6045" y="548401"/>
        <a:ext cx="2275898" cy="1365538"/>
      </dsp:txXfrm>
    </dsp:sp>
    <dsp:sp modelId="{2E780695-594F-4E48-89C8-0465556D3C0B}">
      <dsp:nvSpPr>
        <dsp:cNvPr id="0" name=""/>
        <dsp:cNvSpPr/>
      </dsp:nvSpPr>
      <dsp:spPr>
        <a:xfrm>
          <a:off x="5079499" y="1185451"/>
          <a:ext cx="492856" cy="91440"/>
        </a:xfrm>
        <a:custGeom>
          <a:avLst/>
          <a:gdLst/>
          <a:ahLst/>
          <a:cxnLst/>
          <a:rect l="0" t="0" r="0" b="0"/>
          <a:pathLst>
            <a:path>
              <a:moveTo>
                <a:pt x="0" y="45720"/>
              </a:moveTo>
              <a:lnTo>
                <a:pt x="492856"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12841" y="1228553"/>
        <a:ext cx="26172" cy="5234"/>
      </dsp:txXfrm>
    </dsp:sp>
    <dsp:sp modelId="{61BC7237-B94A-4389-9EFA-9C44DAB875BC}">
      <dsp:nvSpPr>
        <dsp:cNvPr id="0" name=""/>
        <dsp:cNvSpPr/>
      </dsp:nvSpPr>
      <dsp:spPr>
        <a:xfrm>
          <a:off x="2805400" y="548401"/>
          <a:ext cx="2275898" cy="136553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666750">
            <a:lnSpc>
              <a:spcPct val="90000"/>
            </a:lnSpc>
            <a:spcBef>
              <a:spcPct val="0"/>
            </a:spcBef>
            <a:spcAft>
              <a:spcPct val="35000"/>
            </a:spcAft>
            <a:buNone/>
          </a:pPr>
          <a:r>
            <a:rPr lang="en-GB" sz="1500" kern="1200"/>
            <a:t>maximize positive affect, </a:t>
          </a:r>
          <a:endParaRPr lang="en-US" sz="1500" kern="1200"/>
        </a:p>
      </dsp:txBody>
      <dsp:txXfrm>
        <a:off x="2805400" y="548401"/>
        <a:ext cx="2275898" cy="1365538"/>
      </dsp:txXfrm>
    </dsp:sp>
    <dsp:sp modelId="{20E9FD00-0F3F-406C-B064-5CF4E87CDDC9}">
      <dsp:nvSpPr>
        <dsp:cNvPr id="0" name=""/>
        <dsp:cNvSpPr/>
      </dsp:nvSpPr>
      <dsp:spPr>
        <a:xfrm>
          <a:off x="1143995" y="1912140"/>
          <a:ext cx="5598709" cy="492856"/>
        </a:xfrm>
        <a:custGeom>
          <a:avLst/>
          <a:gdLst/>
          <a:ahLst/>
          <a:cxnLst/>
          <a:rect l="0" t="0" r="0" b="0"/>
          <a:pathLst>
            <a:path>
              <a:moveTo>
                <a:pt x="5598709" y="0"/>
              </a:moveTo>
              <a:lnTo>
                <a:pt x="5598709" y="263528"/>
              </a:lnTo>
              <a:lnTo>
                <a:pt x="0" y="263528"/>
              </a:lnTo>
              <a:lnTo>
                <a:pt x="0" y="492856"/>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02771" y="2155951"/>
        <a:ext cx="281156" cy="5234"/>
      </dsp:txXfrm>
    </dsp:sp>
    <dsp:sp modelId="{0A1671AB-A0CD-43DE-840D-F41FADA9E295}">
      <dsp:nvSpPr>
        <dsp:cNvPr id="0" name=""/>
        <dsp:cNvSpPr/>
      </dsp:nvSpPr>
      <dsp:spPr>
        <a:xfrm>
          <a:off x="5604755" y="548401"/>
          <a:ext cx="2275898" cy="136553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666750">
            <a:lnSpc>
              <a:spcPct val="90000"/>
            </a:lnSpc>
            <a:spcBef>
              <a:spcPct val="0"/>
            </a:spcBef>
            <a:spcAft>
              <a:spcPct val="35000"/>
            </a:spcAft>
            <a:buNone/>
          </a:pPr>
          <a:r>
            <a:rPr lang="en-GB" sz="1500" kern="1200"/>
            <a:t>minimize negative affects, and </a:t>
          </a:r>
          <a:endParaRPr lang="en-US" sz="1500" kern="1200"/>
        </a:p>
      </dsp:txBody>
      <dsp:txXfrm>
        <a:off x="5604755" y="548401"/>
        <a:ext cx="2275898" cy="1365538"/>
      </dsp:txXfrm>
    </dsp:sp>
    <dsp:sp modelId="{1A7691CF-5504-40B5-9D1A-77AEA535917F}">
      <dsp:nvSpPr>
        <dsp:cNvPr id="0" name=""/>
        <dsp:cNvSpPr/>
      </dsp:nvSpPr>
      <dsp:spPr>
        <a:xfrm>
          <a:off x="2280144" y="3074446"/>
          <a:ext cx="492856" cy="91440"/>
        </a:xfrm>
        <a:custGeom>
          <a:avLst/>
          <a:gdLst/>
          <a:ahLst/>
          <a:cxnLst/>
          <a:rect l="0" t="0" r="0" b="0"/>
          <a:pathLst>
            <a:path>
              <a:moveTo>
                <a:pt x="0" y="45720"/>
              </a:moveTo>
              <a:lnTo>
                <a:pt x="492856"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13486" y="3117549"/>
        <a:ext cx="26172" cy="5234"/>
      </dsp:txXfrm>
    </dsp:sp>
    <dsp:sp modelId="{30CCA4D3-0B3A-44F9-87B3-4DE19EB63956}">
      <dsp:nvSpPr>
        <dsp:cNvPr id="0" name=""/>
        <dsp:cNvSpPr/>
      </dsp:nvSpPr>
      <dsp:spPr>
        <a:xfrm>
          <a:off x="6045" y="2437397"/>
          <a:ext cx="2275898" cy="136553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666750">
            <a:lnSpc>
              <a:spcPct val="90000"/>
            </a:lnSpc>
            <a:spcBef>
              <a:spcPct val="0"/>
            </a:spcBef>
            <a:spcAft>
              <a:spcPct val="35000"/>
            </a:spcAft>
            <a:buNone/>
          </a:pPr>
          <a:r>
            <a:rPr lang="en-GB" sz="1500" kern="1200"/>
            <a:t>minimize the inhibition of affect.</a:t>
          </a:r>
          <a:endParaRPr lang="en-US" sz="1500" kern="1200"/>
        </a:p>
      </dsp:txBody>
      <dsp:txXfrm>
        <a:off x="6045" y="2437397"/>
        <a:ext cx="2275898" cy="1365538"/>
      </dsp:txXfrm>
    </dsp:sp>
    <dsp:sp modelId="{3197C16B-0268-4DB2-8E7D-973317AA2209}">
      <dsp:nvSpPr>
        <dsp:cNvPr id="0" name=""/>
        <dsp:cNvSpPr/>
      </dsp:nvSpPr>
      <dsp:spPr>
        <a:xfrm>
          <a:off x="5079499" y="3074446"/>
          <a:ext cx="492856" cy="91440"/>
        </a:xfrm>
        <a:custGeom>
          <a:avLst/>
          <a:gdLst/>
          <a:ahLst/>
          <a:cxnLst/>
          <a:rect l="0" t="0" r="0" b="0"/>
          <a:pathLst>
            <a:path>
              <a:moveTo>
                <a:pt x="0" y="45720"/>
              </a:moveTo>
              <a:lnTo>
                <a:pt x="492856"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12841" y="3117549"/>
        <a:ext cx="26172" cy="5234"/>
      </dsp:txXfrm>
    </dsp:sp>
    <dsp:sp modelId="{418A1C1A-7361-47E3-9B23-575415C98110}">
      <dsp:nvSpPr>
        <dsp:cNvPr id="0" name=""/>
        <dsp:cNvSpPr/>
      </dsp:nvSpPr>
      <dsp:spPr>
        <a:xfrm>
          <a:off x="2805400" y="2437397"/>
          <a:ext cx="2275898" cy="136553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666750">
            <a:lnSpc>
              <a:spcPct val="90000"/>
            </a:lnSpc>
            <a:spcBef>
              <a:spcPct val="0"/>
            </a:spcBef>
            <a:spcAft>
              <a:spcPct val="35000"/>
            </a:spcAft>
            <a:buNone/>
          </a:pPr>
          <a:r>
            <a:rPr lang="en-GB" sz="1500" kern="1200" dirty="0"/>
            <a:t>Our ability to function effectively is dependent on these factors being in place.</a:t>
          </a:r>
          <a:endParaRPr lang="en-US" sz="1500" kern="1200" dirty="0"/>
        </a:p>
      </dsp:txBody>
      <dsp:txXfrm>
        <a:off x="2805400" y="2437397"/>
        <a:ext cx="2275898" cy="1365538"/>
      </dsp:txXfrm>
    </dsp:sp>
    <dsp:sp modelId="{25962842-9B51-4615-A2DA-6550DC55BF5B}">
      <dsp:nvSpPr>
        <dsp:cNvPr id="0" name=""/>
        <dsp:cNvSpPr/>
      </dsp:nvSpPr>
      <dsp:spPr>
        <a:xfrm>
          <a:off x="5604755" y="2437397"/>
          <a:ext cx="2275898" cy="136553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666750">
            <a:lnSpc>
              <a:spcPct val="90000"/>
            </a:lnSpc>
            <a:spcBef>
              <a:spcPct val="0"/>
            </a:spcBef>
            <a:spcAft>
              <a:spcPct val="35000"/>
            </a:spcAft>
            <a:buNone/>
          </a:pPr>
          <a:r>
            <a:rPr lang="en-GB" sz="1500" kern="1200" dirty="0"/>
            <a:t>Understanding the impact of context on  behaviour and can help promote positive affect and minimize negative affects.</a:t>
          </a:r>
          <a:endParaRPr lang="en-US" sz="1500" kern="1200" dirty="0"/>
        </a:p>
      </dsp:txBody>
      <dsp:txXfrm>
        <a:off x="5604755" y="2437397"/>
        <a:ext cx="2275898" cy="136553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421557-7C75-4A00-AC5E-E7BA29BDEDC7}">
      <dsp:nvSpPr>
        <dsp:cNvPr id="0" name=""/>
        <dsp:cNvSpPr/>
      </dsp:nvSpPr>
      <dsp:spPr>
        <a:xfrm>
          <a:off x="1767680" y="0"/>
          <a:ext cx="4351338" cy="4351338"/>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60F23752-15B0-448F-8269-B4693E1066E2}">
      <dsp:nvSpPr>
        <dsp:cNvPr id="0" name=""/>
        <dsp:cNvSpPr/>
      </dsp:nvSpPr>
      <dsp:spPr>
        <a:xfrm>
          <a:off x="2181058" y="413377"/>
          <a:ext cx="1697021" cy="169702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a:t>What is Engagement?</a:t>
          </a:r>
          <a:endParaRPr lang="en-US" sz="1600" kern="1200"/>
        </a:p>
      </dsp:txBody>
      <dsp:txXfrm>
        <a:off x="2263900" y="496219"/>
        <a:ext cx="1531337" cy="1531337"/>
      </dsp:txXfrm>
    </dsp:sp>
    <dsp:sp modelId="{6CEFC6BE-AC90-494F-A31B-88022A829712}">
      <dsp:nvSpPr>
        <dsp:cNvPr id="0" name=""/>
        <dsp:cNvSpPr/>
      </dsp:nvSpPr>
      <dsp:spPr>
        <a:xfrm>
          <a:off x="4008620" y="413377"/>
          <a:ext cx="1697021" cy="169702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a:t>The concept of "Flow" by Mihaly Csikszentmihalyi.</a:t>
          </a:r>
          <a:endParaRPr lang="en-US" sz="1600" kern="1200"/>
        </a:p>
      </dsp:txBody>
      <dsp:txXfrm>
        <a:off x="4091462" y="496219"/>
        <a:ext cx="1531337" cy="1531337"/>
      </dsp:txXfrm>
    </dsp:sp>
    <dsp:sp modelId="{888FDAB5-F786-4E6F-B89C-194C3E9EDACF}">
      <dsp:nvSpPr>
        <dsp:cNvPr id="0" name=""/>
        <dsp:cNvSpPr/>
      </dsp:nvSpPr>
      <dsp:spPr>
        <a:xfrm>
          <a:off x="2181058" y="2240939"/>
          <a:ext cx="1697021" cy="169702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a:t>Importance of Engagement in work and life.</a:t>
          </a:r>
          <a:endParaRPr lang="en-US" sz="1600" kern="1200"/>
        </a:p>
      </dsp:txBody>
      <dsp:txXfrm>
        <a:off x="2263900" y="2323781"/>
        <a:ext cx="1531337" cy="1531337"/>
      </dsp:txXfrm>
    </dsp:sp>
    <dsp:sp modelId="{C8609ACE-E1C8-4475-96FF-FAB05A8A0D2F}">
      <dsp:nvSpPr>
        <dsp:cNvPr id="0" name=""/>
        <dsp:cNvSpPr/>
      </dsp:nvSpPr>
      <dsp:spPr>
        <a:xfrm>
          <a:off x="4008620" y="2240939"/>
          <a:ext cx="1697021" cy="169702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a:t>Strategies for increasing Engagement.</a:t>
          </a:r>
          <a:endParaRPr lang="en-US" sz="1600" kern="1200"/>
        </a:p>
      </dsp:txBody>
      <dsp:txXfrm>
        <a:off x="4091462" y="2323781"/>
        <a:ext cx="1531337" cy="153133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2CBFF2-38EF-47A2-83C9-23F35677864B}">
      <dsp:nvSpPr>
        <dsp:cNvPr id="0" name=""/>
        <dsp:cNvSpPr/>
      </dsp:nvSpPr>
      <dsp:spPr>
        <a:xfrm>
          <a:off x="0" y="232569"/>
          <a:ext cx="3886200" cy="3886200"/>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2FE319-E695-4E3A-A2A5-5D42D453AF82}">
      <dsp:nvSpPr>
        <dsp:cNvPr id="0" name=""/>
        <dsp:cNvSpPr/>
      </dsp:nvSpPr>
      <dsp:spPr>
        <a:xfrm>
          <a:off x="369189" y="601758"/>
          <a:ext cx="1515618" cy="1515618"/>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t>What are Relationships in the context of PERMA?</a:t>
          </a:r>
          <a:endParaRPr lang="en-US" sz="1700" kern="1200"/>
        </a:p>
      </dsp:txBody>
      <dsp:txXfrm>
        <a:off x="443175" y="675744"/>
        <a:ext cx="1367646" cy="1367646"/>
      </dsp:txXfrm>
    </dsp:sp>
    <dsp:sp modelId="{2625FA3C-51B2-4C97-B961-9B8E5444AAEB}">
      <dsp:nvSpPr>
        <dsp:cNvPr id="0" name=""/>
        <dsp:cNvSpPr/>
      </dsp:nvSpPr>
      <dsp:spPr>
        <a:xfrm>
          <a:off x="2001393" y="601758"/>
          <a:ext cx="1515618" cy="1515618"/>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t>Why Relationships are important for well-being.</a:t>
          </a:r>
          <a:endParaRPr lang="en-US" sz="1700" kern="1200"/>
        </a:p>
      </dsp:txBody>
      <dsp:txXfrm>
        <a:off x="2075379" y="675744"/>
        <a:ext cx="1367646" cy="1367646"/>
      </dsp:txXfrm>
    </dsp:sp>
    <dsp:sp modelId="{F0B40683-9E44-4936-A5CE-5D7E7707C377}">
      <dsp:nvSpPr>
        <dsp:cNvPr id="0" name=""/>
        <dsp:cNvSpPr/>
      </dsp:nvSpPr>
      <dsp:spPr>
        <a:xfrm>
          <a:off x="369189" y="2233962"/>
          <a:ext cx="1515618" cy="1515618"/>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t>The role of social support in mental health.</a:t>
          </a:r>
          <a:endParaRPr lang="en-US" sz="1700" kern="1200"/>
        </a:p>
      </dsp:txBody>
      <dsp:txXfrm>
        <a:off x="443175" y="2307948"/>
        <a:ext cx="1367646" cy="1367646"/>
      </dsp:txXfrm>
    </dsp:sp>
    <dsp:sp modelId="{24302DB2-AECC-49AD-8F4D-ADA968A26D2C}">
      <dsp:nvSpPr>
        <dsp:cNvPr id="0" name=""/>
        <dsp:cNvSpPr/>
      </dsp:nvSpPr>
      <dsp:spPr>
        <a:xfrm>
          <a:off x="2001393" y="2233962"/>
          <a:ext cx="1515618" cy="1515618"/>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t>Practical ways to cultivate meaningful relationships.</a:t>
          </a:r>
          <a:endParaRPr lang="en-US" sz="1700" kern="1200"/>
        </a:p>
      </dsp:txBody>
      <dsp:txXfrm>
        <a:off x="2075379" y="2307948"/>
        <a:ext cx="1367646" cy="136764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0E8EA9-81BA-458A-AB47-A3864E4C9F51}">
      <dsp:nvSpPr>
        <dsp:cNvPr id="0" name=""/>
        <dsp:cNvSpPr/>
      </dsp:nvSpPr>
      <dsp:spPr>
        <a:xfrm>
          <a:off x="0" y="1805"/>
          <a:ext cx="78867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959899-7A6C-4B05-883E-ACB0296F6939}">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054444-10E2-4C72-A527-B84DE0EE7327}">
      <dsp:nvSpPr>
        <dsp:cNvPr id="0" name=""/>
        <dsp:cNvSpPr/>
      </dsp:nvSpPr>
      <dsp:spPr>
        <a:xfrm>
          <a:off x="1057183" y="1805"/>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GB" sz="2200" kern="1200"/>
            <a:t>What does "Meaning" mean in the context of PERMA?</a:t>
          </a:r>
          <a:endParaRPr lang="en-US" sz="2200" kern="1200"/>
        </a:p>
      </dsp:txBody>
      <dsp:txXfrm>
        <a:off x="1057183" y="1805"/>
        <a:ext cx="6829516" cy="915310"/>
      </dsp:txXfrm>
    </dsp:sp>
    <dsp:sp modelId="{44E47392-7173-41D2-B36E-13FA022D78D4}">
      <dsp:nvSpPr>
        <dsp:cNvPr id="0" name=""/>
        <dsp:cNvSpPr/>
      </dsp:nvSpPr>
      <dsp:spPr>
        <a:xfrm>
          <a:off x="0" y="1145944"/>
          <a:ext cx="78867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44B5E4-9D5F-4E3E-B4B1-7738077A8ACB}">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BC81D5F-F594-4FD4-B4E5-838199531BD2}">
      <dsp:nvSpPr>
        <dsp:cNvPr id="0" name=""/>
        <dsp:cNvSpPr/>
      </dsp:nvSpPr>
      <dsp:spPr>
        <a:xfrm>
          <a:off x="1057183" y="1145944"/>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GB" sz="2200" kern="1200"/>
            <a:t>Why is Meaning important for well-being?</a:t>
          </a:r>
          <a:endParaRPr lang="en-US" sz="2200" kern="1200"/>
        </a:p>
      </dsp:txBody>
      <dsp:txXfrm>
        <a:off x="1057183" y="1145944"/>
        <a:ext cx="6829516" cy="915310"/>
      </dsp:txXfrm>
    </dsp:sp>
    <dsp:sp modelId="{7C85BF0B-5804-4F02-8B2D-AE7358DDDA09}">
      <dsp:nvSpPr>
        <dsp:cNvPr id="0" name=""/>
        <dsp:cNvSpPr/>
      </dsp:nvSpPr>
      <dsp:spPr>
        <a:xfrm>
          <a:off x="0" y="2290082"/>
          <a:ext cx="78867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8C8F38-B498-470B-A416-BFABF56251A1}">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478C87-BC53-47EB-A021-9DA90C94DB54}">
      <dsp:nvSpPr>
        <dsp:cNvPr id="0" name=""/>
        <dsp:cNvSpPr/>
      </dsp:nvSpPr>
      <dsp:spPr>
        <a:xfrm>
          <a:off x="1057183" y="2290082"/>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GB" sz="2200" kern="1200"/>
            <a:t>The role of purpose in education.</a:t>
          </a:r>
          <a:endParaRPr lang="en-US" sz="2200" kern="1200"/>
        </a:p>
      </dsp:txBody>
      <dsp:txXfrm>
        <a:off x="1057183" y="2290082"/>
        <a:ext cx="6829516" cy="915310"/>
      </dsp:txXfrm>
    </dsp:sp>
    <dsp:sp modelId="{F24006C8-6ECC-4BB5-BB43-65964DD91709}">
      <dsp:nvSpPr>
        <dsp:cNvPr id="0" name=""/>
        <dsp:cNvSpPr/>
      </dsp:nvSpPr>
      <dsp:spPr>
        <a:xfrm>
          <a:off x="0" y="3434221"/>
          <a:ext cx="78867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FD65FE-6DB9-4F66-9FA0-F2307544ED4E}">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E47AC9E-777F-4B85-9945-BFF9F4B19218}">
      <dsp:nvSpPr>
        <dsp:cNvPr id="0" name=""/>
        <dsp:cNvSpPr/>
      </dsp:nvSpPr>
      <dsp:spPr>
        <a:xfrm>
          <a:off x="1057183" y="3434221"/>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GB" sz="2200" kern="1200"/>
            <a:t>Practical ways to find meaning in your work.</a:t>
          </a:r>
          <a:endParaRPr lang="en-US" sz="2200" kern="1200"/>
        </a:p>
      </dsp:txBody>
      <dsp:txXfrm>
        <a:off x="1057183" y="3434221"/>
        <a:ext cx="6829516" cy="91531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5AC535-E3A0-4458-B6A6-E5A2AAD488B9}">
      <dsp:nvSpPr>
        <dsp:cNvPr id="0" name=""/>
        <dsp:cNvSpPr/>
      </dsp:nvSpPr>
      <dsp:spPr>
        <a:xfrm>
          <a:off x="0" y="1805"/>
          <a:ext cx="78867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3B6EAF-8956-4595-86B5-01029ACE5CBA}">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A237C44-EF30-4DA3-94F1-18FC1EA672CA}">
      <dsp:nvSpPr>
        <dsp:cNvPr id="0" name=""/>
        <dsp:cNvSpPr/>
      </dsp:nvSpPr>
      <dsp:spPr>
        <a:xfrm>
          <a:off x="1057183" y="1805"/>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GB" sz="2200" kern="1200"/>
            <a:t>What does "Accomplishments" mean in the PERMA model?</a:t>
          </a:r>
          <a:endParaRPr lang="en-US" sz="2200" kern="1200"/>
        </a:p>
      </dsp:txBody>
      <dsp:txXfrm>
        <a:off x="1057183" y="1805"/>
        <a:ext cx="6829516" cy="915310"/>
      </dsp:txXfrm>
    </dsp:sp>
    <dsp:sp modelId="{D2358C96-1261-42CD-9EC5-C97172DB6720}">
      <dsp:nvSpPr>
        <dsp:cNvPr id="0" name=""/>
        <dsp:cNvSpPr/>
      </dsp:nvSpPr>
      <dsp:spPr>
        <a:xfrm>
          <a:off x="0" y="1145944"/>
          <a:ext cx="78867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614952-0FA2-44B2-8914-113D9D0E8839}">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E30D8B-3EE5-4C11-8E27-61E92226CB69}">
      <dsp:nvSpPr>
        <dsp:cNvPr id="0" name=""/>
        <dsp:cNvSpPr/>
      </dsp:nvSpPr>
      <dsp:spPr>
        <a:xfrm>
          <a:off x="1057183" y="1145944"/>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GB" sz="2200" kern="1200"/>
            <a:t>The importance of celebrating wins, both big and small.</a:t>
          </a:r>
          <a:endParaRPr lang="en-US" sz="2200" kern="1200"/>
        </a:p>
      </dsp:txBody>
      <dsp:txXfrm>
        <a:off x="1057183" y="1145944"/>
        <a:ext cx="6829516" cy="915310"/>
      </dsp:txXfrm>
    </dsp:sp>
    <dsp:sp modelId="{13F38396-A1D9-48AD-BB0A-04222FB0085F}">
      <dsp:nvSpPr>
        <dsp:cNvPr id="0" name=""/>
        <dsp:cNvSpPr/>
      </dsp:nvSpPr>
      <dsp:spPr>
        <a:xfrm>
          <a:off x="0" y="2290082"/>
          <a:ext cx="78867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BD1264-A010-40D7-9741-9CC3E04C1F38}">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76ABEDB-A624-4469-ADB1-51FE640AFA40}">
      <dsp:nvSpPr>
        <dsp:cNvPr id="0" name=""/>
        <dsp:cNvSpPr/>
      </dsp:nvSpPr>
      <dsp:spPr>
        <a:xfrm>
          <a:off x="1057183" y="2290082"/>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GB" sz="2200" kern="1200"/>
            <a:t>How accomplishments tie into school goals.</a:t>
          </a:r>
          <a:endParaRPr lang="en-US" sz="2200" kern="1200"/>
        </a:p>
      </dsp:txBody>
      <dsp:txXfrm>
        <a:off x="1057183" y="2290082"/>
        <a:ext cx="6829516" cy="915310"/>
      </dsp:txXfrm>
    </dsp:sp>
    <dsp:sp modelId="{51B1E9DA-720C-4A31-944A-AEF73B2A56BE}">
      <dsp:nvSpPr>
        <dsp:cNvPr id="0" name=""/>
        <dsp:cNvSpPr/>
      </dsp:nvSpPr>
      <dsp:spPr>
        <a:xfrm>
          <a:off x="0" y="3434221"/>
          <a:ext cx="78867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5CE39D-DCC4-46FF-A093-6FF8DC2465A9}">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7D60448-BA40-45F6-A180-8CB7999D75A2}">
      <dsp:nvSpPr>
        <dsp:cNvPr id="0" name=""/>
        <dsp:cNvSpPr/>
      </dsp:nvSpPr>
      <dsp:spPr>
        <a:xfrm>
          <a:off x="1057183" y="3434221"/>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GB" sz="2200" kern="1200"/>
            <a:t>Setting and achieving realistic targets.</a:t>
          </a:r>
          <a:endParaRPr lang="en-US" sz="2200" kern="1200"/>
        </a:p>
      </dsp:txBody>
      <dsp:txXfrm>
        <a:off x="1057183" y="3434221"/>
        <a:ext cx="6829516" cy="91531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04C712-1501-42CC-854C-18C3994DE043}">
      <dsp:nvSpPr>
        <dsp:cNvPr id="0" name=""/>
        <dsp:cNvSpPr/>
      </dsp:nvSpPr>
      <dsp:spPr>
        <a:xfrm>
          <a:off x="730349" y="375668"/>
          <a:ext cx="2196000" cy="2196000"/>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B87AE0-932E-4A57-89B2-B7F3D26CCA27}">
      <dsp:nvSpPr>
        <dsp:cNvPr id="0" name=""/>
        <dsp:cNvSpPr/>
      </dsp:nvSpPr>
      <dsp:spPr>
        <a:xfrm>
          <a:off x="1198349" y="843669"/>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6A4D2E8-B481-442A-8BC9-3E34CE38C841}">
      <dsp:nvSpPr>
        <dsp:cNvPr id="0" name=""/>
        <dsp:cNvSpPr/>
      </dsp:nvSpPr>
      <dsp:spPr>
        <a:xfrm>
          <a:off x="28349" y="3255669"/>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GB" sz="2000" kern="1200"/>
            <a:t>Introduction to AuthenticHappiness.org</a:t>
          </a:r>
          <a:endParaRPr lang="en-US" sz="2000" kern="1200"/>
        </a:p>
      </dsp:txBody>
      <dsp:txXfrm>
        <a:off x="28349" y="3255669"/>
        <a:ext cx="3600000" cy="720000"/>
      </dsp:txXfrm>
    </dsp:sp>
    <dsp:sp modelId="{B8231C33-8F59-48E9-8FC2-5111A834FE11}">
      <dsp:nvSpPr>
        <dsp:cNvPr id="0" name=""/>
        <dsp:cNvSpPr/>
      </dsp:nvSpPr>
      <dsp:spPr>
        <a:xfrm>
          <a:off x="4960350" y="375668"/>
          <a:ext cx="2196000" cy="2196000"/>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70DD44-CAB5-4B1A-B7B8-244F34997F75}">
      <dsp:nvSpPr>
        <dsp:cNvPr id="0" name=""/>
        <dsp:cNvSpPr/>
      </dsp:nvSpPr>
      <dsp:spPr>
        <a:xfrm>
          <a:off x="5428350" y="843669"/>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35004A6-47D4-409C-A850-B035410693FE}">
      <dsp:nvSpPr>
        <dsp:cNvPr id="0" name=""/>
        <dsp:cNvSpPr/>
      </dsp:nvSpPr>
      <dsp:spPr>
        <a:xfrm>
          <a:off x="4258350" y="3255669"/>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GB" sz="2000" kern="1200" dirty="0"/>
            <a:t>Instructions for completing a WORKPLACE Perma Profile</a:t>
          </a:r>
          <a:endParaRPr lang="en-US" sz="2000" kern="1200" dirty="0"/>
        </a:p>
      </dsp:txBody>
      <dsp:txXfrm>
        <a:off x="4258350" y="3255669"/>
        <a:ext cx="3600000" cy="72000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975842-3B60-42EF-BF99-8FD1E2AC6CA3}">
      <dsp:nvSpPr>
        <dsp:cNvPr id="0" name=""/>
        <dsp:cNvSpPr/>
      </dsp:nvSpPr>
      <dsp:spPr>
        <a:xfrm>
          <a:off x="0" y="531"/>
          <a:ext cx="7886700"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8B12BB-AE29-41D3-8ADC-30A487886600}">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03B592A-B6F4-4D31-9130-EFF990089298}">
      <dsp:nvSpPr>
        <dsp:cNvPr id="0" name=""/>
        <dsp:cNvSpPr/>
      </dsp:nvSpPr>
      <dsp:spPr>
        <a:xfrm>
          <a:off x="1435590" y="531"/>
          <a:ext cx="64511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90000"/>
            </a:lnSpc>
            <a:spcBef>
              <a:spcPct val="0"/>
            </a:spcBef>
            <a:spcAft>
              <a:spcPct val="35000"/>
            </a:spcAft>
            <a:buNone/>
          </a:pPr>
          <a:r>
            <a:rPr lang="en-GB" sz="2500" kern="1200"/>
            <a:t>What is Appreciative Inquiry?</a:t>
          </a:r>
          <a:endParaRPr lang="en-US" sz="2500" kern="1200"/>
        </a:p>
      </dsp:txBody>
      <dsp:txXfrm>
        <a:off x="1435590" y="531"/>
        <a:ext cx="6451109" cy="1242935"/>
      </dsp:txXfrm>
    </dsp:sp>
    <dsp:sp modelId="{6B643C03-49C1-4552-9028-37E74BBC6D6C}">
      <dsp:nvSpPr>
        <dsp:cNvPr id="0" name=""/>
        <dsp:cNvSpPr/>
      </dsp:nvSpPr>
      <dsp:spPr>
        <a:xfrm>
          <a:off x="0" y="1554201"/>
          <a:ext cx="7886700"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E4F71F-6173-44E8-BDEF-222CF9D12F6F}">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09F59CA-F051-45A2-9E9C-C08C604D8D30}">
      <dsp:nvSpPr>
        <dsp:cNvPr id="0" name=""/>
        <dsp:cNvSpPr/>
      </dsp:nvSpPr>
      <dsp:spPr>
        <a:xfrm>
          <a:off x="1435590" y="1554201"/>
          <a:ext cx="64511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90000"/>
            </a:lnSpc>
            <a:spcBef>
              <a:spcPct val="0"/>
            </a:spcBef>
            <a:spcAft>
              <a:spcPct val="35000"/>
            </a:spcAft>
            <a:buNone/>
          </a:pPr>
          <a:r>
            <a:rPr lang="en-GB" sz="2500" kern="1200"/>
            <a:t>Why it’s Good for Schools</a:t>
          </a:r>
          <a:endParaRPr lang="en-US" sz="2500" kern="1200"/>
        </a:p>
      </dsp:txBody>
      <dsp:txXfrm>
        <a:off x="1435590" y="1554201"/>
        <a:ext cx="6451109" cy="1242935"/>
      </dsp:txXfrm>
    </dsp:sp>
    <dsp:sp modelId="{FE95636E-AFBB-486C-BC53-380BEFF8DEC9}">
      <dsp:nvSpPr>
        <dsp:cNvPr id="0" name=""/>
        <dsp:cNvSpPr/>
      </dsp:nvSpPr>
      <dsp:spPr>
        <a:xfrm>
          <a:off x="0" y="3107870"/>
          <a:ext cx="7886700"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474A1F-4C96-4DE6-A0E0-AF31EE6EEF1D}">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DA49DA-01CA-4A18-A1C2-6A64655F0C03}">
      <dsp:nvSpPr>
        <dsp:cNvPr id="0" name=""/>
        <dsp:cNvSpPr/>
      </dsp:nvSpPr>
      <dsp:spPr>
        <a:xfrm>
          <a:off x="1435590" y="3107870"/>
          <a:ext cx="64511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90000"/>
            </a:lnSpc>
            <a:spcBef>
              <a:spcPct val="0"/>
            </a:spcBef>
            <a:spcAft>
              <a:spcPct val="35000"/>
            </a:spcAft>
            <a:buNone/>
          </a:pPr>
          <a:r>
            <a:rPr lang="en-GB" sz="2500" kern="1200"/>
            <a:t>Practical Exercise: The 4-D Cycle</a:t>
          </a:r>
          <a:endParaRPr lang="en-US" sz="2500" kern="1200"/>
        </a:p>
      </dsp:txBody>
      <dsp:txXfrm>
        <a:off x="1435590" y="3107870"/>
        <a:ext cx="6451109" cy="124293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BA9809-01D5-4B4D-8FC3-142BE48B25A2}">
      <dsp:nvSpPr>
        <dsp:cNvPr id="0" name=""/>
        <dsp:cNvSpPr/>
      </dsp:nvSpPr>
      <dsp:spPr>
        <a:xfrm>
          <a:off x="341781" y="1130473"/>
          <a:ext cx="1062615" cy="106261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B4FD20-AC3B-43A2-B9DF-1C1565BCEF8D}">
      <dsp:nvSpPr>
        <dsp:cNvPr id="0" name=""/>
        <dsp:cNvSpPr/>
      </dsp:nvSpPr>
      <dsp:spPr>
        <a:xfrm>
          <a:off x="568240" y="1356932"/>
          <a:ext cx="609697" cy="60969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161684-B90E-46F4-ABCC-BA841D3313B4}">
      <dsp:nvSpPr>
        <dsp:cNvPr id="0" name=""/>
        <dsp:cNvSpPr/>
      </dsp:nvSpPr>
      <dsp:spPr>
        <a:xfrm>
          <a:off x="2092"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90000"/>
            </a:lnSpc>
            <a:spcBef>
              <a:spcPct val="0"/>
            </a:spcBef>
            <a:spcAft>
              <a:spcPct val="35000"/>
            </a:spcAft>
            <a:buNone/>
            <a:defRPr cap="all"/>
          </a:pPr>
          <a:r>
            <a:rPr lang="en-GB" sz="3200" kern="1200"/>
            <a:t>Discover</a:t>
          </a:r>
          <a:endParaRPr lang="en-US" sz="3200" kern="1200"/>
        </a:p>
      </dsp:txBody>
      <dsp:txXfrm>
        <a:off x="2092" y="2524067"/>
        <a:ext cx="1741992" cy="696796"/>
      </dsp:txXfrm>
    </dsp:sp>
    <dsp:sp modelId="{709E5AC8-C568-4285-B3CA-0DBF5BAC904D}">
      <dsp:nvSpPr>
        <dsp:cNvPr id="0" name=""/>
        <dsp:cNvSpPr/>
      </dsp:nvSpPr>
      <dsp:spPr>
        <a:xfrm>
          <a:off x="2388621" y="1130473"/>
          <a:ext cx="1062615" cy="106261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894EE0-6791-4354-8780-5EDA6C6234FA}">
      <dsp:nvSpPr>
        <dsp:cNvPr id="0" name=""/>
        <dsp:cNvSpPr/>
      </dsp:nvSpPr>
      <dsp:spPr>
        <a:xfrm>
          <a:off x="2615080" y="1356932"/>
          <a:ext cx="609697" cy="60969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BA3D2E7-DF34-49E0-BA1B-7EE869967941}">
      <dsp:nvSpPr>
        <dsp:cNvPr id="0" name=""/>
        <dsp:cNvSpPr/>
      </dsp:nvSpPr>
      <dsp:spPr>
        <a:xfrm>
          <a:off x="2048933"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90000"/>
            </a:lnSpc>
            <a:spcBef>
              <a:spcPct val="0"/>
            </a:spcBef>
            <a:spcAft>
              <a:spcPct val="35000"/>
            </a:spcAft>
            <a:buNone/>
            <a:defRPr cap="all"/>
          </a:pPr>
          <a:r>
            <a:rPr lang="en-GB" sz="3200" kern="1200"/>
            <a:t>Dream</a:t>
          </a:r>
          <a:endParaRPr lang="en-US" sz="3200" kern="1200"/>
        </a:p>
      </dsp:txBody>
      <dsp:txXfrm>
        <a:off x="2048933" y="2524067"/>
        <a:ext cx="1741992" cy="696796"/>
      </dsp:txXfrm>
    </dsp:sp>
    <dsp:sp modelId="{776FE2B7-3DD0-4830-9E5E-44F38170D08E}">
      <dsp:nvSpPr>
        <dsp:cNvPr id="0" name=""/>
        <dsp:cNvSpPr/>
      </dsp:nvSpPr>
      <dsp:spPr>
        <a:xfrm>
          <a:off x="4435462" y="1130473"/>
          <a:ext cx="1062615" cy="106261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5527F5-395E-4048-9D08-5E0235D61E4C}">
      <dsp:nvSpPr>
        <dsp:cNvPr id="0" name=""/>
        <dsp:cNvSpPr/>
      </dsp:nvSpPr>
      <dsp:spPr>
        <a:xfrm>
          <a:off x="4661921" y="1356932"/>
          <a:ext cx="609697" cy="60969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5D13880-4DA9-44FE-AC42-DF9FE7C0E6E5}">
      <dsp:nvSpPr>
        <dsp:cNvPr id="0" name=""/>
        <dsp:cNvSpPr/>
      </dsp:nvSpPr>
      <dsp:spPr>
        <a:xfrm>
          <a:off x="4095774"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90000"/>
            </a:lnSpc>
            <a:spcBef>
              <a:spcPct val="0"/>
            </a:spcBef>
            <a:spcAft>
              <a:spcPct val="35000"/>
            </a:spcAft>
            <a:buNone/>
            <a:defRPr cap="all"/>
          </a:pPr>
          <a:r>
            <a:rPr lang="en-GB" sz="3200" kern="1200"/>
            <a:t>Design</a:t>
          </a:r>
          <a:endParaRPr lang="en-US" sz="3200" kern="1200"/>
        </a:p>
      </dsp:txBody>
      <dsp:txXfrm>
        <a:off x="4095774" y="2524067"/>
        <a:ext cx="1741992" cy="696796"/>
      </dsp:txXfrm>
    </dsp:sp>
    <dsp:sp modelId="{21B6B527-7775-4FFC-A19F-90FC38484002}">
      <dsp:nvSpPr>
        <dsp:cNvPr id="0" name=""/>
        <dsp:cNvSpPr/>
      </dsp:nvSpPr>
      <dsp:spPr>
        <a:xfrm>
          <a:off x="6482303" y="1130473"/>
          <a:ext cx="1062615" cy="106261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33EB83-438C-4F81-8ABC-362EAD31DB36}">
      <dsp:nvSpPr>
        <dsp:cNvPr id="0" name=""/>
        <dsp:cNvSpPr/>
      </dsp:nvSpPr>
      <dsp:spPr>
        <a:xfrm>
          <a:off x="6708762" y="1356932"/>
          <a:ext cx="609697" cy="60969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96EE722-DF12-44E0-BC80-81423F70E4F0}">
      <dsp:nvSpPr>
        <dsp:cNvPr id="0" name=""/>
        <dsp:cNvSpPr/>
      </dsp:nvSpPr>
      <dsp:spPr>
        <a:xfrm>
          <a:off x="6142615"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90000"/>
            </a:lnSpc>
            <a:spcBef>
              <a:spcPct val="0"/>
            </a:spcBef>
            <a:spcAft>
              <a:spcPct val="35000"/>
            </a:spcAft>
            <a:buNone/>
            <a:defRPr cap="all"/>
          </a:pPr>
          <a:r>
            <a:rPr lang="en-GB" sz="3200" kern="1200"/>
            <a:t>Deliver</a:t>
          </a:r>
          <a:endParaRPr lang="en-US" sz="3200" kern="1200"/>
        </a:p>
      </dsp:txBody>
      <dsp:txXfrm>
        <a:off x="6142615" y="2524067"/>
        <a:ext cx="1741992" cy="69679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D4C99A-6919-441D-903F-44866DB28DE2}">
      <dsp:nvSpPr>
        <dsp:cNvPr id="0" name=""/>
        <dsp:cNvSpPr/>
      </dsp:nvSpPr>
      <dsp:spPr>
        <a:xfrm>
          <a:off x="2523743" y="371"/>
          <a:ext cx="2839212" cy="59597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defRPr cap="all"/>
          </a:pPr>
          <a:r>
            <a:rPr lang="en-GB" sz="1100" kern="1200" dirty="0"/>
            <a:t>let's break into  small groups of 4. </a:t>
          </a:r>
          <a:endParaRPr lang="en-US" sz="1100" kern="1200" dirty="0"/>
        </a:p>
      </dsp:txBody>
      <dsp:txXfrm>
        <a:off x="2552836" y="29464"/>
        <a:ext cx="2781026" cy="537785"/>
      </dsp:txXfrm>
    </dsp:sp>
    <dsp:sp modelId="{FEC160A4-D951-4AC2-ACA4-3DDACBAADFFD}">
      <dsp:nvSpPr>
        <dsp:cNvPr id="0" name=""/>
        <dsp:cNvSpPr/>
      </dsp:nvSpPr>
      <dsp:spPr>
        <a:xfrm>
          <a:off x="2523743" y="626142"/>
          <a:ext cx="2839212" cy="59597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defRPr cap="all"/>
          </a:pPr>
          <a:r>
            <a:rPr lang="en-GB" sz="1100" kern="1200"/>
            <a:t>In your groups, think about something good that recently happened at your school. </a:t>
          </a:r>
          <a:endParaRPr lang="en-US" sz="1100" kern="1200"/>
        </a:p>
      </dsp:txBody>
      <dsp:txXfrm>
        <a:off x="2552836" y="655235"/>
        <a:ext cx="2781026" cy="537785"/>
      </dsp:txXfrm>
    </dsp:sp>
    <dsp:sp modelId="{F023E4A0-2C17-4DE7-9BC1-024329105F36}">
      <dsp:nvSpPr>
        <dsp:cNvPr id="0" name=""/>
        <dsp:cNvSpPr/>
      </dsp:nvSpPr>
      <dsp:spPr>
        <a:xfrm>
          <a:off x="2523743" y="1251912"/>
          <a:ext cx="2839212" cy="59597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defRPr cap="all"/>
          </a:pPr>
          <a:r>
            <a:rPr lang="en-GB" sz="1100" kern="1200"/>
            <a:t>Chat about why it was good—this is your 'Discover' stage. </a:t>
          </a:r>
          <a:endParaRPr lang="en-US" sz="1100" kern="1200"/>
        </a:p>
      </dsp:txBody>
      <dsp:txXfrm>
        <a:off x="2552836" y="1281005"/>
        <a:ext cx="2781026" cy="537785"/>
      </dsp:txXfrm>
    </dsp:sp>
    <dsp:sp modelId="{3B03B5F9-FA63-4B80-BC81-4528659232BA}">
      <dsp:nvSpPr>
        <dsp:cNvPr id="0" name=""/>
        <dsp:cNvSpPr/>
      </dsp:nvSpPr>
      <dsp:spPr>
        <a:xfrm>
          <a:off x="2523743" y="1877683"/>
          <a:ext cx="2839212" cy="59597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defRPr cap="all"/>
          </a:pPr>
          <a:r>
            <a:rPr lang="en-GB" sz="1100" kern="1200"/>
            <a:t>Then, let your imagination run wild in the 'Dream' stage. </a:t>
          </a:r>
          <a:endParaRPr lang="en-US" sz="1100" kern="1200"/>
        </a:p>
      </dsp:txBody>
      <dsp:txXfrm>
        <a:off x="2552836" y="1906776"/>
        <a:ext cx="2781026" cy="537785"/>
      </dsp:txXfrm>
    </dsp:sp>
    <dsp:sp modelId="{76BC677E-76AC-40B9-BC58-0C7392FFE199}">
      <dsp:nvSpPr>
        <dsp:cNvPr id="0" name=""/>
        <dsp:cNvSpPr/>
      </dsp:nvSpPr>
      <dsp:spPr>
        <a:xfrm>
          <a:off x="2523743" y="2503453"/>
          <a:ext cx="2839212" cy="59597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defRPr cap="all"/>
          </a:pPr>
          <a:r>
            <a:rPr lang="en-GB" sz="1100" kern="1200"/>
            <a:t>What could make this even better? </a:t>
          </a:r>
          <a:endParaRPr lang="en-US" sz="1100" kern="1200"/>
        </a:p>
      </dsp:txBody>
      <dsp:txXfrm>
        <a:off x="2552836" y="2532546"/>
        <a:ext cx="2781026" cy="537785"/>
      </dsp:txXfrm>
    </dsp:sp>
    <dsp:sp modelId="{0636B4C6-BAF3-4427-AABB-9CBD043DD031}">
      <dsp:nvSpPr>
        <dsp:cNvPr id="0" name=""/>
        <dsp:cNvSpPr/>
      </dsp:nvSpPr>
      <dsp:spPr>
        <a:xfrm>
          <a:off x="2523743" y="3129223"/>
          <a:ext cx="2839212" cy="59597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defRPr cap="all"/>
          </a:pPr>
          <a:r>
            <a:rPr lang="en-GB" sz="1100" kern="1200"/>
            <a:t>Next, come up with a simple plan in the 'Design' stage.</a:t>
          </a:r>
          <a:endParaRPr lang="en-US" sz="1100" kern="1200"/>
        </a:p>
      </dsp:txBody>
      <dsp:txXfrm>
        <a:off x="2552836" y="3158316"/>
        <a:ext cx="2781026" cy="537785"/>
      </dsp:txXfrm>
    </dsp:sp>
    <dsp:sp modelId="{BF8ECB2A-D0B2-4C45-9BC1-DC08AF759B02}">
      <dsp:nvSpPr>
        <dsp:cNvPr id="0" name=""/>
        <dsp:cNvSpPr/>
      </dsp:nvSpPr>
      <dsp:spPr>
        <a:xfrm>
          <a:off x="2523743" y="3754994"/>
          <a:ext cx="2839212" cy="59597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defRPr cap="all"/>
          </a:pPr>
          <a:r>
            <a:rPr lang="en-GB" sz="1100" kern="1200"/>
            <a:t>And lastly, talk about how to make it real in the 'Deliver' stage.</a:t>
          </a:r>
          <a:endParaRPr lang="en-US" sz="1100" kern="1200"/>
        </a:p>
      </dsp:txBody>
      <dsp:txXfrm>
        <a:off x="2552836" y="3784087"/>
        <a:ext cx="2781026" cy="537785"/>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0609B2-814B-4011-B87D-172538B16C5D}">
      <dsp:nvSpPr>
        <dsp:cNvPr id="0" name=""/>
        <dsp:cNvSpPr/>
      </dsp:nvSpPr>
      <dsp:spPr>
        <a:xfrm>
          <a:off x="429570" y="472"/>
          <a:ext cx="3346456" cy="2007873"/>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GB" sz="3500" kern="1200"/>
            <a:t>How to Introduce PERMA in School</a:t>
          </a:r>
          <a:endParaRPr lang="en-US" sz="3500" kern="1200"/>
        </a:p>
      </dsp:txBody>
      <dsp:txXfrm>
        <a:off x="429570" y="472"/>
        <a:ext cx="3346456" cy="2007873"/>
      </dsp:txXfrm>
    </dsp:sp>
    <dsp:sp modelId="{EFD67A94-923E-492E-8124-928C1BFF5FE8}">
      <dsp:nvSpPr>
        <dsp:cNvPr id="0" name=""/>
        <dsp:cNvSpPr/>
      </dsp:nvSpPr>
      <dsp:spPr>
        <a:xfrm>
          <a:off x="4110672" y="472"/>
          <a:ext cx="3346456" cy="2007873"/>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GB" sz="3500" kern="1200"/>
            <a:t>Fostering a Positive School Culture</a:t>
          </a:r>
          <a:endParaRPr lang="en-US" sz="3500" kern="1200"/>
        </a:p>
      </dsp:txBody>
      <dsp:txXfrm>
        <a:off x="4110672" y="472"/>
        <a:ext cx="3346456" cy="2007873"/>
      </dsp:txXfrm>
    </dsp:sp>
    <dsp:sp modelId="{E95744EF-E9A6-41E4-9C8D-C1A9D6E33D56}">
      <dsp:nvSpPr>
        <dsp:cNvPr id="0" name=""/>
        <dsp:cNvSpPr/>
      </dsp:nvSpPr>
      <dsp:spPr>
        <a:xfrm>
          <a:off x="2270121" y="2342991"/>
          <a:ext cx="3346456" cy="2007873"/>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GB" sz="3500" kern="1200"/>
            <a:t>Resources and Next Steps</a:t>
          </a:r>
          <a:endParaRPr lang="en-US" sz="3500" kern="1200"/>
        </a:p>
      </dsp:txBody>
      <dsp:txXfrm>
        <a:off x="2270121" y="2342991"/>
        <a:ext cx="3346456" cy="2007873"/>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E38925-41DB-4FAE-BF8C-03FC3A8C4404}">
      <dsp:nvSpPr>
        <dsp:cNvPr id="0" name=""/>
        <dsp:cNvSpPr/>
      </dsp:nvSpPr>
      <dsp:spPr>
        <a:xfrm>
          <a:off x="962" y="1049272"/>
          <a:ext cx="3754654" cy="225279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a:t>Elements to consider: Positive Emotions, Engagement, Relationships, Meaning, Accomplishments</a:t>
          </a:r>
          <a:endParaRPr lang="en-US" sz="2800" kern="1200"/>
        </a:p>
      </dsp:txBody>
      <dsp:txXfrm>
        <a:off x="962" y="1049272"/>
        <a:ext cx="3754654" cy="2252792"/>
      </dsp:txXfrm>
    </dsp:sp>
    <dsp:sp modelId="{0488EA75-1227-4B58-8A33-D5D5DCB2D0A2}">
      <dsp:nvSpPr>
        <dsp:cNvPr id="0" name=""/>
        <dsp:cNvSpPr/>
      </dsp:nvSpPr>
      <dsp:spPr>
        <a:xfrm>
          <a:off x="4131082" y="1049272"/>
          <a:ext cx="3754654" cy="225279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a:t>Sharing and Feedback</a:t>
          </a:r>
          <a:endParaRPr lang="en-US" sz="2800" kern="1200"/>
        </a:p>
      </dsp:txBody>
      <dsp:txXfrm>
        <a:off x="4131082" y="1049272"/>
        <a:ext cx="3754654" cy="2252792"/>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B3FCD6-82D3-4233-8969-56CB85B73631}">
      <dsp:nvSpPr>
        <dsp:cNvPr id="0" name=""/>
        <dsp:cNvSpPr/>
      </dsp:nvSpPr>
      <dsp:spPr>
        <a:xfrm>
          <a:off x="429570" y="472"/>
          <a:ext cx="3346456" cy="200787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GB" sz="3100" kern="1200"/>
            <a:t>Importance of Personal Well-Being for Leadership</a:t>
          </a:r>
          <a:endParaRPr lang="en-US" sz="3100" kern="1200"/>
        </a:p>
      </dsp:txBody>
      <dsp:txXfrm>
        <a:off x="429570" y="472"/>
        <a:ext cx="3346456" cy="2007873"/>
      </dsp:txXfrm>
    </dsp:sp>
    <dsp:sp modelId="{B38796CC-EE16-4660-90B2-BA1EB6E628DD}">
      <dsp:nvSpPr>
        <dsp:cNvPr id="0" name=""/>
        <dsp:cNvSpPr/>
      </dsp:nvSpPr>
      <dsp:spPr>
        <a:xfrm>
          <a:off x="4110672" y="472"/>
          <a:ext cx="3346456" cy="200787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GB" sz="3100" kern="1200"/>
            <a:t>PERMA: A Framework for Well-Being</a:t>
          </a:r>
          <a:endParaRPr lang="en-US" sz="3100" kern="1200"/>
        </a:p>
      </dsp:txBody>
      <dsp:txXfrm>
        <a:off x="4110672" y="472"/>
        <a:ext cx="3346456" cy="2007873"/>
      </dsp:txXfrm>
    </dsp:sp>
    <dsp:sp modelId="{6622521F-DDB7-43B1-A937-55E5352368A0}">
      <dsp:nvSpPr>
        <dsp:cNvPr id="0" name=""/>
        <dsp:cNvSpPr/>
      </dsp:nvSpPr>
      <dsp:spPr>
        <a:xfrm>
          <a:off x="429570" y="2342991"/>
          <a:ext cx="3346456" cy="200787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GB" sz="3100" kern="1200"/>
            <a:t>Appreciative Inquiry: Focus on Strengths</a:t>
          </a:r>
          <a:endParaRPr lang="en-US" sz="3100" kern="1200"/>
        </a:p>
      </dsp:txBody>
      <dsp:txXfrm>
        <a:off x="429570" y="2342991"/>
        <a:ext cx="3346456" cy="2007873"/>
      </dsp:txXfrm>
    </dsp:sp>
    <dsp:sp modelId="{CF9714E6-2D31-446C-BD0C-F7DC4DF7D166}">
      <dsp:nvSpPr>
        <dsp:cNvPr id="0" name=""/>
        <dsp:cNvSpPr/>
      </dsp:nvSpPr>
      <dsp:spPr>
        <a:xfrm>
          <a:off x="4110672" y="2342991"/>
          <a:ext cx="3346456" cy="200787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GB" sz="3100" kern="1200"/>
            <a:t>Crafting Your School's Well-Being Action Plan</a:t>
          </a:r>
          <a:endParaRPr lang="en-US" sz="3100" kern="1200"/>
        </a:p>
      </dsp:txBody>
      <dsp:txXfrm>
        <a:off x="4110672" y="2342991"/>
        <a:ext cx="3346456" cy="200787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8.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07A77A57-C524-43C9-8043-E69ADF78FDB8}" type="datetimeFigureOut">
              <a:rPr lang="en-GB" smtClean="0"/>
              <a:t>05/10/2023</a:t>
            </a:fld>
            <a:endParaRPr lang="en-GB"/>
          </a:p>
        </p:txBody>
      </p:sp>
      <p:sp>
        <p:nvSpPr>
          <p:cNvPr id="4" name="Slide Image Placeholder 3"/>
          <p:cNvSpPr>
            <a:spLocks noGrp="1" noRot="1" noChangeAspect="1"/>
          </p:cNvSpPr>
          <p:nvPr>
            <p:ph type="sldImg" idx="2"/>
          </p:nvPr>
        </p:nvSpPr>
        <p:spPr>
          <a:xfrm>
            <a:off x="1166813" y="1241425"/>
            <a:ext cx="4464050"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A91F34A0-44A0-4D2B-BA1B-246894D468CF}" type="slidenum">
              <a:rPr lang="en-GB" smtClean="0"/>
              <a:t>‹#›</a:t>
            </a:fld>
            <a:endParaRPr lang="en-GB"/>
          </a:p>
        </p:txBody>
      </p:sp>
    </p:spTree>
    <p:extLst>
      <p:ext uri="{BB962C8B-B14F-4D97-AF65-F5344CB8AC3E}">
        <p14:creationId xmlns:p14="http://schemas.microsoft.com/office/powerpoint/2010/main" val="3922622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1</a:t>
            </a:fld>
            <a:endParaRPr lang="en-GB"/>
          </a:p>
        </p:txBody>
      </p:sp>
    </p:spTree>
    <p:extLst>
      <p:ext uri="{BB962C8B-B14F-4D97-AF65-F5344CB8AC3E}">
        <p14:creationId xmlns:p14="http://schemas.microsoft.com/office/powerpoint/2010/main" val="3574573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Hello everyone, and welcome! I am delighted you have joined this session because we are tackling something of great importance today: well-being. You juggle numerous responsibilities, and it is crucial for you to stay at the top of your game, both for yourselves and your school communities.</a:t>
            </a:r>
          </a:p>
          <a:p>
            <a:endParaRPr lang="en-GB" dirty="0"/>
          </a:p>
          <a:p>
            <a:r>
              <a:rPr lang="en-GB" dirty="0"/>
              <a:t>Today’s aim is twofold. First, to give you an understanding of Positive Psychology and the PERMA model by </a:t>
            </a:r>
            <a:r>
              <a:rPr lang="en-GB" dirty="0" err="1"/>
              <a:t>Dr.</a:t>
            </a:r>
            <a:r>
              <a:rPr lang="en-GB" dirty="0"/>
              <a:t> Martin Seligman. These frameworks help us comprehend what well-being truly is. </a:t>
            </a:r>
          </a:p>
          <a:p>
            <a:endParaRPr lang="en-GB" dirty="0"/>
          </a:p>
          <a:p>
            <a:r>
              <a:rPr lang="en-GB" dirty="0"/>
              <a:t>Secondly, we will delve into practical aspects by engaging in interactive activities and discussions. </a:t>
            </a:r>
          </a:p>
        </p:txBody>
      </p:sp>
      <p:sp>
        <p:nvSpPr>
          <p:cNvPr id="4" name="Slide Number Placeholder 3"/>
          <p:cNvSpPr>
            <a:spLocks noGrp="1"/>
          </p:cNvSpPr>
          <p:nvPr>
            <p:ph type="sldNum" sz="quarter" idx="5"/>
          </p:nvPr>
        </p:nvSpPr>
        <p:spPr/>
        <p:txBody>
          <a:bodyPr/>
          <a:lstStyle/>
          <a:p>
            <a:fld id="{A91F34A0-44A0-4D2B-BA1B-246894D468CF}" type="slidenum">
              <a:rPr lang="en-GB" smtClean="0"/>
              <a:t>2</a:t>
            </a:fld>
            <a:endParaRPr lang="en-GB"/>
          </a:p>
        </p:txBody>
      </p:sp>
    </p:spTree>
    <p:extLst>
      <p:ext uri="{BB962C8B-B14F-4D97-AF65-F5344CB8AC3E}">
        <p14:creationId xmlns:p14="http://schemas.microsoft.com/office/powerpoint/2010/main" val="33202911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 will leave today with both knowledge and tools that you can readily apply in your schools and personal lives.</a:t>
            </a:r>
          </a:p>
          <a:p>
            <a:endParaRPr lang="en-GB" dirty="0"/>
          </a:p>
          <a:p>
            <a:r>
              <a:rPr lang="en-GB" dirty="0"/>
              <a:t>So, let's get started. Are you ready?"</a:t>
            </a:r>
          </a:p>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3</a:t>
            </a:fld>
            <a:endParaRPr lang="en-GB"/>
          </a:p>
        </p:txBody>
      </p:sp>
    </p:spTree>
    <p:extLst>
      <p:ext uri="{BB962C8B-B14F-4D97-AF65-F5344CB8AC3E}">
        <p14:creationId xmlns:p14="http://schemas.microsoft.com/office/powerpoint/2010/main" val="3711059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4</a:t>
            </a:fld>
            <a:endParaRPr lang="en-GB"/>
          </a:p>
        </p:txBody>
      </p:sp>
    </p:spTree>
    <p:extLst>
      <p:ext uri="{BB962C8B-B14F-4D97-AF65-F5344CB8AC3E}">
        <p14:creationId xmlns:p14="http://schemas.microsoft.com/office/powerpoint/2010/main" val="14417508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Managing a school is no less than a juggling act, isn't it? You have curricular expectations, staff well-being, student engagement, and parental concerns, among many other responsibilities. All of these contribute to stress, not just for you but also for your teachers and students.</a:t>
            </a:r>
          </a:p>
          <a:p>
            <a:endParaRPr lang="en-GB" dirty="0"/>
          </a:p>
          <a:p>
            <a:r>
              <a:rPr lang="en-GB" dirty="0"/>
              <a:t>But here's the deal: we can't afford to ignore our well-being. Because when we are well, we perform better, and this ripple effect benefits the entire school community. I firmly believe that understanding human emotions and well-being can greatly enhance our professional and personal lives. So today, we are focusing on you—the leaders—and how to enhance your well-being.</a:t>
            </a:r>
          </a:p>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5</a:t>
            </a:fld>
            <a:endParaRPr lang="en-GB"/>
          </a:p>
        </p:txBody>
      </p:sp>
    </p:spTree>
    <p:extLst>
      <p:ext uri="{BB962C8B-B14F-4D97-AF65-F5344CB8AC3E}">
        <p14:creationId xmlns:p14="http://schemas.microsoft.com/office/powerpoint/2010/main" val="16625289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Many of you might be wondering, 'What exactly is Positive Psychology?' Traditionally, psychology has often focused on diagnosing and treating mental illness. While this is crucial, Positive Psychology goes beyond the 'medical model.'</a:t>
            </a:r>
          </a:p>
          <a:p>
            <a:endParaRPr lang="en-GB" dirty="0"/>
          </a:p>
          <a:p>
            <a:r>
              <a:rPr lang="en-GB" dirty="0"/>
              <a:t>Positive Psychology is not just a buzzword; it's a field of study that aims to explore what makes life worth living. It focuses on strengths, virtues, and factors that contribute to human happiness and well-being. </a:t>
            </a:r>
            <a:r>
              <a:rPr lang="en-GB" dirty="0" err="1"/>
              <a:t>Dr.</a:t>
            </a:r>
            <a:r>
              <a:rPr lang="en-GB" dirty="0"/>
              <a:t> Martin Seligman, often referred to as the father of Positive Psychology, pioneered this area to shift our focus from what's wrong to what's right with people. I believe that understanding the complexities of human emotion can greatly enhance our lives, both personally and professionally. And today, we'll delve into one of the key frameworks within Positive Psychology: the PERMA model.</a:t>
            </a:r>
          </a:p>
        </p:txBody>
      </p:sp>
      <p:sp>
        <p:nvSpPr>
          <p:cNvPr id="4" name="Slide Number Placeholder 3"/>
          <p:cNvSpPr>
            <a:spLocks noGrp="1"/>
          </p:cNvSpPr>
          <p:nvPr>
            <p:ph type="sldNum" sz="quarter" idx="5"/>
          </p:nvPr>
        </p:nvSpPr>
        <p:spPr/>
        <p:txBody>
          <a:bodyPr/>
          <a:lstStyle/>
          <a:p>
            <a:fld id="{A91F34A0-44A0-4D2B-BA1B-246894D468CF}" type="slidenum">
              <a:rPr lang="en-GB" smtClean="0"/>
              <a:t>6</a:t>
            </a:fld>
            <a:endParaRPr lang="en-GB"/>
          </a:p>
        </p:txBody>
      </p:sp>
    </p:spTree>
    <p:extLst>
      <p:ext uri="{BB962C8B-B14F-4D97-AF65-F5344CB8AC3E}">
        <p14:creationId xmlns:p14="http://schemas.microsoft.com/office/powerpoint/2010/main" val="27586882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what exactly is the PERMA model? Developed by </a:t>
            </a:r>
            <a:r>
              <a:rPr lang="en-GB" dirty="0" err="1"/>
              <a:t>Dr.</a:t>
            </a:r>
            <a:r>
              <a:rPr lang="en-GB" dirty="0"/>
              <a:t> Martin Seligman in 2011, PERMA stands for Positive Emotion, Engagement, Relationships, Meaning, and Accomplishments. These are five core elements that contribute to human well-being. These aren't just random factors; they're evidence-based components grounded in scientific research. </a:t>
            </a:r>
          </a:p>
          <a:p>
            <a:endParaRPr lang="en-GB" dirty="0"/>
          </a:p>
          <a:p>
            <a:r>
              <a:rPr lang="en-GB" dirty="0"/>
              <a:t>As Headteachers, you might be asking, 'Why should this matter to me?' Well, the PERMA model isn't just for personal use. You can apply it in your schools to boost staff morale, improve student well-being, and even in your interactions with parents and the wider community.</a:t>
            </a:r>
          </a:p>
          <a:p>
            <a:endParaRPr lang="en-GB" dirty="0"/>
          </a:p>
          <a:p>
            <a:r>
              <a:rPr lang="en-GB" dirty="0"/>
              <a:t>The beauty of PERMA is that it encapsulates both the pleasure-filled and virtue-filled roads to well-being. We'll be exploring each of these elements today, not just in theory, but in a way that you can apply in your daily lives and in your schools.</a:t>
            </a:r>
          </a:p>
          <a:p>
            <a:endParaRPr lang="en-GB" dirty="0"/>
          </a:p>
          <a:p>
            <a:r>
              <a:rPr lang="en-GB" dirty="0"/>
              <a:t>Each of these five components is a pillar that supports the overall structure of well-being. Importantly, they are not just buzzwords; they're backed by scientific research as important factors that contribute to a fulfilling life. </a:t>
            </a:r>
          </a:p>
          <a:p>
            <a:endParaRPr lang="en-GB" dirty="0"/>
          </a:p>
          <a:p>
            <a:r>
              <a:rPr lang="en-GB" dirty="0"/>
              <a:t>Let’s </a:t>
            </a:r>
            <a:r>
              <a:rPr lang="en-GB" sz="1800" dirty="0">
                <a:effectLst/>
                <a:latin typeface="Calibri" panose="020F0502020204030204" pitchFamily="34" charset="0"/>
                <a:ea typeface="Calibri" panose="020F0502020204030204" pitchFamily="34" charset="0"/>
                <a:cs typeface="Times New Roman" panose="02020603050405020304" pitchFamily="18" charset="0"/>
              </a:rPr>
              <a:t>dig deeper into each of these components…</a:t>
            </a:r>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7</a:t>
            </a:fld>
            <a:endParaRPr lang="en-GB"/>
          </a:p>
        </p:txBody>
      </p:sp>
    </p:spTree>
    <p:extLst>
      <p:ext uri="{BB962C8B-B14F-4D97-AF65-F5344CB8AC3E}">
        <p14:creationId xmlns:p14="http://schemas.microsoft.com/office/powerpoint/2010/main" val="29307394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Let's kick off our exploration of PERMA with the first element: Positive Emotion. These are feelings like joy, gratitude, and love that enrich our lives. But why focus on positive emotions? According to Tomkins' Theory of Affect Script, we have an innate predisposition to be motivated toward things that bring us joy and interest. In other words, positive emotions are not just 'feel-good' moments; they propel us to engage more fully in life. As head teachers, tapping into this innate drive can fuel not only your well-being but also create an enriching environment for your staff and students</a:t>
            </a:r>
          </a:p>
          <a:p>
            <a:endParaRPr lang="en-GB" dirty="0"/>
          </a:p>
          <a:p>
            <a:r>
              <a:rPr lang="en-GB" dirty="0"/>
              <a:t>Now, the interesting part is how these positive emotions play a crucial role in our daily lives. They don't just make us feel good in the moment; they also fuel our motivation. Our natural drive often moves us towards things that make us feel good, echoing what Tomkins' theory of affect script suggests.</a:t>
            </a:r>
          </a:p>
          <a:p>
            <a:endParaRPr lang="en-GB" dirty="0"/>
          </a:p>
          <a:p>
            <a:r>
              <a:rPr lang="en-GB" dirty="0"/>
              <a:t>Positive emotions are essential not only for our personal well-being but also within our roles in schools. They can improve staff relationships, create a more positive learning environment, and even impact educational outcomes.</a:t>
            </a:r>
          </a:p>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8</a:t>
            </a:fld>
            <a:endParaRPr lang="en-GB"/>
          </a:p>
        </p:txBody>
      </p:sp>
    </p:spTree>
    <p:extLst>
      <p:ext uri="{BB962C8B-B14F-4D97-AF65-F5344CB8AC3E}">
        <p14:creationId xmlns:p14="http://schemas.microsoft.com/office/powerpoint/2010/main" val="15565473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Examples of what might trigger these affects include:</a:t>
            </a:r>
          </a:p>
          <a:p>
            <a:r>
              <a:rPr lang="en-GB" dirty="0"/>
              <a:t>Our senses picking up something to big, or too fast, and/or feeling threatened (fear-terror).</a:t>
            </a:r>
          </a:p>
          <a:p>
            <a:r>
              <a:rPr lang="en-GB" dirty="0"/>
              <a:t>Response triggered when too much has been happening for too long, or when overwhelmed (distress-anguish).</a:t>
            </a:r>
          </a:p>
          <a:p>
            <a:r>
              <a:rPr lang="en-GB" dirty="0"/>
              <a:t>When that too much finally stops happening or a reward is received (enjoyment-joy). </a:t>
            </a:r>
          </a:p>
          <a:p>
            <a:r>
              <a:rPr lang="en-GB" dirty="0"/>
              <a:t>When senses encounter a novel stimulus that is just right or discovering something new (interest-excitement).</a:t>
            </a:r>
          </a:p>
          <a:p>
            <a:r>
              <a:rPr lang="en-GB" dirty="0"/>
              <a:t>Experiencing an unexpected event (surprise-startle).</a:t>
            </a:r>
          </a:p>
          <a:p>
            <a:r>
              <a:rPr lang="en-GB" dirty="0"/>
              <a:t>Being treated unfairly (anger-rage).</a:t>
            </a:r>
          </a:p>
          <a:p>
            <a:r>
              <a:rPr lang="en-GB" dirty="0"/>
              <a:t>Encountering something unpleasant (disgust). </a:t>
            </a:r>
          </a:p>
          <a:p>
            <a:r>
              <a:rPr lang="en-GB" dirty="0"/>
              <a:t>Feeling exposed (shame-humiliation).</a:t>
            </a:r>
          </a:p>
          <a:p>
            <a:endParaRPr lang="en-GB" dirty="0"/>
          </a:p>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9</a:t>
            </a:fld>
            <a:endParaRPr lang="en-GB"/>
          </a:p>
        </p:txBody>
      </p:sp>
    </p:spTree>
    <p:extLst>
      <p:ext uri="{BB962C8B-B14F-4D97-AF65-F5344CB8AC3E}">
        <p14:creationId xmlns:p14="http://schemas.microsoft.com/office/powerpoint/2010/main" val="35786064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Positive affect includes emotions such as happiness, excitement, and joy, while negative affects include emotions such as anxiety, sadness, and anger.</a:t>
            </a:r>
          </a:p>
          <a:p>
            <a:pPr marL="171450" indent="-171450">
              <a:buFont typeface="Arial" panose="020B0604020202020204" pitchFamily="34" charset="0"/>
              <a:buChar char="•"/>
            </a:pPr>
            <a:r>
              <a:rPr lang="en-GB" dirty="0"/>
              <a:t>A lack of positive affect or an excess of negative affects can affect our ability to learn and function optimally.</a:t>
            </a:r>
          </a:p>
          <a:p>
            <a:pPr marL="171450" indent="-171450">
              <a:buFont typeface="Arial" panose="020B0604020202020204" pitchFamily="34" charset="0"/>
              <a:buChar char="•"/>
            </a:pPr>
            <a:r>
              <a:rPr lang="en-GB" dirty="0"/>
              <a:t>This understanding can help promote positive affect and minimize negative affects, leading to better outcomes and improved social, emotional, and mental well-being.</a:t>
            </a:r>
          </a:p>
        </p:txBody>
      </p:sp>
      <p:sp>
        <p:nvSpPr>
          <p:cNvPr id="4" name="Slide Number Placeholder 3"/>
          <p:cNvSpPr>
            <a:spLocks noGrp="1"/>
          </p:cNvSpPr>
          <p:nvPr>
            <p:ph type="sldNum" sz="quarter" idx="5"/>
          </p:nvPr>
        </p:nvSpPr>
        <p:spPr/>
        <p:txBody>
          <a:bodyPr/>
          <a:lstStyle/>
          <a:p>
            <a:fld id="{A91F34A0-44A0-4D2B-BA1B-246894D468CF}" type="slidenum">
              <a:rPr lang="en-GB" smtClean="0"/>
              <a:t>10</a:t>
            </a:fld>
            <a:endParaRPr lang="en-GB"/>
          </a:p>
        </p:txBody>
      </p:sp>
    </p:spTree>
    <p:extLst>
      <p:ext uri="{BB962C8B-B14F-4D97-AF65-F5344CB8AC3E}">
        <p14:creationId xmlns:p14="http://schemas.microsoft.com/office/powerpoint/2010/main" val="18994325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The four poles of the compass of shame are:</a:t>
            </a:r>
          </a:p>
          <a:p>
            <a:endParaRPr lang="en-GB" dirty="0"/>
          </a:p>
          <a:p>
            <a:r>
              <a:rPr lang="en-GB" dirty="0"/>
              <a:t>Here are some quick tips to foster more positive emotions:</a:t>
            </a:r>
          </a:p>
          <a:p>
            <a:endParaRPr lang="en-GB" dirty="0"/>
          </a:p>
          <a:p>
            <a:r>
              <a:rPr lang="en-GB" dirty="0"/>
              <a:t>Practice gratitude; maybe start team meetings with something each person is thankful for.</a:t>
            </a:r>
          </a:p>
          <a:p>
            <a:r>
              <a:rPr lang="en-GB" dirty="0"/>
              <a:t>Laugh more; don’t underestimate the power of humour in your school.</a:t>
            </a:r>
          </a:p>
          <a:p>
            <a:endParaRPr lang="en-GB" dirty="0"/>
          </a:p>
          <a:p>
            <a:r>
              <a:rPr lang="en-GB" dirty="0"/>
              <a:t>Any questions or reflections before we move on?</a:t>
            </a:r>
          </a:p>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11</a:t>
            </a:fld>
            <a:endParaRPr lang="en-GB"/>
          </a:p>
        </p:txBody>
      </p:sp>
    </p:spTree>
    <p:extLst>
      <p:ext uri="{BB962C8B-B14F-4D97-AF65-F5344CB8AC3E}">
        <p14:creationId xmlns:p14="http://schemas.microsoft.com/office/powerpoint/2010/main" val="5252182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let's talk about Engagement, the second element of the PERMA model. Engagement is when you are fully absorbed in what you're doing, losing track of time and feeling 'in the zone.' This concept is closely related to what Mihaly Csikszentmihalyi calls 'Flow.'</a:t>
            </a:r>
          </a:p>
          <a:p>
            <a:endParaRPr lang="en-GB" dirty="0"/>
          </a:p>
          <a:p>
            <a:r>
              <a:rPr lang="en-GB" dirty="0"/>
              <a:t>So why is Engagement important? Well, when we are engaged, we are more productive, happier, and better able to cope with stress. It enhances not only our own well-being but also the atmosphere and performance in our schools.</a:t>
            </a:r>
          </a:p>
          <a:p>
            <a:endParaRPr lang="en-GB" dirty="0"/>
          </a:p>
          <a:p>
            <a:r>
              <a:rPr lang="en-GB" dirty="0"/>
              <a:t>To increase Engagement, consider these strategies:</a:t>
            </a:r>
          </a:p>
          <a:p>
            <a:endParaRPr lang="en-GB" dirty="0"/>
          </a:p>
          <a:p>
            <a:r>
              <a:rPr lang="en-GB" dirty="0"/>
              <a:t>Give yourself and your staff tasks that are challenging but achievable.</a:t>
            </a:r>
          </a:p>
          <a:p>
            <a:r>
              <a:rPr lang="en-GB" dirty="0"/>
              <a:t>Encourage a culture of continual learning and development.</a:t>
            </a:r>
          </a:p>
          <a:p>
            <a:r>
              <a:rPr lang="en-GB" dirty="0"/>
              <a:t>Any thoughts or questions about this? [Pause for questions]</a:t>
            </a:r>
          </a:p>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12</a:t>
            </a:fld>
            <a:endParaRPr lang="en-GB"/>
          </a:p>
        </p:txBody>
      </p:sp>
    </p:spTree>
    <p:extLst>
      <p:ext uri="{BB962C8B-B14F-4D97-AF65-F5344CB8AC3E}">
        <p14:creationId xmlns:p14="http://schemas.microsoft.com/office/powerpoint/2010/main" val="4620238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Next on our journey through the PERMA model is Relationships. We are inherently social creatures; meaningful relationships act as a buffer against stress and contribute to our overall sense of well-being. In a school setting, this translates to healthier interactions between staff and students, and among the staff themselves.</a:t>
            </a:r>
          </a:p>
          <a:p>
            <a:endParaRPr lang="en-GB" dirty="0"/>
          </a:p>
          <a:p>
            <a:r>
              <a:rPr lang="en-GB" dirty="0"/>
              <a:t>Social support isn't just 'nice to have'; it's essential for mental health. It's shown to improve well-being and even longevity.</a:t>
            </a:r>
          </a:p>
          <a:p>
            <a:endParaRPr lang="en-GB" dirty="0"/>
          </a:p>
          <a:p>
            <a:r>
              <a:rPr lang="en-GB" dirty="0"/>
              <a:t>So, how can you foster meaningful relationships within your school environment?</a:t>
            </a:r>
          </a:p>
          <a:p>
            <a:endParaRPr lang="en-GB" dirty="0"/>
          </a:p>
          <a:p>
            <a:pPr marL="171450" indent="-171450">
              <a:buFont typeface="Arial" panose="020B0604020202020204" pitchFamily="34" charset="0"/>
              <a:buChar char="•"/>
            </a:pPr>
            <a:r>
              <a:rPr lang="en-GB" dirty="0"/>
              <a:t>Encourage open communication among staff and students.</a:t>
            </a:r>
          </a:p>
          <a:p>
            <a:pPr marL="171450" indent="-171450">
              <a:buFont typeface="Arial" panose="020B0604020202020204" pitchFamily="34" charset="0"/>
              <a:buChar char="•"/>
            </a:pPr>
            <a:r>
              <a:rPr lang="en-GB" dirty="0"/>
              <a:t>Implement peer mentoring or coaching programmes.</a:t>
            </a:r>
          </a:p>
          <a:p>
            <a:pPr marL="171450" indent="-171450">
              <a:buFont typeface="Arial" panose="020B0604020202020204" pitchFamily="34" charset="0"/>
              <a:buChar char="•"/>
            </a:pPr>
            <a:r>
              <a:rPr lang="en-GB" dirty="0"/>
              <a:t>Make time for social events, even if they're virtual.</a:t>
            </a:r>
          </a:p>
          <a:p>
            <a:pPr marL="171450" indent="-171450">
              <a:buFont typeface="Arial" panose="020B0604020202020204" pitchFamily="34" charset="0"/>
              <a:buChar char="•"/>
            </a:pPr>
            <a:r>
              <a:rPr lang="en-GB" dirty="0"/>
              <a:t>Your relationships, both personal and professional, will fuel your journey towards well-being. [Pause for interaction]</a:t>
            </a:r>
          </a:p>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13</a:t>
            </a:fld>
            <a:endParaRPr lang="en-GB"/>
          </a:p>
        </p:txBody>
      </p:sp>
    </p:spTree>
    <p:extLst>
      <p:ext uri="{BB962C8B-B14F-4D97-AF65-F5344CB8AC3E}">
        <p14:creationId xmlns:p14="http://schemas.microsoft.com/office/powerpoint/2010/main" val="3569622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let's talk about Meaning, another vital component of the PERMA model. Meaning is about having a sense of purpose and direction in life. It's that 'bigger picture' that helps you make sense of your daily activities.</a:t>
            </a:r>
          </a:p>
          <a:p>
            <a:endParaRPr lang="en-GB" dirty="0"/>
          </a:p>
          <a:p>
            <a:r>
              <a:rPr lang="en-GB" dirty="0"/>
              <a:t>In the context of education, meaning can make all the difference. Having a sense of purpose boosts both teacher and student engagement, enriches the school environment, and ultimately enhances learning outcomes.</a:t>
            </a:r>
          </a:p>
          <a:p>
            <a:endParaRPr lang="en-GB" dirty="0"/>
          </a:p>
          <a:p>
            <a:r>
              <a:rPr lang="en-GB" dirty="0"/>
              <a:t>So how can you find this elusive sense of meaning?</a:t>
            </a:r>
          </a:p>
          <a:p>
            <a:endParaRPr lang="en-GB" dirty="0"/>
          </a:p>
          <a:p>
            <a:pPr marL="171450" indent="-171450">
              <a:buFont typeface="Arial" panose="020B0604020202020204" pitchFamily="34" charset="0"/>
              <a:buChar char="•"/>
            </a:pPr>
            <a:r>
              <a:rPr lang="en-GB" dirty="0"/>
              <a:t>Revisit the core values and mission of your school regularly.</a:t>
            </a:r>
          </a:p>
          <a:p>
            <a:pPr marL="171450" indent="-171450">
              <a:buFont typeface="Arial" panose="020B0604020202020204" pitchFamily="34" charset="0"/>
              <a:buChar char="•"/>
            </a:pPr>
            <a:r>
              <a:rPr lang="en-GB" dirty="0"/>
              <a:t>Create a shared vision that everyone can get behind.</a:t>
            </a:r>
          </a:p>
          <a:p>
            <a:pPr marL="171450" indent="-171450">
              <a:buFont typeface="Arial" panose="020B0604020202020204" pitchFamily="34" charset="0"/>
              <a:buChar char="•"/>
            </a:pPr>
            <a:r>
              <a:rPr lang="en-GB" dirty="0"/>
              <a:t>Engage with your community to see the broader impact of your work.</a:t>
            </a:r>
          </a:p>
          <a:p>
            <a:pPr marL="171450" indent="-171450">
              <a:buFont typeface="Arial" panose="020B0604020202020204" pitchFamily="34" charset="0"/>
              <a:buChar char="•"/>
            </a:pPr>
            <a:r>
              <a:rPr lang="en-GB" dirty="0"/>
              <a:t>Having a sense of meaning can make the difficult parts of your job more manageable and fulfilling. [Pause for interaction]"</a:t>
            </a:r>
          </a:p>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14</a:t>
            </a:fld>
            <a:endParaRPr lang="en-GB"/>
          </a:p>
        </p:txBody>
      </p:sp>
    </p:spTree>
    <p:extLst>
      <p:ext uri="{BB962C8B-B14F-4D97-AF65-F5344CB8AC3E}">
        <p14:creationId xmlns:p14="http://schemas.microsoft.com/office/powerpoint/2010/main" val="5553817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Last but certainly not least in our PERMA journey, let's explore the 'A', which stands for Accomplishments. This is all about having concrete goals and the satisfaction that comes from achieving them.</a:t>
            </a:r>
          </a:p>
          <a:p>
            <a:endParaRPr lang="en-GB" dirty="0"/>
          </a:p>
          <a:p>
            <a:r>
              <a:rPr lang="en-GB" dirty="0"/>
              <a:t>In a school environment, it's so easy to get caught up in the day-to-day and forget to celebrate our wins. But taking time to acknowledge accomplishments can boost morale and even contribute to a culture of continuous improvement.</a:t>
            </a:r>
          </a:p>
          <a:p>
            <a:endParaRPr lang="en-GB" dirty="0"/>
          </a:p>
          <a:p>
            <a:r>
              <a:rPr lang="en-GB" dirty="0"/>
              <a:t>So how can we focus on accomplishments?</a:t>
            </a:r>
          </a:p>
          <a:p>
            <a:endParaRPr lang="en-GB" dirty="0"/>
          </a:p>
          <a:p>
            <a:pPr marL="171450" indent="-171450">
              <a:buFont typeface="Arial" panose="020B0604020202020204" pitchFamily="34" charset="0"/>
              <a:buChar char="•"/>
            </a:pPr>
            <a:r>
              <a:rPr lang="en-GB" dirty="0"/>
              <a:t>Set clear, achievable goals for your staff and students.</a:t>
            </a:r>
          </a:p>
          <a:p>
            <a:pPr marL="171450" indent="-171450">
              <a:buFont typeface="Arial" panose="020B0604020202020204" pitchFamily="34" charset="0"/>
              <a:buChar char="•"/>
            </a:pPr>
            <a:r>
              <a:rPr lang="en-GB" dirty="0"/>
              <a:t>Celebrate the milestones, no matter how small.</a:t>
            </a:r>
          </a:p>
          <a:p>
            <a:pPr marL="171450" indent="-171450">
              <a:buFont typeface="Arial" panose="020B0604020202020204" pitchFamily="34" charset="0"/>
              <a:buChar char="•"/>
            </a:pPr>
            <a:r>
              <a:rPr lang="en-GB" dirty="0"/>
              <a:t>Use these wins as stepping stones towards larger objectives.</a:t>
            </a:r>
          </a:p>
          <a:p>
            <a:pPr marL="171450" indent="-171450">
              <a:buFont typeface="Arial" panose="020B0604020202020204" pitchFamily="34" charset="0"/>
              <a:buChar char="•"/>
            </a:pPr>
            <a:r>
              <a:rPr lang="en-GB" dirty="0"/>
              <a:t>By valuing accomplishments, we can keep ourselves motivated and take satisfaction in the impact we're making. [Pause for interaction]"</a:t>
            </a:r>
          </a:p>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15</a:t>
            </a:fld>
            <a:endParaRPr lang="en-GB"/>
          </a:p>
        </p:txBody>
      </p:sp>
    </p:spTree>
    <p:extLst>
      <p:ext uri="{BB962C8B-B14F-4D97-AF65-F5344CB8AC3E}">
        <p14:creationId xmlns:p14="http://schemas.microsoft.com/office/powerpoint/2010/main" val="36042841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I've got a really interactive activity planned for us now. Please grab your phones or tablets and navigate to AuthenticHappiness.org. This website provides a fantastic tool to measure your well-being according to the PERMA model. Don't worry, it's all confidential!</a:t>
            </a:r>
          </a:p>
          <a:p>
            <a:endParaRPr lang="en-GB" dirty="0"/>
          </a:p>
          <a:p>
            <a:r>
              <a:rPr lang="en-GB" dirty="0"/>
              <a:t>Register and navigate to the questionnaires tab. Select the “Workplace Perma Profiler” and take the test.  </a:t>
            </a:r>
          </a:p>
          <a:p>
            <a:endParaRPr lang="en-GB" dirty="0"/>
          </a:p>
          <a:p>
            <a:r>
              <a:rPr lang="en-GB" dirty="0"/>
              <a:t>[Pause for a couple of minutes to allow for completion]</a:t>
            </a:r>
          </a:p>
          <a:p>
            <a:endParaRPr lang="en-GB" dirty="0"/>
          </a:p>
          <a:p>
            <a:r>
              <a:rPr lang="en-GB" dirty="0"/>
              <a:t>Excellent. Now that you've got your scores… The idea is to understand where you might need a little boost, and how that could also apply to the well-being of your school environment. Remember, the health of a school starts at the top!"</a:t>
            </a:r>
          </a:p>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16</a:t>
            </a:fld>
            <a:endParaRPr lang="en-GB"/>
          </a:p>
        </p:txBody>
      </p:sp>
    </p:spTree>
    <p:extLst>
      <p:ext uri="{BB962C8B-B14F-4D97-AF65-F5344CB8AC3E}">
        <p14:creationId xmlns:p14="http://schemas.microsoft.com/office/powerpoint/2010/main" val="42232861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We've discussed the PERMA model and its vital role, but how do we practically apply it, especially in an educational setting? This brings us to the concept of 'Appreciative Inquiry.' Appreciative Inquiry is a strategy that focuses on identifying what is already working well and aims to do more of it. It's about shifting from a problem-solving mindset to one that looks for opportunities and strengths.</a:t>
            </a:r>
          </a:p>
          <a:p>
            <a:endParaRPr lang="en-GB" dirty="0"/>
          </a:p>
          <a:p>
            <a:r>
              <a:rPr lang="en-GB" dirty="0"/>
              <a:t>For instance, rather than focusing solely on areas where a student might be failing, why not also shine a spotlight on the subjects they excel in? Celebrating these 'wins' can lead to increased motivation and engagement for students and staff alike</a:t>
            </a:r>
          </a:p>
          <a:p>
            <a:endParaRPr lang="en-GB" dirty="0"/>
          </a:p>
          <a:p>
            <a:r>
              <a:rPr lang="en-GB" dirty="0"/>
              <a:t>Appreciative Inquiry isn't just about being positive; it’s a way to make actual changes for the better. It's really good for building team spirit, solving problems, and lifting everyone's mood. It matches well with our earlier discussion on the PERMA model, mainly because it helps increase positive feelings and strengthens our relationships</a:t>
            </a:r>
          </a:p>
          <a:p>
            <a:endParaRPr lang="en-GB" dirty="0"/>
          </a:p>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17</a:t>
            </a:fld>
            <a:endParaRPr lang="en-GB"/>
          </a:p>
        </p:txBody>
      </p:sp>
    </p:spTree>
    <p:extLst>
      <p:ext uri="{BB962C8B-B14F-4D97-AF65-F5344CB8AC3E}">
        <p14:creationId xmlns:p14="http://schemas.microsoft.com/office/powerpoint/2010/main" val="27019668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b="1" dirty="0"/>
              <a:t>Discover: </a:t>
            </a:r>
            <a:r>
              <a:rPr lang="en-GB" dirty="0"/>
              <a:t>this is about finding out what is already going well. You look for strengths and successful practices that exist within your school. For example, maybe you've found that hands-on science projects really engage students.</a:t>
            </a:r>
          </a:p>
          <a:p>
            <a:pPr marL="171450" indent="-171450">
              <a:buFont typeface="Arial" panose="020B0604020202020204" pitchFamily="34" charset="0"/>
              <a:buChar char="•"/>
            </a:pPr>
            <a:r>
              <a:rPr lang="en-GB" b="1" dirty="0"/>
              <a:t>Dream: </a:t>
            </a:r>
            <a:r>
              <a:rPr lang="en-GB" dirty="0"/>
              <a:t>Here, you envision what could be. Imagine the best possible outcomes and how to expand the good things you have discovered. What if every subject had as much hands-on learning as those science projects?</a:t>
            </a:r>
          </a:p>
          <a:p>
            <a:pPr marL="171450" indent="-171450">
              <a:buFont typeface="Arial" panose="020B0604020202020204" pitchFamily="34" charset="0"/>
              <a:buChar char="•"/>
            </a:pPr>
            <a:r>
              <a:rPr lang="en-GB" b="1" dirty="0"/>
              <a:t>Design: </a:t>
            </a:r>
            <a:r>
              <a:rPr lang="en-GB" dirty="0"/>
              <a:t>This phase involves creating a plan to turn your dreams into reality. You work out the steps needed to bring about the positive changes you want to see. Could you incorporate more interactive elements in history or maths lessons?</a:t>
            </a:r>
          </a:p>
          <a:p>
            <a:pPr marL="171450" indent="-171450">
              <a:buFont typeface="Arial" panose="020B0604020202020204" pitchFamily="34" charset="0"/>
              <a:buChar char="•"/>
            </a:pPr>
            <a:r>
              <a:rPr lang="en-GB" dirty="0"/>
              <a:t>Deliver: This is the action stage, where you put your design into practice. You take the necessary steps to make your dreams a reality and monitor the results. </a:t>
            </a:r>
          </a:p>
          <a:p>
            <a:pPr marL="171450" indent="-171450">
              <a:buFont typeface="Arial" panose="020B0604020202020204" pitchFamily="34" charset="0"/>
              <a:buChar char="•"/>
            </a:pPr>
            <a:endParaRPr lang="en-GB" dirty="0"/>
          </a:p>
          <a:p>
            <a:pPr marL="0" indent="0">
              <a:buFont typeface="Arial" panose="020B0604020202020204" pitchFamily="34" charset="0"/>
              <a:buNone/>
            </a:pPr>
            <a:r>
              <a:rPr lang="en-GB" dirty="0"/>
              <a:t>In simple terms, you start by spotting the good stuff, then dream about how to make it even better, make a plan, and finally, take action to make it happen. </a:t>
            </a:r>
          </a:p>
          <a:p>
            <a:pPr marL="0" indent="0">
              <a:buFont typeface="Arial" panose="020B0604020202020204" pitchFamily="34" charset="0"/>
              <a:buNone/>
            </a:pPr>
            <a:endParaRPr lang="en-GB" dirty="0"/>
          </a:p>
          <a:p>
            <a:pPr marL="0" indent="0">
              <a:buFont typeface="Arial" panose="020B0604020202020204" pitchFamily="34" charset="0"/>
              <a:buNone/>
            </a:pPr>
            <a:r>
              <a:rPr lang="en-GB" dirty="0"/>
              <a:t>By adopting this 4-D approach, you encourage a culture of positivity and continuous improvement within your school. This method doesn't just 'fix' problems; it helps build a stronger, more engaged learning community.</a:t>
            </a:r>
          </a:p>
          <a:p>
            <a:pPr marL="171450" indent="-171450">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18</a:t>
            </a:fld>
            <a:endParaRPr lang="en-GB"/>
          </a:p>
        </p:txBody>
      </p:sp>
    </p:spTree>
    <p:extLst>
      <p:ext uri="{BB962C8B-B14F-4D97-AF65-F5344CB8AC3E}">
        <p14:creationId xmlns:p14="http://schemas.microsoft.com/office/powerpoint/2010/main" val="13722638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Great, can each team share what they’ve come up with? We can all learn from each other's experiences.</a:t>
            </a:r>
          </a:p>
        </p:txBody>
      </p:sp>
      <p:sp>
        <p:nvSpPr>
          <p:cNvPr id="4" name="Slide Number Placeholder 3"/>
          <p:cNvSpPr>
            <a:spLocks noGrp="1"/>
          </p:cNvSpPr>
          <p:nvPr>
            <p:ph type="sldNum" sz="quarter" idx="5"/>
          </p:nvPr>
        </p:nvSpPr>
        <p:spPr/>
        <p:txBody>
          <a:bodyPr/>
          <a:lstStyle/>
          <a:p>
            <a:fld id="{A91F34A0-44A0-4D2B-BA1B-246894D468CF}" type="slidenum">
              <a:rPr lang="en-GB" smtClean="0"/>
              <a:t>19</a:t>
            </a:fld>
            <a:endParaRPr lang="en-GB"/>
          </a:p>
        </p:txBody>
      </p:sp>
    </p:spTree>
    <p:extLst>
      <p:ext uri="{BB962C8B-B14F-4D97-AF65-F5344CB8AC3E}">
        <p14:creationId xmlns:p14="http://schemas.microsoft.com/office/powerpoint/2010/main" val="9231745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you've learned a lot today about your own well-being and how to foster it in your roles. The next challenge is to bring this knowledge back to your schools. Start small, perhaps by introducing the PERMA model during a staff meeting. You can also consider fostering a positive school culture by promoting activities that contribute to each PERMA element. There are abundant resources out there to help, and I'll make sure to provide you with a list of some recommended readings and tools. But remember, the most effective change starts with you.</a:t>
            </a:r>
          </a:p>
        </p:txBody>
      </p:sp>
      <p:sp>
        <p:nvSpPr>
          <p:cNvPr id="4" name="Slide Number Placeholder 3"/>
          <p:cNvSpPr>
            <a:spLocks noGrp="1"/>
          </p:cNvSpPr>
          <p:nvPr>
            <p:ph type="sldNum" sz="quarter" idx="5"/>
          </p:nvPr>
        </p:nvSpPr>
        <p:spPr/>
        <p:txBody>
          <a:bodyPr/>
          <a:lstStyle/>
          <a:p>
            <a:fld id="{A91F34A0-44A0-4D2B-BA1B-246894D468CF}" type="slidenum">
              <a:rPr lang="en-GB" smtClean="0"/>
              <a:t>20</a:t>
            </a:fld>
            <a:endParaRPr lang="en-GB"/>
          </a:p>
        </p:txBody>
      </p:sp>
    </p:spTree>
    <p:extLst>
      <p:ext uri="{BB962C8B-B14F-4D97-AF65-F5344CB8AC3E}">
        <p14:creationId xmlns:p14="http://schemas.microsoft.com/office/powerpoint/2010/main" val="33168190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We've discussed a lot today, so let's put it into practice now. In your groups, you're going to craft a simple well-being action plan for your schools using the PERMA framework. Consider the different elements: how will you boost Positive Emotions? Foster Engagement? Improve Relationships? Add Meaning? Encourage Accomplishments?</a:t>
            </a:r>
          </a:p>
          <a:p>
            <a:endParaRPr lang="en-GB" dirty="0"/>
          </a:p>
          <a:p>
            <a:r>
              <a:rPr lang="en-GB" dirty="0"/>
              <a:t>(Pause to allow for group discussions and planning for about 20 minutes</a:t>
            </a:r>
          </a:p>
          <a:p>
            <a:endParaRPr lang="en-GB" dirty="0"/>
          </a:p>
          <a:p>
            <a:r>
              <a:rPr lang="en-GB" dirty="0"/>
              <a:t>Great work, everyone. Let's hear a brief summary from each group on your action plan and how you intend to implement it in your respective schools."</a:t>
            </a:r>
          </a:p>
          <a:p>
            <a:endParaRPr lang="en-GB" dirty="0"/>
          </a:p>
          <a:p>
            <a:r>
              <a:rPr lang="en-GB" dirty="0"/>
              <a:t>(Pause for 10-15 minutes as groups share their action plans and receive feedback)</a:t>
            </a:r>
          </a:p>
          <a:p>
            <a:endParaRPr lang="en-GB" dirty="0"/>
          </a:p>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21</a:t>
            </a:fld>
            <a:endParaRPr lang="en-GB"/>
          </a:p>
        </p:txBody>
      </p:sp>
    </p:spTree>
    <p:extLst>
      <p:ext uri="{BB962C8B-B14F-4D97-AF65-F5344CB8AC3E}">
        <p14:creationId xmlns:p14="http://schemas.microsoft.com/office/powerpoint/2010/main" val="36723924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wrap things up, we've discussed the essential role of personal well-being in effective leadership. We've delved into the PERMA framework by </a:t>
            </a:r>
            <a:r>
              <a:rPr lang="en-GB" dirty="0" err="1"/>
              <a:t>Dr.</a:t>
            </a:r>
            <a:r>
              <a:rPr lang="en-GB" dirty="0"/>
              <a:t> Martin Seligman as a guiding model for achieving well-being, and we've explored Appreciative Inquiry as a practical tool for positive change in your schools. Finally, you've even started crafting your school's well-being action plan.</a:t>
            </a:r>
          </a:p>
          <a:p>
            <a:r>
              <a:rPr lang="en-GB" dirty="0"/>
              <a:t>(Pause)</a:t>
            </a:r>
          </a:p>
          <a:p>
            <a:endParaRPr lang="en-GB" dirty="0"/>
          </a:p>
          <a:p>
            <a:r>
              <a:rPr lang="en-GB" dirty="0"/>
              <a:t>I'd encourage you to take these tools and insights back to your teams. The first step in fostering a culture of well-being in your schools starts with you, the leaders. Thank you for being here, and best of luck on your well-being journey</a:t>
            </a:r>
          </a:p>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22</a:t>
            </a:fld>
            <a:endParaRPr lang="en-GB"/>
          </a:p>
        </p:txBody>
      </p:sp>
    </p:spTree>
    <p:extLst>
      <p:ext uri="{BB962C8B-B14F-4D97-AF65-F5344CB8AC3E}">
        <p14:creationId xmlns:p14="http://schemas.microsoft.com/office/powerpoint/2010/main" val="15503981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those who wish to delve deeper into the topics we've discussed today, I highly recommend these books and resources. Not only will they expand your understanding, but they'll offer practical steps you can implement within your schools. These resources align well with the theories and activities we've covered today, and they can be a great asset in your personal and professional growth.</a:t>
            </a:r>
          </a:p>
        </p:txBody>
      </p:sp>
      <p:sp>
        <p:nvSpPr>
          <p:cNvPr id="4" name="Slide Number Placeholder 3"/>
          <p:cNvSpPr>
            <a:spLocks noGrp="1"/>
          </p:cNvSpPr>
          <p:nvPr>
            <p:ph type="sldNum" sz="quarter" idx="5"/>
          </p:nvPr>
        </p:nvSpPr>
        <p:spPr/>
        <p:txBody>
          <a:bodyPr/>
          <a:lstStyle/>
          <a:p>
            <a:fld id="{A91F34A0-44A0-4D2B-BA1B-246894D468CF}" type="slidenum">
              <a:rPr lang="en-GB" smtClean="0"/>
              <a:t>23</a:t>
            </a:fld>
            <a:endParaRPr lang="en-GB"/>
          </a:p>
        </p:txBody>
      </p:sp>
    </p:spTree>
    <p:extLst>
      <p:ext uri="{BB962C8B-B14F-4D97-AF65-F5344CB8AC3E}">
        <p14:creationId xmlns:p14="http://schemas.microsoft.com/office/powerpoint/2010/main" val="15013887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1F34A0-44A0-4D2B-BA1B-246894D468CF}" type="slidenum">
              <a:rPr lang="en-GB" smtClean="0"/>
              <a:t>24</a:t>
            </a:fld>
            <a:endParaRPr lang="en-GB"/>
          </a:p>
        </p:txBody>
      </p:sp>
    </p:spTree>
    <p:extLst>
      <p:ext uri="{BB962C8B-B14F-4D97-AF65-F5344CB8AC3E}">
        <p14:creationId xmlns:p14="http://schemas.microsoft.com/office/powerpoint/2010/main" val="31255701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09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
        <p:nvSpPr>
          <p:cNvPr id="7" name="Rectangle 6"/>
          <p:cNvSpPr/>
          <p:nvPr userDrawn="1"/>
        </p:nvSpPr>
        <p:spPr>
          <a:xfrm flipH="1">
            <a:off x="231262" y="6422073"/>
            <a:ext cx="8681485" cy="184297"/>
          </a:xfrm>
          <a:prstGeom prst="rect">
            <a:avLst/>
          </a:prstGeom>
          <a:gradFill>
            <a:gsLst>
              <a:gs pos="0">
                <a:srgbClr val="2C2D84"/>
              </a:gs>
              <a:gs pos="50000">
                <a:srgbClr val="006AB4"/>
              </a:gs>
              <a:gs pos="100000">
                <a:srgbClr val="9FC63B"/>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8" name="TextBox 7"/>
          <p:cNvSpPr txBox="1"/>
          <p:nvPr userDrawn="1"/>
        </p:nvSpPr>
        <p:spPr>
          <a:xfrm>
            <a:off x="167467" y="6110179"/>
            <a:ext cx="4396295" cy="276999"/>
          </a:xfrm>
          <a:prstGeom prst="rect">
            <a:avLst/>
          </a:prstGeom>
          <a:noFill/>
        </p:spPr>
        <p:txBody>
          <a:bodyPr wrap="square" rtlCol="0">
            <a:spAutoFit/>
          </a:bodyPr>
          <a:lstStyle/>
          <a:p>
            <a:r>
              <a:rPr lang="en-GB" sz="1200" dirty="0">
                <a:solidFill>
                  <a:schemeClr val="tx1"/>
                </a:solidFill>
                <a:latin typeface="+mn-lt"/>
              </a:rPr>
              <a:t>BUCKINGHAMSHIRE</a:t>
            </a:r>
            <a:r>
              <a:rPr lang="en-GB" sz="1200" baseline="0" dirty="0">
                <a:solidFill>
                  <a:schemeClr val="tx1"/>
                </a:solidFill>
                <a:latin typeface="+mn-lt"/>
              </a:rPr>
              <a:t> COUNCIL</a:t>
            </a:r>
            <a:endParaRPr lang="en-GB" sz="1200" dirty="0">
              <a:solidFill>
                <a:schemeClr val="tx1"/>
              </a:solidFill>
              <a:latin typeface="+mn-lt"/>
            </a:endParaRPr>
          </a:p>
        </p:txBody>
      </p:sp>
    </p:spTree>
    <p:extLst>
      <p:ext uri="{BB962C8B-B14F-4D97-AF65-F5344CB8AC3E}">
        <p14:creationId xmlns:p14="http://schemas.microsoft.com/office/powerpoint/2010/main" val="947113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215B87-3049-4CCA-8D28-C8F0F29ED1B4}" type="datetimeFigureOut">
              <a:rPr lang="en-GB" smtClean="0"/>
              <a:t>05/10/2023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1084295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215B87-3049-4CCA-8D28-C8F0F29ED1B4}" type="datetimeFigureOut">
              <a:rPr lang="en-GB" smtClean="0"/>
              <a:t>05/10/2023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3088249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215B87-3049-4CCA-8D28-C8F0F29ED1B4}" type="datetimeFigureOut">
              <a:rPr lang="en-GB" smtClean="0"/>
              <a:t>05/10/2023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3033796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9215B87-3049-4CCA-8D28-C8F0F29ED1B4}" type="datetimeFigureOut">
              <a:rPr lang="en-GB" smtClean="0"/>
              <a:t>05/10/2023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1151052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215B87-3049-4CCA-8D28-C8F0F29ED1B4}" type="datetimeFigureOut">
              <a:rPr lang="en-GB" smtClean="0"/>
              <a:t>05/10/2023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3779557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215B87-3049-4CCA-8D28-C8F0F29ED1B4}" type="datetimeFigureOut">
              <a:rPr lang="en-GB" smtClean="0"/>
              <a:t>05/10/2023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741283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215B87-3049-4CCA-8D28-C8F0F29ED1B4}" type="datetimeFigureOut">
              <a:rPr lang="en-GB" smtClean="0"/>
              <a:t>05/10/2023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2681523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215B87-3049-4CCA-8D28-C8F0F29ED1B4}" type="datetimeFigureOut">
              <a:rPr lang="en-GB" smtClean="0"/>
              <a:t>05/10/2023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4233942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215B87-3049-4CCA-8D28-C8F0F29ED1B4}" type="datetimeFigureOut">
              <a:rPr lang="en-GB" smtClean="0"/>
              <a:t>05/10/2023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25386948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txBox="1">
            <a:spLocks/>
          </p:cNvSpPr>
          <p:nvPr userDrawn="1"/>
        </p:nvSpPr>
        <p:spPr>
          <a:xfrm>
            <a:off x="685908" y="1599416"/>
            <a:ext cx="7773646" cy="11036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a:t>Click to edit Master title style</a:t>
            </a:r>
            <a:endParaRPr lang="en-GB" sz="4400"/>
          </a:p>
        </p:txBody>
      </p:sp>
      <p:sp>
        <p:nvSpPr>
          <p:cNvPr id="3" name="Subtitle 2"/>
          <p:cNvSpPr txBox="1">
            <a:spLocks/>
          </p:cNvSpPr>
          <p:nvPr userDrawn="1"/>
        </p:nvSpPr>
        <p:spPr>
          <a:xfrm>
            <a:off x="1371819" y="2917558"/>
            <a:ext cx="6401826" cy="131576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tint val="7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r>
              <a:rPr lang="en-US" sz="2800"/>
              <a:t>Click to edit Master subtitle style</a:t>
            </a:r>
            <a:endParaRPr lang="en-GB" sz="2800"/>
          </a:p>
        </p:txBody>
      </p:sp>
      <p:sp>
        <p:nvSpPr>
          <p:cNvPr id="4" name="Date Placeholder 3"/>
          <p:cNvSpPr txBox="1">
            <a:spLocks/>
          </p:cNvSpPr>
          <p:nvPr userDrawn="1"/>
        </p:nvSpPr>
        <p:spPr>
          <a:xfrm>
            <a:off x="457275" y="4772026"/>
            <a:ext cx="2133942" cy="27411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EA3FF8B-3D7E-40A3-972F-2290F6E679E5}" type="datetimeFigureOut">
              <a:rPr lang="en-GB" sz="1800" smtClean="0"/>
              <a:pPr/>
              <a:t>05/10/2023</a:t>
            </a:fld>
            <a:endParaRPr lang="en-GB" sz="1800"/>
          </a:p>
        </p:txBody>
      </p:sp>
      <p:sp>
        <p:nvSpPr>
          <p:cNvPr id="5" name="Slide Number Placeholder 5"/>
          <p:cNvSpPr txBox="1">
            <a:spLocks/>
          </p:cNvSpPr>
          <p:nvPr userDrawn="1"/>
        </p:nvSpPr>
        <p:spPr>
          <a:xfrm>
            <a:off x="6554251" y="4772026"/>
            <a:ext cx="2133942" cy="27411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0B5BB9-13EB-4BF4-AFFE-1FD7252BD932}" type="slidenum">
              <a:rPr lang="en-GB" sz="1800" smtClean="0"/>
              <a:pPr/>
              <a:t>‹#›</a:t>
            </a:fld>
            <a:endParaRPr lang="en-GB" sz="1800"/>
          </a:p>
        </p:txBody>
      </p:sp>
      <p:sp>
        <p:nvSpPr>
          <p:cNvPr id="6" name="Title 1"/>
          <p:cNvSpPr txBox="1">
            <a:spLocks/>
          </p:cNvSpPr>
          <p:nvPr userDrawn="1"/>
        </p:nvSpPr>
        <p:spPr>
          <a:xfrm>
            <a:off x="685908" y="1599416"/>
            <a:ext cx="7773646" cy="110362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400"/>
              <a:t>Click to edit Master title style</a:t>
            </a:r>
            <a:endParaRPr lang="en-GB" sz="4400"/>
          </a:p>
        </p:txBody>
      </p:sp>
      <p:sp>
        <p:nvSpPr>
          <p:cNvPr id="7" name="Subtitle 2"/>
          <p:cNvSpPr txBox="1">
            <a:spLocks/>
          </p:cNvSpPr>
          <p:nvPr userDrawn="1"/>
        </p:nvSpPr>
        <p:spPr>
          <a:xfrm>
            <a:off x="1371819" y="2917558"/>
            <a:ext cx="6401826" cy="1315763"/>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r>
              <a:rPr lang="en-US" sz="3200"/>
              <a:t>Click to edit Master subtitle style</a:t>
            </a:r>
            <a:endParaRPr lang="en-GB" sz="3200"/>
          </a:p>
        </p:txBody>
      </p:sp>
      <p:sp>
        <p:nvSpPr>
          <p:cNvPr id="8" name="Date Placeholder 3"/>
          <p:cNvSpPr txBox="1">
            <a:spLocks/>
          </p:cNvSpPr>
          <p:nvPr userDrawn="1"/>
        </p:nvSpPr>
        <p:spPr>
          <a:xfrm>
            <a:off x="457275" y="4772026"/>
            <a:ext cx="2133942" cy="274117"/>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2AC66C-F0BF-44A7-86C9-611CA48A43D7}" type="datetimeFigureOut">
              <a:rPr lang="en-GB" sz="1200" smtClean="0"/>
              <a:pPr/>
              <a:t>05/10/2023</a:t>
            </a:fld>
            <a:endParaRPr lang="en-GB" sz="1200"/>
          </a:p>
        </p:txBody>
      </p:sp>
      <p:sp>
        <p:nvSpPr>
          <p:cNvPr id="9" name="Slide Number Placeholder 5"/>
          <p:cNvSpPr txBox="1">
            <a:spLocks/>
          </p:cNvSpPr>
          <p:nvPr userDrawn="1"/>
        </p:nvSpPr>
        <p:spPr>
          <a:xfrm>
            <a:off x="6554251" y="4772026"/>
            <a:ext cx="2133942" cy="27411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4AF9087-94BC-415C-8A96-1D40BD70811D}" type="slidenum">
              <a:rPr lang="en-GB" sz="1200" smtClean="0"/>
              <a:pPr/>
              <a:t>‹#›</a:t>
            </a:fld>
            <a:endParaRPr lang="en-GB" sz="1200"/>
          </a:p>
        </p:txBody>
      </p:sp>
      <p:sp>
        <p:nvSpPr>
          <p:cNvPr id="10" name="Rectangle 9"/>
          <p:cNvSpPr/>
          <p:nvPr userDrawn="1"/>
        </p:nvSpPr>
        <p:spPr>
          <a:xfrm flipV="1">
            <a:off x="-1" y="-1"/>
            <a:ext cx="9153139" cy="6863708"/>
          </a:xfrm>
          <a:prstGeom prst="rect">
            <a:avLst/>
          </a:prstGeom>
          <a:gradFill flip="none" rotWithShape="1">
            <a:gsLst>
              <a:gs pos="0">
                <a:srgbClr val="2C2D84"/>
              </a:gs>
              <a:gs pos="66000">
                <a:srgbClr val="2E83C5"/>
              </a:gs>
              <a:gs pos="100000">
                <a:srgbClr val="9FC63B"/>
              </a:gs>
              <a:gs pos="42000">
                <a:srgbClr val="006AB4"/>
              </a:gs>
            </a:gsLst>
            <a:lin ang="18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nvGrpSpPr>
          <p:cNvPr id="11" name="Group 10"/>
          <p:cNvGrpSpPr/>
          <p:nvPr userDrawn="1"/>
        </p:nvGrpSpPr>
        <p:grpSpPr>
          <a:xfrm flipH="1">
            <a:off x="0" y="3004706"/>
            <a:ext cx="9153138" cy="3853294"/>
            <a:chOff x="1" y="1725401"/>
            <a:chExt cx="12191996" cy="5132596"/>
          </a:xfrm>
        </p:grpSpPr>
        <p:sp>
          <p:nvSpPr>
            <p:cNvPr id="12" name="Google Shape;12;p2"/>
            <p:cNvSpPr/>
            <p:nvPr userDrawn="1"/>
          </p:nvSpPr>
          <p:spPr>
            <a:xfrm rot="10800000" flipH="1">
              <a:off x="1" y="1725401"/>
              <a:ext cx="2743198" cy="1645203"/>
            </a:xfrm>
            <a:custGeom>
              <a:avLst/>
              <a:gdLst/>
              <a:ahLst/>
              <a:cxnLst/>
              <a:rect l="l" t="t" r="r" b="b"/>
              <a:pathLst>
                <a:path w="642784" h="385464" extrusionOk="0">
                  <a:moveTo>
                    <a:pt x="0" y="113368"/>
                  </a:moveTo>
                  <a:lnTo>
                    <a:pt x="0" y="385724"/>
                  </a:lnTo>
                  <a:lnTo>
                    <a:pt x="642784" y="272355"/>
                  </a:lnTo>
                  <a:lnTo>
                    <a:pt x="642784" y="0"/>
                  </a:lnTo>
                  <a:lnTo>
                    <a:pt x="0" y="113368"/>
                  </a:lnTo>
                  <a:close/>
                </a:path>
              </a:pathLst>
            </a:custGeom>
            <a:gradFill>
              <a:gsLst>
                <a:gs pos="0">
                  <a:srgbClr val="00001A">
                    <a:alpha val="7843"/>
                  </a:srgbClr>
                </a:gs>
                <a:gs pos="100000">
                  <a:srgbClr val="00001A">
                    <a:alpha val="1960"/>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3" name="Google Shape;13;p2"/>
            <p:cNvSpPr/>
            <p:nvPr userDrawn="1"/>
          </p:nvSpPr>
          <p:spPr>
            <a:xfrm rot="10800000" flipH="1">
              <a:off x="1727199" y="5517695"/>
              <a:ext cx="7600947" cy="1340302"/>
            </a:xfrm>
            <a:custGeom>
              <a:avLst/>
              <a:gdLst/>
              <a:ahLst/>
              <a:cxnLst/>
              <a:rect l="l" t="t" r="r" b="b"/>
              <a:pathLst>
                <a:path w="1781048" h="314027" extrusionOk="0">
                  <a:moveTo>
                    <a:pt x="238155" y="0"/>
                  </a:moveTo>
                  <a:lnTo>
                    <a:pt x="0" y="42004"/>
                  </a:lnTo>
                  <a:lnTo>
                    <a:pt x="0" y="314359"/>
                  </a:lnTo>
                  <a:lnTo>
                    <a:pt x="1782389" y="0"/>
                  </a:lnTo>
                  <a:lnTo>
                    <a:pt x="238155" y="0"/>
                  </a:lnTo>
                  <a:close/>
                </a:path>
              </a:pathLst>
            </a:custGeom>
            <a:gradFill>
              <a:gsLst>
                <a:gs pos="0">
                  <a:srgbClr val="00001A">
                    <a:alpha val="7843"/>
                  </a:srgbClr>
                </a:gs>
                <a:gs pos="100000">
                  <a:srgbClr val="00001A">
                    <a:alpha val="1960"/>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4" name="Google Shape;14;p2"/>
            <p:cNvSpPr/>
            <p:nvPr userDrawn="1"/>
          </p:nvSpPr>
          <p:spPr>
            <a:xfrm rot="10800000" flipH="1">
              <a:off x="7753345" y="4255937"/>
              <a:ext cx="4438646" cy="1943757"/>
            </a:xfrm>
            <a:custGeom>
              <a:avLst/>
              <a:gdLst/>
              <a:ahLst/>
              <a:cxnLst/>
              <a:rect l="l" t="t" r="r" b="b"/>
              <a:pathLst>
                <a:path w="1040060" h="455414" extrusionOk="0">
                  <a:moveTo>
                    <a:pt x="1040061" y="0"/>
                  </a:moveTo>
                  <a:lnTo>
                    <a:pt x="0" y="184194"/>
                  </a:lnTo>
                  <a:lnTo>
                    <a:pt x="0" y="456550"/>
                  </a:lnTo>
                  <a:lnTo>
                    <a:pt x="1040061" y="272355"/>
                  </a:lnTo>
                  <a:lnTo>
                    <a:pt x="1040061" y="0"/>
                  </a:lnTo>
                  <a:close/>
                </a:path>
              </a:pathLst>
            </a:custGeom>
            <a:gradFill>
              <a:gsLst>
                <a:gs pos="0">
                  <a:srgbClr val="00001A">
                    <a:alpha val="1960"/>
                  </a:srgbClr>
                </a:gs>
                <a:gs pos="100000">
                  <a:srgbClr val="00001A">
                    <a:alpha val="7843"/>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5" name="Google Shape;16;p2"/>
            <p:cNvSpPr/>
            <p:nvPr userDrawn="1"/>
          </p:nvSpPr>
          <p:spPr>
            <a:xfrm rot="10800000" flipH="1">
              <a:off x="10915648" y="2490041"/>
              <a:ext cx="1276349" cy="1384766"/>
            </a:xfrm>
            <a:custGeom>
              <a:avLst/>
              <a:gdLst/>
              <a:ahLst/>
              <a:cxnLst/>
              <a:rect l="l" t="t" r="r" b="b"/>
              <a:pathLst>
                <a:path w="299073" h="324445" extrusionOk="0">
                  <a:moveTo>
                    <a:pt x="299073" y="0"/>
                  </a:moveTo>
                  <a:lnTo>
                    <a:pt x="0" y="52748"/>
                  </a:lnTo>
                  <a:lnTo>
                    <a:pt x="0" y="325103"/>
                  </a:lnTo>
                  <a:lnTo>
                    <a:pt x="299073" y="272355"/>
                  </a:lnTo>
                  <a:lnTo>
                    <a:pt x="299073" y="0"/>
                  </a:lnTo>
                  <a:close/>
                </a:path>
              </a:pathLst>
            </a:custGeom>
            <a:gradFill>
              <a:gsLst>
                <a:gs pos="0">
                  <a:srgbClr val="00001A">
                    <a:alpha val="7843"/>
                  </a:srgbClr>
                </a:gs>
                <a:gs pos="100000">
                  <a:srgbClr val="00001A">
                    <a:alpha val="1960"/>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6" name="Google Shape;17;p2"/>
            <p:cNvSpPr/>
            <p:nvPr userDrawn="1"/>
          </p:nvSpPr>
          <p:spPr>
            <a:xfrm rot="10800000" flipH="1">
              <a:off x="2730495" y="4531589"/>
              <a:ext cx="2381248" cy="1581685"/>
            </a:xfrm>
            <a:custGeom>
              <a:avLst/>
              <a:gdLst/>
              <a:ahLst/>
              <a:cxnLst/>
              <a:rect l="l" t="t" r="r" b="b"/>
              <a:pathLst>
                <a:path w="557972" h="370582" extrusionOk="0">
                  <a:moveTo>
                    <a:pt x="0" y="98410"/>
                  </a:moveTo>
                  <a:lnTo>
                    <a:pt x="0" y="370765"/>
                  </a:lnTo>
                  <a:lnTo>
                    <a:pt x="557973" y="272355"/>
                  </a:lnTo>
                  <a:lnTo>
                    <a:pt x="557973" y="0"/>
                  </a:lnTo>
                  <a:lnTo>
                    <a:pt x="0" y="98410"/>
                  </a:lnTo>
                  <a:close/>
                </a:path>
              </a:pathLst>
            </a:custGeom>
            <a:gradFill>
              <a:gsLst>
                <a:gs pos="0">
                  <a:srgbClr val="FFFFFF">
                    <a:alpha val="4705"/>
                  </a:srgbClr>
                </a:gs>
                <a:gs pos="100000">
                  <a:srgbClr val="FFFFFF">
                    <a:alpha val="11764"/>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7" name="Google Shape;18;p2"/>
            <p:cNvSpPr/>
            <p:nvPr userDrawn="1"/>
          </p:nvSpPr>
          <p:spPr>
            <a:xfrm rot="10800000" flipH="1">
              <a:off x="11366499" y="3735061"/>
              <a:ext cx="825498" cy="1302188"/>
            </a:xfrm>
            <a:custGeom>
              <a:avLst/>
              <a:gdLst/>
              <a:ahLst/>
              <a:cxnLst/>
              <a:rect l="l" t="t" r="r" b="b"/>
              <a:pathLst>
                <a:path w="193430" h="305097" extrusionOk="0">
                  <a:moveTo>
                    <a:pt x="193430" y="0"/>
                  </a:moveTo>
                  <a:lnTo>
                    <a:pt x="0" y="34116"/>
                  </a:lnTo>
                  <a:lnTo>
                    <a:pt x="0" y="306471"/>
                  </a:lnTo>
                  <a:lnTo>
                    <a:pt x="193430" y="272355"/>
                  </a:lnTo>
                  <a:lnTo>
                    <a:pt x="193430" y="0"/>
                  </a:lnTo>
                  <a:close/>
                </a:path>
              </a:pathLst>
            </a:custGeom>
            <a:gradFill>
              <a:gsLst>
                <a:gs pos="0">
                  <a:srgbClr val="FFFFFF">
                    <a:alpha val="11764"/>
                  </a:srgbClr>
                </a:gs>
                <a:gs pos="100000">
                  <a:srgbClr val="FFFFFF">
                    <a:alpha val="4705"/>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grpSp>
      <p:pic>
        <p:nvPicPr>
          <p:cNvPr id="21" name="Picture 20"/>
          <p:cNvPicPr>
            <a:picLocks noChangeAspect="1"/>
          </p:cNvPicPr>
          <p:nvPr userDrawn="1"/>
        </p:nvPicPr>
        <p:blipFill rotWithShape="1">
          <a:blip r:embed="rId2" cstate="print">
            <a:extLst>
              <a:ext uri="{28A0092B-C50C-407E-A947-70E740481C1C}">
                <a14:useLocalDpi xmlns:a14="http://schemas.microsoft.com/office/drawing/2010/main" val="0"/>
              </a:ext>
            </a:extLst>
          </a:blip>
          <a:srcRect t="4862"/>
          <a:stretch/>
        </p:blipFill>
        <p:spPr>
          <a:xfrm>
            <a:off x="513861" y="1"/>
            <a:ext cx="1427067" cy="1818895"/>
          </a:xfrm>
          <a:prstGeom prst="rect">
            <a:avLst/>
          </a:prstGeom>
        </p:spPr>
      </p:pic>
      <p:pic>
        <p:nvPicPr>
          <p:cNvPr id="22" name="Picture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096000" y="5131521"/>
            <a:ext cx="3054043" cy="1767693"/>
          </a:xfrm>
          <a:prstGeom prst="rect">
            <a:avLst/>
          </a:prstGeom>
        </p:spPr>
      </p:pic>
    </p:spTree>
    <p:extLst>
      <p:ext uri="{BB962C8B-B14F-4D97-AF65-F5344CB8AC3E}">
        <p14:creationId xmlns:p14="http://schemas.microsoft.com/office/powerpoint/2010/main" val="3691467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10/5/2023</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7624819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5.PNG"/><Relationship Id="rId7" Type="http://schemas.openxmlformats.org/officeDocument/2006/relationships/diagramColors" Target="../diagrams/colors2.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3.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32.PNG"/><Relationship Id="rId7" Type="http://schemas.openxmlformats.org/officeDocument/2006/relationships/diagramColors" Target="../diagrams/colors8.xml"/><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p:cNvSpPr>
            <a:spLocks noGrp="1"/>
          </p:cNvSpPr>
          <p:nvPr>
            <p:ph type="ctrTitle" idx="4294967295"/>
          </p:nvPr>
        </p:nvSpPr>
        <p:spPr>
          <a:xfrm>
            <a:off x="446918" y="2225614"/>
            <a:ext cx="7888288" cy="2260121"/>
          </a:xfrm>
        </p:spPr>
        <p:txBody>
          <a:bodyPr anchor="b">
            <a:normAutofit fontScale="90000"/>
          </a:bodyPr>
          <a:lstStyle>
            <a:lvl1pPr algn="l">
              <a:defRPr sz="4800"/>
            </a:lvl1pPr>
          </a:lstStyle>
          <a:p>
            <a:br>
              <a:rPr lang="en-US" dirty="0">
                <a:solidFill>
                  <a:schemeClr val="bg2"/>
                </a:solidFill>
              </a:rPr>
            </a:br>
            <a:br>
              <a:rPr lang="en-US" dirty="0">
                <a:solidFill>
                  <a:schemeClr val="bg2"/>
                </a:solidFill>
              </a:rPr>
            </a:br>
            <a:br>
              <a:rPr lang="en-US" dirty="0">
                <a:solidFill>
                  <a:schemeClr val="bg2"/>
                </a:solidFill>
              </a:rPr>
            </a:br>
            <a:br>
              <a:rPr lang="en-US" dirty="0">
                <a:solidFill>
                  <a:schemeClr val="bg2"/>
                </a:solidFill>
              </a:rPr>
            </a:br>
            <a:br>
              <a:rPr lang="en-US" dirty="0">
                <a:solidFill>
                  <a:schemeClr val="bg2"/>
                </a:solidFill>
              </a:rPr>
            </a:br>
            <a:r>
              <a:rPr lang="en-GB" sz="4900" b="1" dirty="0">
                <a:solidFill>
                  <a:schemeClr val="bg2"/>
                </a:solidFill>
              </a:rPr>
              <a:t>Empowering Educators:</a:t>
            </a:r>
            <a:r>
              <a:rPr lang="en-GB" b="1" dirty="0">
                <a:solidFill>
                  <a:schemeClr val="bg2"/>
                </a:solidFill>
              </a:rPr>
              <a:t> </a:t>
            </a:r>
            <a:br>
              <a:rPr lang="en-GB" b="1" dirty="0">
                <a:solidFill>
                  <a:schemeClr val="bg2"/>
                </a:solidFill>
              </a:rPr>
            </a:br>
            <a:r>
              <a:rPr lang="en-GB" sz="3100" b="1" dirty="0">
                <a:solidFill>
                  <a:schemeClr val="bg2"/>
                </a:solidFill>
              </a:rPr>
              <a:t>Strategies for Fostering Resilience and Well-being in Schools</a:t>
            </a:r>
            <a:br>
              <a:rPr lang="en-US" dirty="0">
                <a:solidFill>
                  <a:schemeClr val="bg2"/>
                </a:solidFill>
              </a:rPr>
            </a:br>
            <a:br>
              <a:rPr lang="en-US" dirty="0">
                <a:solidFill>
                  <a:schemeClr val="bg2"/>
                </a:solidFill>
              </a:rPr>
            </a:br>
            <a:endParaRPr lang="en-GB" dirty="0">
              <a:solidFill>
                <a:schemeClr val="bg2"/>
              </a:solidFill>
            </a:endParaRPr>
          </a:p>
        </p:txBody>
      </p:sp>
      <p:sp>
        <p:nvSpPr>
          <p:cNvPr id="23" name="Subtitle 2"/>
          <p:cNvSpPr>
            <a:spLocks noGrp="1"/>
          </p:cNvSpPr>
          <p:nvPr>
            <p:ph type="subTitle" idx="4294967295"/>
          </p:nvPr>
        </p:nvSpPr>
        <p:spPr>
          <a:xfrm>
            <a:off x="446918" y="3898064"/>
            <a:ext cx="7888288" cy="1455737"/>
          </a:xfrm>
        </p:spPr>
        <p:txBody>
          <a:bodyPr>
            <a:norm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solidFill>
                  <a:schemeClr val="bg2"/>
                </a:solidFill>
              </a:rPr>
              <a:t>Dr Scott I-Patrick CPsychol</a:t>
            </a:r>
          </a:p>
          <a:p>
            <a:r>
              <a:rPr lang="en-US" dirty="0">
                <a:solidFill>
                  <a:schemeClr val="bg2"/>
                </a:solidFill>
              </a:rPr>
              <a:t>Senior Educational Psychologist </a:t>
            </a:r>
          </a:p>
          <a:p>
            <a:endParaRPr lang="en-US" dirty="0">
              <a:solidFill>
                <a:schemeClr val="bg2"/>
              </a:solidFill>
            </a:endParaRPr>
          </a:p>
        </p:txBody>
      </p:sp>
    </p:spTree>
    <p:extLst>
      <p:ext uri="{BB962C8B-B14F-4D97-AF65-F5344CB8AC3E}">
        <p14:creationId xmlns:p14="http://schemas.microsoft.com/office/powerpoint/2010/main" val="1775890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B4678-8D2B-2057-CC57-9D3619AA6417}"/>
              </a:ext>
            </a:extLst>
          </p:cNvPr>
          <p:cNvSpPr>
            <a:spLocks noGrp="1"/>
          </p:cNvSpPr>
          <p:nvPr>
            <p:ph type="title"/>
          </p:nvPr>
        </p:nvSpPr>
        <p:spPr>
          <a:xfrm>
            <a:off x="628650" y="365126"/>
            <a:ext cx="7886700" cy="1325563"/>
          </a:xfrm>
        </p:spPr>
        <p:txBody>
          <a:bodyPr anchor="ctr">
            <a:normAutofit/>
          </a:bodyPr>
          <a:lstStyle/>
          <a:p>
            <a:r>
              <a:rPr lang="en-GB" dirty="0"/>
              <a:t>Session Aims</a:t>
            </a:r>
          </a:p>
        </p:txBody>
      </p:sp>
      <p:graphicFrame>
        <p:nvGraphicFramePr>
          <p:cNvPr id="9" name="Content Placeholder 6">
            <a:extLst>
              <a:ext uri="{FF2B5EF4-FFF2-40B4-BE49-F238E27FC236}">
                <a16:creationId xmlns:a16="http://schemas.microsoft.com/office/drawing/2014/main" id="{E3EE744D-5FD3-2A74-3AD0-F05DD85B8B25}"/>
              </a:ext>
            </a:extLst>
          </p:cNvPr>
          <p:cNvGraphicFramePr>
            <a:graphicFrameLocks noGrp="1"/>
          </p:cNvGraphicFramePr>
          <p:nvPr>
            <p:ph idx="1"/>
            <p:extLst>
              <p:ext uri="{D42A27DB-BD31-4B8C-83A1-F6EECF244321}">
                <p14:modId xmlns:p14="http://schemas.microsoft.com/office/powerpoint/2010/main" val="1453572590"/>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01554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EC1A0-1654-E26F-3AE8-DC828E09BB56}"/>
              </a:ext>
            </a:extLst>
          </p:cNvPr>
          <p:cNvSpPr>
            <a:spLocks noGrp="1"/>
          </p:cNvSpPr>
          <p:nvPr>
            <p:ph type="title"/>
          </p:nvPr>
        </p:nvSpPr>
        <p:spPr>
          <a:xfrm>
            <a:off x="628650" y="365126"/>
            <a:ext cx="7886700" cy="1325563"/>
          </a:xfrm>
        </p:spPr>
        <p:txBody>
          <a:bodyPr anchor="ctr">
            <a:normAutofit/>
          </a:bodyPr>
          <a:lstStyle/>
          <a:p>
            <a:r>
              <a:rPr lang="en-GB" dirty="0"/>
              <a:t>Intended Outcomes</a:t>
            </a:r>
          </a:p>
        </p:txBody>
      </p:sp>
      <p:sp>
        <p:nvSpPr>
          <p:cNvPr id="3" name="Subtitle 2">
            <a:extLst>
              <a:ext uri="{FF2B5EF4-FFF2-40B4-BE49-F238E27FC236}">
                <a16:creationId xmlns:a16="http://schemas.microsoft.com/office/drawing/2014/main" id="{4F1409E8-07FD-273D-FF99-CF95497C91F9}"/>
              </a:ext>
            </a:extLst>
          </p:cNvPr>
          <p:cNvSpPr>
            <a:spLocks noGrp="1"/>
          </p:cNvSpPr>
          <p:nvPr>
            <p:ph idx="1"/>
          </p:nvPr>
        </p:nvSpPr>
        <p:spPr>
          <a:xfrm>
            <a:off x="628650" y="1825625"/>
            <a:ext cx="7886700" cy="4351338"/>
          </a:xfrm>
        </p:spPr>
        <p:txBody>
          <a:bodyPr>
            <a:normAutofit/>
          </a:bodyPr>
          <a:lstStyle/>
          <a:p>
            <a:r>
              <a:rPr lang="en-GB" dirty="0"/>
              <a:t>Practical tools for enhancing well-being</a:t>
            </a:r>
          </a:p>
          <a:p>
            <a:r>
              <a:rPr lang="en-GB" dirty="0"/>
              <a:t>Strategies for creating a positive school environment</a:t>
            </a:r>
          </a:p>
          <a:p>
            <a:endParaRPr lang="en-GB" dirty="0"/>
          </a:p>
        </p:txBody>
      </p:sp>
    </p:spTree>
    <p:extLst>
      <p:ext uri="{BB962C8B-B14F-4D97-AF65-F5344CB8AC3E}">
        <p14:creationId xmlns:p14="http://schemas.microsoft.com/office/powerpoint/2010/main" val="3676885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66AF527-B6AB-0433-705D-21D91AEE30BF}"/>
              </a:ext>
            </a:extLst>
          </p:cNvPr>
          <p:cNvSpPr>
            <a:spLocks noGrp="1"/>
          </p:cNvSpPr>
          <p:nvPr>
            <p:ph type="title"/>
          </p:nvPr>
        </p:nvSpPr>
        <p:spPr>
          <a:xfrm>
            <a:off x="628650" y="365126"/>
            <a:ext cx="7886700" cy="1325563"/>
          </a:xfrm>
        </p:spPr>
        <p:txBody>
          <a:bodyPr anchor="ctr">
            <a:normAutofit/>
          </a:bodyPr>
          <a:lstStyle/>
          <a:p>
            <a:r>
              <a:rPr lang="en-US" dirty="0"/>
              <a:t>Encapsulating Well-being</a:t>
            </a:r>
          </a:p>
        </p:txBody>
      </p:sp>
      <p:sp>
        <p:nvSpPr>
          <p:cNvPr id="3" name="Text Placeholder 2">
            <a:extLst>
              <a:ext uri="{FF2B5EF4-FFF2-40B4-BE49-F238E27FC236}">
                <a16:creationId xmlns:a16="http://schemas.microsoft.com/office/drawing/2014/main" id="{D3509E5E-F779-CDB2-A48E-1608DEB82215}"/>
              </a:ext>
            </a:extLst>
          </p:cNvPr>
          <p:cNvSpPr>
            <a:spLocks noGrp="1"/>
          </p:cNvSpPr>
          <p:nvPr>
            <p:ph idx="1"/>
          </p:nvPr>
        </p:nvSpPr>
        <p:spPr>
          <a:xfrm>
            <a:off x="628650" y="1825625"/>
            <a:ext cx="7886700" cy="4351338"/>
          </a:xfrm>
        </p:spPr>
        <p:txBody>
          <a:bodyPr>
            <a:normAutofit/>
          </a:bodyPr>
          <a:lstStyle/>
          <a:p>
            <a:r>
              <a:rPr lang="en-GB"/>
              <a:t>Well-being could be likened to the foundation of a school building. Just as a strong, stable foundation is essential for the safety and function of a school, well-being is the underpinning that supports not only the academic but also the emotional and psychological development of students and staff. When the foundation is robust, the building can weather storms and stand tall; similarly, a focus on well-being allows everyone within the school community to thrive, even in challenging times. </a:t>
            </a:r>
          </a:p>
        </p:txBody>
      </p:sp>
    </p:spTree>
    <p:extLst>
      <p:ext uri="{BB962C8B-B14F-4D97-AF65-F5344CB8AC3E}">
        <p14:creationId xmlns:p14="http://schemas.microsoft.com/office/powerpoint/2010/main" val="38045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917F0-BEBD-9473-55DF-435C221ABD26}"/>
              </a:ext>
            </a:extLst>
          </p:cNvPr>
          <p:cNvSpPr>
            <a:spLocks noGrp="1"/>
          </p:cNvSpPr>
          <p:nvPr>
            <p:ph type="title"/>
          </p:nvPr>
        </p:nvSpPr>
        <p:spPr>
          <a:xfrm>
            <a:off x="628650" y="365126"/>
            <a:ext cx="7886700" cy="1325563"/>
          </a:xfrm>
        </p:spPr>
        <p:txBody>
          <a:bodyPr anchor="ctr">
            <a:normAutofit/>
          </a:bodyPr>
          <a:lstStyle/>
          <a:p>
            <a:r>
              <a:rPr lang="en-GB" dirty="0"/>
              <a:t>Introduction: The Importance of Well-being</a:t>
            </a:r>
          </a:p>
        </p:txBody>
      </p:sp>
      <p:pic>
        <p:nvPicPr>
          <p:cNvPr id="6" name="Content Placeholder 5" descr="A person with a tree in her head&#10;&#10;Description automatically generated">
            <a:extLst>
              <a:ext uri="{FF2B5EF4-FFF2-40B4-BE49-F238E27FC236}">
                <a16:creationId xmlns:a16="http://schemas.microsoft.com/office/drawing/2014/main" id="{1182B4A8-CC1F-C390-F8E0-BEA75DFD8B2A}"/>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572000" y="2668632"/>
            <a:ext cx="3886200" cy="2649139"/>
          </a:xfrm>
        </p:spPr>
      </p:pic>
      <p:graphicFrame>
        <p:nvGraphicFramePr>
          <p:cNvPr id="5" name="Content Placeholder 2">
            <a:extLst>
              <a:ext uri="{FF2B5EF4-FFF2-40B4-BE49-F238E27FC236}">
                <a16:creationId xmlns:a16="http://schemas.microsoft.com/office/drawing/2014/main" id="{ABFBC6F5-467A-DA53-497C-98BFAA067340}"/>
              </a:ext>
            </a:extLst>
          </p:cNvPr>
          <p:cNvGraphicFramePr>
            <a:graphicFrameLocks noGrp="1"/>
          </p:cNvGraphicFramePr>
          <p:nvPr>
            <p:ph sz="half" idx="1"/>
            <p:extLst>
              <p:ext uri="{D42A27DB-BD31-4B8C-83A1-F6EECF244321}">
                <p14:modId xmlns:p14="http://schemas.microsoft.com/office/powerpoint/2010/main" val="648879317"/>
              </p:ext>
            </p:extLst>
          </p:nvPr>
        </p:nvGraphicFramePr>
        <p:xfrm>
          <a:off x="628650" y="1825625"/>
          <a:ext cx="38862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973042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CE39A-0D45-7D0D-0055-9D8BBCC18509}"/>
              </a:ext>
            </a:extLst>
          </p:cNvPr>
          <p:cNvSpPr>
            <a:spLocks noGrp="1"/>
          </p:cNvSpPr>
          <p:nvPr>
            <p:ph type="title"/>
          </p:nvPr>
        </p:nvSpPr>
        <p:spPr>
          <a:xfrm>
            <a:off x="628650" y="365126"/>
            <a:ext cx="7886700" cy="1325563"/>
          </a:xfrm>
        </p:spPr>
        <p:txBody>
          <a:bodyPr anchor="ctr">
            <a:normAutofit/>
          </a:bodyPr>
          <a:lstStyle/>
          <a:p>
            <a:r>
              <a:rPr lang="en-GB" dirty="0"/>
              <a:t>What is Positive Psychology?</a:t>
            </a:r>
          </a:p>
        </p:txBody>
      </p:sp>
      <p:graphicFrame>
        <p:nvGraphicFramePr>
          <p:cNvPr id="5" name="Content Placeholder 2">
            <a:extLst>
              <a:ext uri="{FF2B5EF4-FFF2-40B4-BE49-F238E27FC236}">
                <a16:creationId xmlns:a16="http://schemas.microsoft.com/office/drawing/2014/main" id="{E8EF2F05-CA40-7554-9EB3-46D66F227A8B}"/>
              </a:ext>
            </a:extLst>
          </p:cNvPr>
          <p:cNvGraphicFramePr>
            <a:graphicFrameLocks noGrp="1"/>
          </p:cNvGraphicFramePr>
          <p:nvPr>
            <p:ph idx="1"/>
            <p:extLst>
              <p:ext uri="{D42A27DB-BD31-4B8C-83A1-F6EECF244321}">
                <p14:modId xmlns:p14="http://schemas.microsoft.com/office/powerpoint/2010/main" val="2869936813"/>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65634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27A7C-21DB-2463-367F-8F4A34A79144}"/>
              </a:ext>
            </a:extLst>
          </p:cNvPr>
          <p:cNvSpPr>
            <a:spLocks noGrp="1"/>
          </p:cNvSpPr>
          <p:nvPr>
            <p:ph type="title"/>
          </p:nvPr>
        </p:nvSpPr>
        <p:spPr>
          <a:xfrm>
            <a:off x="628650" y="365126"/>
            <a:ext cx="7886700" cy="1325563"/>
          </a:xfrm>
        </p:spPr>
        <p:txBody>
          <a:bodyPr anchor="ctr">
            <a:normAutofit/>
          </a:bodyPr>
          <a:lstStyle/>
          <a:p>
            <a:r>
              <a:rPr lang="en-GB" dirty="0"/>
              <a:t>The PERMA Model: An Introduction</a:t>
            </a:r>
          </a:p>
        </p:txBody>
      </p:sp>
      <p:graphicFrame>
        <p:nvGraphicFramePr>
          <p:cNvPr id="5" name="Content Placeholder 2">
            <a:extLst>
              <a:ext uri="{FF2B5EF4-FFF2-40B4-BE49-F238E27FC236}">
                <a16:creationId xmlns:a16="http://schemas.microsoft.com/office/drawing/2014/main" id="{48C8DDD4-EF97-E33A-AE36-EFD84BE083EB}"/>
              </a:ext>
            </a:extLst>
          </p:cNvPr>
          <p:cNvGraphicFramePr>
            <a:graphicFrameLocks noGrp="1"/>
          </p:cNvGraphicFramePr>
          <p:nvPr>
            <p:ph idx="1"/>
            <p:extLst>
              <p:ext uri="{D42A27DB-BD31-4B8C-83A1-F6EECF244321}">
                <p14:modId xmlns:p14="http://schemas.microsoft.com/office/powerpoint/2010/main" val="175815828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84891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48A13-F025-3288-EED8-4427D4D61A47}"/>
              </a:ext>
            </a:extLst>
          </p:cNvPr>
          <p:cNvSpPr>
            <a:spLocks noGrp="1"/>
          </p:cNvSpPr>
          <p:nvPr>
            <p:ph type="title"/>
          </p:nvPr>
        </p:nvSpPr>
        <p:spPr>
          <a:xfrm>
            <a:off x="628650" y="365126"/>
            <a:ext cx="7886700" cy="1325563"/>
          </a:xfrm>
        </p:spPr>
        <p:txBody>
          <a:bodyPr anchor="ctr">
            <a:normAutofit/>
          </a:bodyPr>
          <a:lstStyle/>
          <a:p>
            <a:r>
              <a:rPr lang="en-GB" dirty="0"/>
              <a:t>Positive Emotion: The Fuel for Well-being</a:t>
            </a:r>
          </a:p>
        </p:txBody>
      </p:sp>
      <p:graphicFrame>
        <p:nvGraphicFramePr>
          <p:cNvPr id="5" name="Content Placeholder 2">
            <a:extLst>
              <a:ext uri="{FF2B5EF4-FFF2-40B4-BE49-F238E27FC236}">
                <a16:creationId xmlns:a16="http://schemas.microsoft.com/office/drawing/2014/main" id="{5DF05C61-08AC-0C28-A8D7-FE74821B974E}"/>
              </a:ext>
            </a:extLst>
          </p:cNvPr>
          <p:cNvGraphicFramePr>
            <a:graphicFrameLocks noGrp="1"/>
          </p:cNvGraphicFramePr>
          <p:nvPr>
            <p:ph idx="1"/>
            <p:extLst>
              <p:ext uri="{D42A27DB-BD31-4B8C-83A1-F6EECF244321}">
                <p14:modId xmlns:p14="http://schemas.microsoft.com/office/powerpoint/2010/main" val="874318171"/>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59385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97AC1-DEB8-96CD-F6A1-6B9D2B442AFF}"/>
              </a:ext>
            </a:extLst>
          </p:cNvPr>
          <p:cNvSpPr>
            <a:spLocks noGrp="1"/>
          </p:cNvSpPr>
          <p:nvPr>
            <p:ph type="title"/>
          </p:nvPr>
        </p:nvSpPr>
        <p:spPr/>
        <p:txBody>
          <a:bodyPr/>
          <a:lstStyle/>
          <a:p>
            <a:r>
              <a:rPr lang="en-GB" dirty="0"/>
              <a:t>Theory of Affect Script </a:t>
            </a:r>
          </a:p>
        </p:txBody>
      </p:sp>
      <p:pic>
        <p:nvPicPr>
          <p:cNvPr id="4" name="Content Placeholder 3">
            <a:extLst>
              <a:ext uri="{FF2B5EF4-FFF2-40B4-BE49-F238E27FC236}">
                <a16:creationId xmlns:a16="http://schemas.microsoft.com/office/drawing/2014/main" id="{4BCBE2B0-DA9F-6684-600A-12F25289A178}"/>
              </a:ext>
            </a:extLst>
          </p:cNvPr>
          <p:cNvPicPr>
            <a:picLocks noGrp="1" noChangeAspect="1"/>
          </p:cNvPicPr>
          <p:nvPr>
            <p:ph idx="1"/>
          </p:nvPr>
        </p:nvPicPr>
        <p:blipFill>
          <a:blip r:embed="rId3"/>
          <a:stretch>
            <a:fillRect/>
          </a:stretch>
        </p:blipFill>
        <p:spPr>
          <a:xfrm>
            <a:off x="628650" y="2600459"/>
            <a:ext cx="7886700" cy="2801669"/>
          </a:xfrm>
          <a:prstGeom prst="rect">
            <a:avLst/>
          </a:prstGeom>
        </p:spPr>
      </p:pic>
    </p:spTree>
    <p:extLst>
      <p:ext uri="{BB962C8B-B14F-4D97-AF65-F5344CB8AC3E}">
        <p14:creationId xmlns:p14="http://schemas.microsoft.com/office/powerpoint/2010/main" val="1226512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0D6B6-C08D-4151-3CA1-75F27179D3CA}"/>
              </a:ext>
            </a:extLst>
          </p:cNvPr>
          <p:cNvSpPr>
            <a:spLocks noGrp="1"/>
          </p:cNvSpPr>
          <p:nvPr>
            <p:ph type="title"/>
          </p:nvPr>
        </p:nvSpPr>
        <p:spPr>
          <a:xfrm>
            <a:off x="628650" y="365126"/>
            <a:ext cx="7886700" cy="1325563"/>
          </a:xfrm>
        </p:spPr>
        <p:txBody>
          <a:bodyPr anchor="ctr">
            <a:normAutofit/>
          </a:bodyPr>
          <a:lstStyle/>
          <a:p>
            <a:r>
              <a:rPr lang="en-GB" dirty="0"/>
              <a:t>Maximizing Positive Affect, Minimizing Negative Affects</a:t>
            </a:r>
          </a:p>
        </p:txBody>
      </p:sp>
      <p:graphicFrame>
        <p:nvGraphicFramePr>
          <p:cNvPr id="6" name="Content Placeholder 2">
            <a:extLst>
              <a:ext uri="{FF2B5EF4-FFF2-40B4-BE49-F238E27FC236}">
                <a16:creationId xmlns:a16="http://schemas.microsoft.com/office/drawing/2014/main" id="{9F515F72-3307-7737-AC44-95350552837D}"/>
              </a:ext>
            </a:extLst>
          </p:cNvPr>
          <p:cNvGraphicFramePr>
            <a:graphicFrameLocks noGrp="1"/>
          </p:cNvGraphicFramePr>
          <p:nvPr>
            <p:ph idx="1"/>
            <p:extLst>
              <p:ext uri="{D42A27DB-BD31-4B8C-83A1-F6EECF244321}">
                <p14:modId xmlns:p14="http://schemas.microsoft.com/office/powerpoint/2010/main" val="85412367"/>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56171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3349-3FB4-EE3E-45DF-394B5A26090A}"/>
              </a:ext>
            </a:extLst>
          </p:cNvPr>
          <p:cNvSpPr>
            <a:spLocks noGrp="1"/>
          </p:cNvSpPr>
          <p:nvPr>
            <p:ph type="title"/>
          </p:nvPr>
        </p:nvSpPr>
        <p:spPr>
          <a:xfrm>
            <a:off x="628650" y="365126"/>
            <a:ext cx="7886700" cy="1325563"/>
          </a:xfrm>
        </p:spPr>
        <p:txBody>
          <a:bodyPr anchor="ctr">
            <a:normAutofit/>
          </a:bodyPr>
          <a:lstStyle/>
          <a:p>
            <a:r>
              <a:rPr lang="en-GB" dirty="0"/>
              <a:t>Compass of Shame Scripts</a:t>
            </a:r>
          </a:p>
        </p:txBody>
      </p:sp>
      <p:pic>
        <p:nvPicPr>
          <p:cNvPr id="5" name="Content Placeholder 4" descr="Diagram&#10;&#10;Description automatically generated">
            <a:extLst>
              <a:ext uri="{FF2B5EF4-FFF2-40B4-BE49-F238E27FC236}">
                <a16:creationId xmlns:a16="http://schemas.microsoft.com/office/drawing/2014/main" id="{D4B59C51-3527-CEB6-BE74-0EDB9AC4DC77}"/>
              </a:ext>
            </a:extLst>
          </p:cNvPr>
          <p:cNvPicPr>
            <a:picLocks noGrp="1" noChangeAspect="1"/>
          </p:cNvPicPr>
          <p:nvPr>
            <p:ph idx="1"/>
          </p:nvPr>
        </p:nvPicPr>
        <p:blipFill>
          <a:blip r:embed="rId3"/>
          <a:stretch>
            <a:fillRect/>
          </a:stretch>
        </p:blipFill>
        <p:spPr>
          <a:xfrm>
            <a:off x="1384206" y="1825625"/>
            <a:ext cx="6375587" cy="4351338"/>
          </a:xfrm>
          <a:prstGeom prst="rect">
            <a:avLst/>
          </a:prstGeom>
          <a:noFill/>
        </p:spPr>
      </p:pic>
    </p:spTree>
    <p:extLst>
      <p:ext uri="{BB962C8B-B14F-4D97-AF65-F5344CB8AC3E}">
        <p14:creationId xmlns:p14="http://schemas.microsoft.com/office/powerpoint/2010/main" val="3141451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42CA7-EEEF-C35D-7ACE-D3815607942C}"/>
              </a:ext>
            </a:extLst>
          </p:cNvPr>
          <p:cNvSpPr>
            <a:spLocks noGrp="1"/>
          </p:cNvSpPr>
          <p:nvPr>
            <p:ph type="title"/>
          </p:nvPr>
        </p:nvSpPr>
        <p:spPr>
          <a:xfrm>
            <a:off x="628650" y="365126"/>
            <a:ext cx="7886700" cy="1325563"/>
          </a:xfrm>
        </p:spPr>
        <p:txBody>
          <a:bodyPr anchor="ctr">
            <a:normAutofit/>
          </a:bodyPr>
          <a:lstStyle/>
          <a:p>
            <a:r>
              <a:rPr lang="en-GB" dirty="0"/>
              <a:t>Engagement</a:t>
            </a:r>
          </a:p>
        </p:txBody>
      </p:sp>
      <p:graphicFrame>
        <p:nvGraphicFramePr>
          <p:cNvPr id="5" name="Content Placeholder 2">
            <a:extLst>
              <a:ext uri="{FF2B5EF4-FFF2-40B4-BE49-F238E27FC236}">
                <a16:creationId xmlns:a16="http://schemas.microsoft.com/office/drawing/2014/main" id="{8446FC98-FAEC-964A-B873-BCEF46382B03}"/>
              </a:ext>
            </a:extLst>
          </p:cNvPr>
          <p:cNvGraphicFramePr>
            <a:graphicFrameLocks noGrp="1"/>
          </p:cNvGraphicFramePr>
          <p:nvPr>
            <p:ph idx="1"/>
            <p:extLst>
              <p:ext uri="{D42A27DB-BD31-4B8C-83A1-F6EECF244321}">
                <p14:modId xmlns:p14="http://schemas.microsoft.com/office/powerpoint/2010/main" val="1462019588"/>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48716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F0E66-162C-D0CE-C580-CAEED28968C7}"/>
              </a:ext>
            </a:extLst>
          </p:cNvPr>
          <p:cNvSpPr>
            <a:spLocks noGrp="1"/>
          </p:cNvSpPr>
          <p:nvPr>
            <p:ph type="title"/>
          </p:nvPr>
        </p:nvSpPr>
        <p:spPr>
          <a:xfrm>
            <a:off x="628650" y="365126"/>
            <a:ext cx="7886700" cy="1325563"/>
          </a:xfrm>
        </p:spPr>
        <p:txBody>
          <a:bodyPr anchor="ctr">
            <a:normAutofit/>
          </a:bodyPr>
          <a:lstStyle/>
          <a:p>
            <a:r>
              <a:rPr lang="en-GB" dirty="0"/>
              <a:t>Relationships</a:t>
            </a:r>
          </a:p>
        </p:txBody>
      </p:sp>
      <p:pic>
        <p:nvPicPr>
          <p:cNvPr id="6" name="Content Placeholder 5" descr="A note pinned to a cork board&#10;&#10;Description automatically generated">
            <a:extLst>
              <a:ext uri="{FF2B5EF4-FFF2-40B4-BE49-F238E27FC236}">
                <a16:creationId xmlns:a16="http://schemas.microsoft.com/office/drawing/2014/main" id="{5F53C3DF-170F-D1F6-89EB-02F38DDB37AD}"/>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949241" y="2924913"/>
            <a:ext cx="3245017" cy="2152761"/>
          </a:xfrm>
        </p:spPr>
      </p:pic>
      <p:graphicFrame>
        <p:nvGraphicFramePr>
          <p:cNvPr id="5" name="Content Placeholder 2">
            <a:extLst>
              <a:ext uri="{FF2B5EF4-FFF2-40B4-BE49-F238E27FC236}">
                <a16:creationId xmlns:a16="http://schemas.microsoft.com/office/drawing/2014/main" id="{6BEA3BDD-2853-2186-B89A-CCB79CD2CAAC}"/>
              </a:ext>
            </a:extLst>
          </p:cNvPr>
          <p:cNvGraphicFramePr>
            <a:graphicFrameLocks noGrp="1"/>
          </p:cNvGraphicFramePr>
          <p:nvPr>
            <p:ph sz="half" idx="2"/>
            <p:extLst>
              <p:ext uri="{D42A27DB-BD31-4B8C-83A1-F6EECF244321}">
                <p14:modId xmlns:p14="http://schemas.microsoft.com/office/powerpoint/2010/main" val="3783260759"/>
              </p:ext>
            </p:extLst>
          </p:nvPr>
        </p:nvGraphicFramePr>
        <p:xfrm>
          <a:off x="4629150" y="1825625"/>
          <a:ext cx="38862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82186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F785B-1C94-450B-8663-FACD4AF07E4B}"/>
              </a:ext>
            </a:extLst>
          </p:cNvPr>
          <p:cNvSpPr>
            <a:spLocks noGrp="1"/>
          </p:cNvSpPr>
          <p:nvPr>
            <p:ph type="title"/>
          </p:nvPr>
        </p:nvSpPr>
        <p:spPr>
          <a:xfrm>
            <a:off x="628650" y="365126"/>
            <a:ext cx="7886700" cy="1325563"/>
          </a:xfrm>
        </p:spPr>
        <p:txBody>
          <a:bodyPr anchor="ctr">
            <a:normAutofit/>
          </a:bodyPr>
          <a:lstStyle/>
          <a:p>
            <a:r>
              <a:rPr lang="en-GB" dirty="0"/>
              <a:t>Meaning</a:t>
            </a:r>
          </a:p>
        </p:txBody>
      </p:sp>
      <p:graphicFrame>
        <p:nvGraphicFramePr>
          <p:cNvPr id="5" name="Content Placeholder 2">
            <a:extLst>
              <a:ext uri="{FF2B5EF4-FFF2-40B4-BE49-F238E27FC236}">
                <a16:creationId xmlns:a16="http://schemas.microsoft.com/office/drawing/2014/main" id="{E8FDB447-404D-FA39-E8D5-166F2743143E}"/>
              </a:ext>
            </a:extLst>
          </p:cNvPr>
          <p:cNvGraphicFramePr>
            <a:graphicFrameLocks noGrp="1"/>
          </p:cNvGraphicFramePr>
          <p:nvPr>
            <p:ph idx="1"/>
            <p:extLst>
              <p:ext uri="{D42A27DB-BD31-4B8C-83A1-F6EECF244321}">
                <p14:modId xmlns:p14="http://schemas.microsoft.com/office/powerpoint/2010/main" val="414214478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1798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AC0BF-253D-4EEE-B98E-A5EAE4F3F9F3}"/>
              </a:ext>
            </a:extLst>
          </p:cNvPr>
          <p:cNvSpPr>
            <a:spLocks noGrp="1"/>
          </p:cNvSpPr>
          <p:nvPr>
            <p:ph type="title"/>
          </p:nvPr>
        </p:nvSpPr>
        <p:spPr>
          <a:xfrm>
            <a:off x="628650" y="365126"/>
            <a:ext cx="7886700" cy="1325563"/>
          </a:xfrm>
        </p:spPr>
        <p:txBody>
          <a:bodyPr anchor="ctr">
            <a:normAutofit/>
          </a:bodyPr>
          <a:lstStyle/>
          <a:p>
            <a:r>
              <a:rPr lang="en-GB" dirty="0"/>
              <a:t>Accomplishments</a:t>
            </a:r>
          </a:p>
        </p:txBody>
      </p:sp>
      <p:graphicFrame>
        <p:nvGraphicFramePr>
          <p:cNvPr id="5" name="Content Placeholder 2">
            <a:extLst>
              <a:ext uri="{FF2B5EF4-FFF2-40B4-BE49-F238E27FC236}">
                <a16:creationId xmlns:a16="http://schemas.microsoft.com/office/drawing/2014/main" id="{FD2E4770-A90E-BFED-6811-0A7A552A6F7F}"/>
              </a:ext>
            </a:extLst>
          </p:cNvPr>
          <p:cNvGraphicFramePr>
            <a:graphicFrameLocks noGrp="1"/>
          </p:cNvGraphicFramePr>
          <p:nvPr>
            <p:ph idx="1"/>
            <p:extLst>
              <p:ext uri="{D42A27DB-BD31-4B8C-83A1-F6EECF244321}">
                <p14:modId xmlns:p14="http://schemas.microsoft.com/office/powerpoint/2010/main" val="434583448"/>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771221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CBC1C-7D3F-3094-D7D7-947D349FD5AE}"/>
              </a:ext>
            </a:extLst>
          </p:cNvPr>
          <p:cNvSpPr>
            <a:spLocks noGrp="1"/>
          </p:cNvSpPr>
          <p:nvPr>
            <p:ph type="title"/>
          </p:nvPr>
        </p:nvSpPr>
        <p:spPr>
          <a:xfrm>
            <a:off x="628650" y="365126"/>
            <a:ext cx="7886700" cy="1325563"/>
          </a:xfrm>
        </p:spPr>
        <p:txBody>
          <a:bodyPr anchor="ctr">
            <a:normAutofit/>
          </a:bodyPr>
          <a:lstStyle/>
          <a:p>
            <a:r>
              <a:rPr lang="en-GB" dirty="0"/>
              <a:t>Interactive PERMA Assessment Activity</a:t>
            </a:r>
          </a:p>
        </p:txBody>
      </p:sp>
      <p:graphicFrame>
        <p:nvGraphicFramePr>
          <p:cNvPr id="5" name="Content Placeholder 2">
            <a:extLst>
              <a:ext uri="{FF2B5EF4-FFF2-40B4-BE49-F238E27FC236}">
                <a16:creationId xmlns:a16="http://schemas.microsoft.com/office/drawing/2014/main" id="{590405B1-4D3F-E46F-5299-30D344466331}"/>
              </a:ext>
            </a:extLst>
          </p:cNvPr>
          <p:cNvGraphicFramePr>
            <a:graphicFrameLocks noGrp="1"/>
          </p:cNvGraphicFramePr>
          <p:nvPr>
            <p:ph idx="1"/>
            <p:extLst>
              <p:ext uri="{D42A27DB-BD31-4B8C-83A1-F6EECF244321}">
                <p14:modId xmlns:p14="http://schemas.microsoft.com/office/powerpoint/2010/main" val="2949845826"/>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759129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1CBEA-0BE5-2615-CD94-E819CD268281}"/>
              </a:ext>
            </a:extLst>
          </p:cNvPr>
          <p:cNvSpPr>
            <a:spLocks noGrp="1"/>
          </p:cNvSpPr>
          <p:nvPr>
            <p:ph type="title"/>
          </p:nvPr>
        </p:nvSpPr>
        <p:spPr>
          <a:xfrm>
            <a:off x="628650" y="365126"/>
            <a:ext cx="7886700" cy="1325563"/>
          </a:xfrm>
        </p:spPr>
        <p:txBody>
          <a:bodyPr anchor="ctr">
            <a:normAutofit/>
          </a:bodyPr>
          <a:lstStyle/>
          <a:p>
            <a:r>
              <a:rPr lang="en-GB" dirty="0"/>
              <a:t>Appreciative Inquiry: Making Schools Better</a:t>
            </a:r>
          </a:p>
        </p:txBody>
      </p:sp>
      <p:graphicFrame>
        <p:nvGraphicFramePr>
          <p:cNvPr id="5" name="Content Placeholder 2">
            <a:extLst>
              <a:ext uri="{FF2B5EF4-FFF2-40B4-BE49-F238E27FC236}">
                <a16:creationId xmlns:a16="http://schemas.microsoft.com/office/drawing/2014/main" id="{6ED02725-7C9A-CB81-0312-963C7046E22B}"/>
              </a:ext>
            </a:extLst>
          </p:cNvPr>
          <p:cNvGraphicFramePr>
            <a:graphicFrameLocks noGrp="1"/>
          </p:cNvGraphicFramePr>
          <p:nvPr>
            <p:ph idx="1"/>
            <p:extLst>
              <p:ext uri="{D42A27DB-BD31-4B8C-83A1-F6EECF244321}">
                <p14:modId xmlns:p14="http://schemas.microsoft.com/office/powerpoint/2010/main" val="461584889"/>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89081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357F2-1AF2-0E3F-B963-F8BDB5FBA2E9}"/>
              </a:ext>
            </a:extLst>
          </p:cNvPr>
          <p:cNvSpPr>
            <a:spLocks noGrp="1"/>
          </p:cNvSpPr>
          <p:nvPr>
            <p:ph type="title"/>
          </p:nvPr>
        </p:nvSpPr>
        <p:spPr>
          <a:xfrm>
            <a:off x="628650" y="365126"/>
            <a:ext cx="7886700" cy="1325563"/>
          </a:xfrm>
        </p:spPr>
        <p:txBody>
          <a:bodyPr anchor="ctr">
            <a:normAutofit/>
          </a:bodyPr>
          <a:lstStyle/>
          <a:p>
            <a:r>
              <a:rPr lang="en-GB" dirty="0"/>
              <a:t>Operationalising Appreciative Inquiry in Schools: The 4-D Cycle</a:t>
            </a:r>
          </a:p>
        </p:txBody>
      </p:sp>
      <p:graphicFrame>
        <p:nvGraphicFramePr>
          <p:cNvPr id="5" name="Content Placeholder 2">
            <a:extLst>
              <a:ext uri="{FF2B5EF4-FFF2-40B4-BE49-F238E27FC236}">
                <a16:creationId xmlns:a16="http://schemas.microsoft.com/office/drawing/2014/main" id="{C880F623-8528-C561-1506-626BD6DD5F29}"/>
              </a:ext>
            </a:extLst>
          </p:cNvPr>
          <p:cNvGraphicFramePr>
            <a:graphicFrameLocks noGrp="1"/>
          </p:cNvGraphicFramePr>
          <p:nvPr>
            <p:ph idx="1"/>
            <p:extLst>
              <p:ext uri="{D42A27DB-BD31-4B8C-83A1-F6EECF244321}">
                <p14:modId xmlns:p14="http://schemas.microsoft.com/office/powerpoint/2010/main" val="2998298561"/>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772996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C0081-3B33-387D-A53C-B70140435881}"/>
              </a:ext>
            </a:extLst>
          </p:cNvPr>
          <p:cNvSpPr>
            <a:spLocks noGrp="1"/>
          </p:cNvSpPr>
          <p:nvPr>
            <p:ph type="title"/>
          </p:nvPr>
        </p:nvSpPr>
        <p:spPr>
          <a:xfrm>
            <a:off x="628650" y="365126"/>
            <a:ext cx="7886700" cy="1325563"/>
          </a:xfrm>
        </p:spPr>
        <p:txBody>
          <a:bodyPr anchor="ctr">
            <a:normAutofit/>
          </a:bodyPr>
          <a:lstStyle/>
          <a:p>
            <a:r>
              <a:rPr lang="en-GB" sz="3700"/>
              <a:t>Hands-On Activity: Applying Appreciative Inquiry in Schools – 15 mins</a:t>
            </a:r>
          </a:p>
        </p:txBody>
      </p:sp>
      <p:graphicFrame>
        <p:nvGraphicFramePr>
          <p:cNvPr id="5" name="Content Placeholder 2">
            <a:extLst>
              <a:ext uri="{FF2B5EF4-FFF2-40B4-BE49-F238E27FC236}">
                <a16:creationId xmlns:a16="http://schemas.microsoft.com/office/drawing/2014/main" id="{AF8DA8D6-8425-6BCE-450B-0DD544FF4659}"/>
              </a:ext>
            </a:extLst>
          </p:cNvPr>
          <p:cNvGraphicFramePr>
            <a:graphicFrameLocks noGrp="1"/>
          </p:cNvGraphicFramePr>
          <p:nvPr>
            <p:ph idx="1"/>
            <p:extLst>
              <p:ext uri="{D42A27DB-BD31-4B8C-83A1-F6EECF244321}">
                <p14:modId xmlns:p14="http://schemas.microsoft.com/office/powerpoint/2010/main" val="1400113356"/>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66545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23FF9-2BAD-D0C5-4A99-9FDF8760611E}"/>
              </a:ext>
            </a:extLst>
          </p:cNvPr>
          <p:cNvSpPr>
            <a:spLocks noGrp="1"/>
          </p:cNvSpPr>
          <p:nvPr>
            <p:ph type="title"/>
          </p:nvPr>
        </p:nvSpPr>
        <p:spPr>
          <a:xfrm>
            <a:off x="628650" y="365126"/>
            <a:ext cx="7886700" cy="1325563"/>
          </a:xfrm>
        </p:spPr>
        <p:txBody>
          <a:bodyPr anchor="ctr">
            <a:normAutofit/>
          </a:bodyPr>
          <a:lstStyle/>
          <a:p>
            <a:r>
              <a:rPr lang="en-GB" dirty="0"/>
              <a:t>Taking Well-being Back to Your School</a:t>
            </a:r>
          </a:p>
        </p:txBody>
      </p:sp>
      <p:graphicFrame>
        <p:nvGraphicFramePr>
          <p:cNvPr id="5" name="Content Placeholder 2">
            <a:extLst>
              <a:ext uri="{FF2B5EF4-FFF2-40B4-BE49-F238E27FC236}">
                <a16:creationId xmlns:a16="http://schemas.microsoft.com/office/drawing/2014/main" id="{DE0859A1-F4AB-32EA-0DB8-2060E8CEFCA6}"/>
              </a:ext>
            </a:extLst>
          </p:cNvPr>
          <p:cNvGraphicFramePr>
            <a:graphicFrameLocks noGrp="1"/>
          </p:cNvGraphicFramePr>
          <p:nvPr>
            <p:ph idx="1"/>
            <p:extLst>
              <p:ext uri="{D42A27DB-BD31-4B8C-83A1-F6EECF244321}">
                <p14:modId xmlns:p14="http://schemas.microsoft.com/office/powerpoint/2010/main" val="2058239102"/>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126852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6CAAB-21FB-27BD-9B05-01F12DB66B31}"/>
              </a:ext>
            </a:extLst>
          </p:cNvPr>
          <p:cNvSpPr>
            <a:spLocks noGrp="1"/>
          </p:cNvSpPr>
          <p:nvPr>
            <p:ph type="title"/>
          </p:nvPr>
        </p:nvSpPr>
        <p:spPr>
          <a:xfrm>
            <a:off x="628650" y="365126"/>
            <a:ext cx="7886700" cy="1325563"/>
          </a:xfrm>
        </p:spPr>
        <p:txBody>
          <a:bodyPr anchor="ctr">
            <a:normAutofit/>
          </a:bodyPr>
          <a:lstStyle/>
          <a:p>
            <a:r>
              <a:rPr lang="en-GB" dirty="0"/>
              <a:t>Craft Your School's Well-Being Action Plan: Group Activity</a:t>
            </a:r>
          </a:p>
        </p:txBody>
      </p:sp>
      <p:graphicFrame>
        <p:nvGraphicFramePr>
          <p:cNvPr id="5" name="Content Placeholder 2">
            <a:extLst>
              <a:ext uri="{FF2B5EF4-FFF2-40B4-BE49-F238E27FC236}">
                <a16:creationId xmlns:a16="http://schemas.microsoft.com/office/drawing/2014/main" id="{498A6522-6BFB-45F4-11B1-A20CF97101AB}"/>
              </a:ext>
            </a:extLst>
          </p:cNvPr>
          <p:cNvGraphicFramePr>
            <a:graphicFrameLocks noGrp="1"/>
          </p:cNvGraphicFramePr>
          <p:nvPr>
            <p:ph idx="1"/>
            <p:extLst>
              <p:ext uri="{D42A27DB-BD31-4B8C-83A1-F6EECF244321}">
                <p14:modId xmlns:p14="http://schemas.microsoft.com/office/powerpoint/2010/main" val="2005747412"/>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27397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504C6-65A5-C3D3-A01E-B3103238EA16}"/>
              </a:ext>
            </a:extLst>
          </p:cNvPr>
          <p:cNvSpPr>
            <a:spLocks noGrp="1"/>
          </p:cNvSpPr>
          <p:nvPr>
            <p:ph type="title"/>
          </p:nvPr>
        </p:nvSpPr>
        <p:spPr>
          <a:xfrm>
            <a:off x="628650" y="365126"/>
            <a:ext cx="7886700" cy="1325563"/>
          </a:xfrm>
        </p:spPr>
        <p:txBody>
          <a:bodyPr anchor="ctr">
            <a:normAutofit/>
          </a:bodyPr>
          <a:lstStyle/>
          <a:p>
            <a:r>
              <a:rPr lang="en-GB" dirty="0"/>
              <a:t>Summary and Takeaways</a:t>
            </a:r>
          </a:p>
        </p:txBody>
      </p:sp>
      <p:graphicFrame>
        <p:nvGraphicFramePr>
          <p:cNvPr id="5" name="Content Placeholder 2">
            <a:extLst>
              <a:ext uri="{FF2B5EF4-FFF2-40B4-BE49-F238E27FC236}">
                <a16:creationId xmlns:a16="http://schemas.microsoft.com/office/drawing/2014/main" id="{E60448F6-5821-5724-47FF-3500CBFD7167}"/>
              </a:ext>
            </a:extLst>
          </p:cNvPr>
          <p:cNvGraphicFramePr>
            <a:graphicFrameLocks noGrp="1"/>
          </p:cNvGraphicFramePr>
          <p:nvPr>
            <p:ph idx="1"/>
            <p:extLst>
              <p:ext uri="{D42A27DB-BD31-4B8C-83A1-F6EECF244321}">
                <p14:modId xmlns:p14="http://schemas.microsoft.com/office/powerpoint/2010/main" val="2584759503"/>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136248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5B7DE-9B0D-4DA7-461C-2267B42BA09C}"/>
              </a:ext>
            </a:extLst>
          </p:cNvPr>
          <p:cNvSpPr>
            <a:spLocks noGrp="1"/>
          </p:cNvSpPr>
          <p:nvPr>
            <p:ph type="ctrTitle"/>
          </p:nvPr>
        </p:nvSpPr>
        <p:spPr>
          <a:xfrm>
            <a:off x="685800" y="477297"/>
            <a:ext cx="7772400" cy="1127223"/>
          </a:xfrm>
        </p:spPr>
        <p:txBody>
          <a:bodyPr anchor="b">
            <a:normAutofit/>
          </a:bodyPr>
          <a:lstStyle/>
          <a:p>
            <a:r>
              <a:rPr lang="en-GB" sz="4400" dirty="0"/>
              <a:t>Further Reading and Resources</a:t>
            </a:r>
          </a:p>
        </p:txBody>
      </p:sp>
      <p:sp>
        <p:nvSpPr>
          <p:cNvPr id="3" name="Content Placeholder 2">
            <a:extLst>
              <a:ext uri="{FF2B5EF4-FFF2-40B4-BE49-F238E27FC236}">
                <a16:creationId xmlns:a16="http://schemas.microsoft.com/office/drawing/2014/main" id="{5C7A942B-3036-5938-6E1D-6CB91D444301}"/>
              </a:ext>
            </a:extLst>
          </p:cNvPr>
          <p:cNvSpPr>
            <a:spLocks noGrp="1"/>
          </p:cNvSpPr>
          <p:nvPr>
            <p:ph type="subTitle" idx="1"/>
          </p:nvPr>
        </p:nvSpPr>
        <p:spPr>
          <a:xfrm>
            <a:off x="1143000" y="1678075"/>
            <a:ext cx="6858000" cy="4702628"/>
          </a:xfrm>
        </p:spPr>
        <p:txBody>
          <a:bodyPr>
            <a:normAutofit fontScale="92500" lnSpcReduction="10000"/>
          </a:bodyPr>
          <a:lstStyle/>
          <a:p>
            <a:pPr marL="285750" indent="-285750" algn="l">
              <a:buFont typeface="Wingdings" panose="05000000000000000000" pitchFamily="2" charset="2"/>
              <a:buChar char="q"/>
            </a:pPr>
            <a:r>
              <a:rPr lang="en-GB" sz="1800" dirty="0"/>
              <a:t>Flourish: A Visionary New Understanding of Happiness and Well-being -  by Martin Seligman.</a:t>
            </a:r>
          </a:p>
          <a:p>
            <a:pPr marL="285750" indent="-285750" algn="l">
              <a:buFont typeface="Wingdings" panose="05000000000000000000" pitchFamily="2" charset="2"/>
              <a:buChar char="q"/>
            </a:pPr>
            <a:r>
              <a:rPr lang="en-GB" sz="1800" dirty="0"/>
              <a:t>Drive: The Surprising Truth About What Motivates Us - by Daniel H. Pink.</a:t>
            </a:r>
          </a:p>
          <a:p>
            <a:pPr marL="285750" indent="-285750" algn="l">
              <a:buFont typeface="Wingdings" panose="05000000000000000000" pitchFamily="2" charset="2"/>
              <a:buChar char="q"/>
            </a:pPr>
            <a:r>
              <a:rPr lang="en-GB" sz="1800" dirty="0"/>
              <a:t>Appreciative Inquiry: A Positive Revolution in Change - by David L. </a:t>
            </a:r>
            <a:r>
              <a:rPr lang="en-GB" sz="1800" dirty="0" err="1"/>
              <a:t>Cooperrider</a:t>
            </a:r>
            <a:r>
              <a:rPr lang="en-GB" sz="1800" dirty="0"/>
              <a:t> and Diana Whitney.</a:t>
            </a:r>
          </a:p>
          <a:p>
            <a:pPr marL="285750" indent="-285750" algn="l">
              <a:buFont typeface="Wingdings" panose="05000000000000000000" pitchFamily="2" charset="2"/>
              <a:buChar char="q"/>
            </a:pPr>
            <a:r>
              <a:rPr lang="en-GB" sz="1800" dirty="0"/>
              <a:t>The Power of Positive Leadership - by Jon Gordon.</a:t>
            </a:r>
          </a:p>
          <a:p>
            <a:pPr marL="285750" indent="-285750" algn="l">
              <a:buFont typeface="Wingdings" panose="05000000000000000000" pitchFamily="2" charset="2"/>
              <a:buChar char="q"/>
            </a:pPr>
            <a:r>
              <a:rPr lang="en-GB" sz="1800" dirty="0"/>
              <a:t>Learned Optimism: How to Change Your Mind and Your Life" by Martin Seligman</a:t>
            </a:r>
          </a:p>
          <a:p>
            <a:pPr marL="285750" indent="-285750" algn="l">
              <a:buFont typeface="Wingdings" panose="05000000000000000000" pitchFamily="2" charset="2"/>
              <a:buChar char="q"/>
            </a:pPr>
            <a:r>
              <a:rPr lang="en-GB" sz="1800" dirty="0"/>
              <a:t>AuthenticHappiness.org - Free well-being assessments.</a:t>
            </a:r>
          </a:p>
          <a:p>
            <a:pPr marL="285750" indent="-285750" algn="l">
              <a:buFont typeface="Wingdings" panose="05000000000000000000" pitchFamily="2" charset="2"/>
              <a:buChar char="q"/>
            </a:pPr>
            <a:r>
              <a:rPr lang="en-GB" sz="1800" dirty="0"/>
              <a:t>Link to Thesis: What Can Children and Young People Tell Us About School Sanctions and Social Relationships? An Exploration of Exclusionary and Restorative Justice Practices</a:t>
            </a:r>
          </a:p>
          <a:p>
            <a:pPr marL="285750" indent="-285750" algn="l">
              <a:buFont typeface="Arial" panose="020B0604020202020204" pitchFamily="34" charset="0"/>
              <a:buChar char="•"/>
            </a:pPr>
            <a:r>
              <a:rPr lang="en-GB" sz="1800" dirty="0"/>
              <a:t>https://www.researchgate.net/profile/Scott-Ighavongbe-Patrick/achievement/64dc92b66abb92713d17fd84 via @researchgate</a:t>
            </a:r>
          </a:p>
          <a:p>
            <a:pPr marL="285750" indent="-285750" algn="l">
              <a:buFont typeface="Arial" panose="020B0604020202020204" pitchFamily="34" charset="0"/>
              <a:buChar char="•"/>
            </a:pPr>
            <a:r>
              <a:rPr lang="en-GB" sz="1800" dirty="0"/>
              <a:t>https://www.researchgate.net/profile/Scott-Ighavongbe-Patrick/achievement/64dc92b66abb92713d17fd84</a:t>
            </a:r>
          </a:p>
          <a:p>
            <a:pPr marL="285750" indent="-285750" algn="l">
              <a:buFont typeface="Wingdings" panose="05000000000000000000" pitchFamily="2" charset="2"/>
              <a:buChar char="q"/>
            </a:pPr>
            <a:endParaRPr lang="en-GB" sz="1800" dirty="0"/>
          </a:p>
          <a:p>
            <a:pPr marL="285750" indent="-285750" algn="l">
              <a:buFont typeface="Wingdings" panose="05000000000000000000" pitchFamily="2" charset="2"/>
              <a:buChar char="q"/>
            </a:pPr>
            <a:endParaRPr lang="en-GB" sz="1800" dirty="0"/>
          </a:p>
          <a:p>
            <a:endParaRPr lang="en-GB" sz="1300" dirty="0"/>
          </a:p>
        </p:txBody>
      </p:sp>
    </p:spTree>
    <p:extLst>
      <p:ext uri="{BB962C8B-B14F-4D97-AF65-F5344CB8AC3E}">
        <p14:creationId xmlns:p14="http://schemas.microsoft.com/office/powerpoint/2010/main" val="8683763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160D57-7F36-2A64-350A-E168270C312A}"/>
              </a:ext>
            </a:extLst>
          </p:cNvPr>
          <p:cNvPicPr>
            <a:picLocks noChangeAspect="1"/>
          </p:cNvPicPr>
          <p:nvPr/>
        </p:nvPicPr>
        <p:blipFill>
          <a:blip r:embed="rId3"/>
          <a:stretch>
            <a:fillRect/>
          </a:stretch>
        </p:blipFill>
        <p:spPr>
          <a:xfrm>
            <a:off x="5230234" y="942638"/>
            <a:ext cx="2857500" cy="4800600"/>
          </a:xfrm>
          <a:prstGeom prst="rect">
            <a:avLst/>
          </a:prstGeom>
        </p:spPr>
      </p:pic>
      <p:sp>
        <p:nvSpPr>
          <p:cNvPr id="4" name="TextBox 3">
            <a:extLst>
              <a:ext uri="{FF2B5EF4-FFF2-40B4-BE49-F238E27FC236}">
                <a16:creationId xmlns:a16="http://schemas.microsoft.com/office/drawing/2014/main" id="{A7547759-F738-9664-8D59-B16A8A7C2D79}"/>
              </a:ext>
            </a:extLst>
          </p:cNvPr>
          <p:cNvSpPr txBox="1"/>
          <p:nvPr/>
        </p:nvSpPr>
        <p:spPr>
          <a:xfrm>
            <a:off x="1054249" y="1097279"/>
            <a:ext cx="3517751" cy="2308324"/>
          </a:xfrm>
          <a:prstGeom prst="rect">
            <a:avLst/>
          </a:prstGeom>
          <a:noFill/>
        </p:spPr>
        <p:txBody>
          <a:bodyPr wrap="square" rtlCol="0">
            <a:spAutoFit/>
          </a:bodyPr>
          <a:lstStyle/>
          <a:p>
            <a:r>
              <a:rPr lang="en-GB" sz="4800" dirty="0"/>
              <a:t>Thanks for Listening and engaging</a:t>
            </a:r>
          </a:p>
        </p:txBody>
      </p:sp>
    </p:spTree>
    <p:extLst>
      <p:ext uri="{BB962C8B-B14F-4D97-AF65-F5344CB8AC3E}">
        <p14:creationId xmlns:p14="http://schemas.microsoft.com/office/powerpoint/2010/main" val="312066602"/>
      </p:ext>
    </p:extLst>
  </p:cSld>
  <p:clrMapOvr>
    <a:masterClrMapping/>
  </p:clrMapOvr>
</p:sld>
</file>

<file path=ppt/theme/theme1.xml><?xml version="1.0" encoding="utf-8"?>
<a:theme xmlns:a="http://schemas.openxmlformats.org/drawingml/2006/main" name="Buckinghamshire Council standard templat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ckinghamshire Council standard template.pptx  -  Read-Only" id="{3005F97B-0C93-4D87-9B79-6F8E0BDE5532}" vid="{2E6BFEDE-B181-46B7-96A5-8BA2FC65D32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Buckinghamshire Council standard template</Template>
  <TotalTime>22247</TotalTime>
  <Words>3420</Words>
  <Application>Microsoft Office PowerPoint</Application>
  <PresentationFormat>On-screen Show (4:3)</PresentationFormat>
  <Paragraphs>251</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Wingdings</vt:lpstr>
      <vt:lpstr>Buckinghamshire Council standard template</vt:lpstr>
      <vt:lpstr>     Empowering Educators:  Strategies for Fostering Resilience and Well-being in Schools  </vt:lpstr>
      <vt:lpstr>Session Aims</vt:lpstr>
      <vt:lpstr>Intended Outcomes</vt:lpstr>
      <vt:lpstr>Encapsulating Well-being</vt:lpstr>
      <vt:lpstr>Introduction: The Importance of Well-being</vt:lpstr>
      <vt:lpstr>What is Positive Psychology?</vt:lpstr>
      <vt:lpstr>The PERMA Model: An Introduction</vt:lpstr>
      <vt:lpstr>Positive Emotion: The Fuel for Well-being</vt:lpstr>
      <vt:lpstr>Theory of Affect Script </vt:lpstr>
      <vt:lpstr>Maximizing Positive Affect, Minimizing Negative Affects</vt:lpstr>
      <vt:lpstr>Compass of Shame Scripts</vt:lpstr>
      <vt:lpstr>Engagement</vt:lpstr>
      <vt:lpstr>Relationships</vt:lpstr>
      <vt:lpstr>Meaning</vt:lpstr>
      <vt:lpstr>Accomplishments</vt:lpstr>
      <vt:lpstr>Interactive PERMA Assessment Activity</vt:lpstr>
      <vt:lpstr>Appreciative Inquiry: Making Schools Better</vt:lpstr>
      <vt:lpstr>Operationalising Appreciative Inquiry in Schools: The 4-D Cycle</vt:lpstr>
      <vt:lpstr>Hands-On Activity: Applying Appreciative Inquiry in Schools – 15 mins</vt:lpstr>
      <vt:lpstr>Taking Well-being Back to Your School</vt:lpstr>
      <vt:lpstr>Craft Your School's Well-Being Action Plan: Group Activity</vt:lpstr>
      <vt:lpstr>Summary and Takeaways</vt:lpstr>
      <vt:lpstr>Further Reading and Resources</vt:lpstr>
      <vt:lpstr>PowerPoint Presentation</vt:lpstr>
    </vt:vector>
  </TitlesOfParts>
  <Company>Buckinghamshire County Council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 School Support Clusters</dc:title>
  <dc:creator>Timothy Jones</dc:creator>
  <cp:lastModifiedBy>Dr Scott Ighavongbe-Patrick</cp:lastModifiedBy>
  <cp:revision>38</cp:revision>
  <cp:lastPrinted>2023-10-05T08:27:11Z</cp:lastPrinted>
  <dcterms:created xsi:type="dcterms:W3CDTF">2020-07-06T11:17:41Z</dcterms:created>
  <dcterms:modified xsi:type="dcterms:W3CDTF">2023-10-05T12:58:32Z</dcterms:modified>
</cp:coreProperties>
</file>