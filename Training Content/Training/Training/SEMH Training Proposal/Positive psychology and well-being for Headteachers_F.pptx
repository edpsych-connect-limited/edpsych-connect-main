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95" r:id="rId3"/>
    <p:sldId id="296" r:id="rId4"/>
    <p:sldId id="297" r:id="rId5"/>
    <p:sldId id="298" r:id="rId6"/>
    <p:sldId id="299" r:id="rId7"/>
    <p:sldId id="300" r:id="rId8"/>
    <p:sldId id="301" r:id="rId9"/>
    <p:sldId id="289" r:id="rId10"/>
    <p:sldId id="286" r:id="rId11"/>
    <p:sldId id="29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5" r:id="rId25"/>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8D08B6-9F61-4E19-A977-FA521AF77CE7}">
          <p14:sldIdLst>
            <p14:sldId id="256"/>
            <p14:sldId id="295"/>
            <p14:sldId id="296"/>
            <p14:sldId id="297"/>
            <p14:sldId id="298"/>
            <p14:sldId id="299"/>
            <p14:sldId id="300"/>
            <p14:sldId id="301"/>
            <p14:sldId id="289"/>
            <p14:sldId id="286"/>
            <p14:sldId id="291"/>
            <p14:sldId id="302"/>
            <p14:sldId id="303"/>
            <p14:sldId id="304"/>
            <p14:sldId id="305"/>
            <p14:sldId id="306"/>
            <p14:sldId id="307"/>
            <p14:sldId id="308"/>
            <p14:sldId id="309"/>
            <p14:sldId id="310"/>
            <p14:sldId id="311"/>
            <p14:sldId id="312"/>
            <p14:sldId id="313"/>
            <p14:sldId id="315"/>
          </p14:sldIdLst>
        </p14:section>
        <p14:section name="Untitled Section" id="{5BCB6861-1928-49F0-AE97-B994B13A8B1A}">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D84"/>
    <a:srgbClr val="9FC63B"/>
    <a:srgbClr val="006A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71833" autoAdjust="0"/>
  </p:normalViewPr>
  <p:slideViewPr>
    <p:cSldViewPr snapToGrid="0">
      <p:cViewPr varScale="1">
        <p:scale>
          <a:sx n="57" d="100"/>
          <a:sy n="57" d="100"/>
        </p:scale>
        <p:origin x="1524" y="4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Scott Ighavongbe-Patrick" userId="b5ab16ac-412e-47fd-a1c7-60cd4a201f0e" providerId="ADAL" clId="{B65D03C8-0F44-4CC4-9BFE-450A27D1479E}"/>
    <pc:docChg chg="modSld">
      <pc:chgData name="Dr Scott Ighavongbe-Patrick" userId="b5ab16ac-412e-47fd-a1c7-60cd4a201f0e" providerId="ADAL" clId="{B65D03C8-0F44-4CC4-9BFE-450A27D1479E}" dt="2023-10-05T19:53:07.978" v="22" actId="20577"/>
      <pc:docMkLst>
        <pc:docMk/>
      </pc:docMkLst>
      <pc:sldChg chg="modNotesTx">
        <pc:chgData name="Dr Scott Ighavongbe-Patrick" userId="b5ab16ac-412e-47fd-a1c7-60cd4a201f0e" providerId="ADAL" clId="{B65D03C8-0F44-4CC4-9BFE-450A27D1479E}" dt="2023-10-05T19:49:08.919" v="8" actId="5793"/>
        <pc:sldMkLst>
          <pc:docMk/>
          <pc:sldMk cId="856171657" sldId="286"/>
        </pc:sldMkLst>
      </pc:sldChg>
      <pc:sldChg chg="modNotesTx">
        <pc:chgData name="Dr Scott Ighavongbe-Patrick" userId="b5ab16ac-412e-47fd-a1c7-60cd4a201f0e" providerId="ADAL" clId="{B65D03C8-0F44-4CC4-9BFE-450A27D1479E}" dt="2023-10-05T19:49:01.570" v="6" actId="20577"/>
        <pc:sldMkLst>
          <pc:docMk/>
          <pc:sldMk cId="1226512030" sldId="289"/>
        </pc:sldMkLst>
      </pc:sldChg>
      <pc:sldChg chg="modNotesTx">
        <pc:chgData name="Dr Scott Ighavongbe-Patrick" userId="b5ab16ac-412e-47fd-a1c7-60cd4a201f0e" providerId="ADAL" clId="{B65D03C8-0F44-4CC4-9BFE-450A27D1479E}" dt="2023-10-05T19:49:13.870" v="9" actId="20577"/>
        <pc:sldMkLst>
          <pc:docMk/>
          <pc:sldMk cId="3141451954" sldId="291"/>
        </pc:sldMkLst>
      </pc:sldChg>
      <pc:sldChg chg="modNotesTx">
        <pc:chgData name="Dr Scott Ighavongbe-Patrick" userId="b5ab16ac-412e-47fd-a1c7-60cd4a201f0e" providerId="ADAL" clId="{B65D03C8-0F44-4CC4-9BFE-450A27D1479E}" dt="2023-10-05T19:48:03.391" v="0" actId="20577"/>
        <pc:sldMkLst>
          <pc:docMk/>
          <pc:sldMk cId="1201554062" sldId="295"/>
        </pc:sldMkLst>
      </pc:sldChg>
      <pc:sldChg chg="modNotesTx">
        <pc:chgData name="Dr Scott Ighavongbe-Patrick" userId="b5ab16ac-412e-47fd-a1c7-60cd4a201f0e" providerId="ADAL" clId="{B65D03C8-0F44-4CC4-9BFE-450A27D1479E}" dt="2023-10-05T19:48:09.167" v="1" actId="20577"/>
        <pc:sldMkLst>
          <pc:docMk/>
          <pc:sldMk cId="3676885744" sldId="296"/>
        </pc:sldMkLst>
      </pc:sldChg>
      <pc:sldChg chg="modNotesTx">
        <pc:chgData name="Dr Scott Ighavongbe-Patrick" userId="b5ab16ac-412e-47fd-a1c7-60cd4a201f0e" providerId="ADAL" clId="{B65D03C8-0F44-4CC4-9BFE-450A27D1479E}" dt="2023-10-05T19:48:25.229" v="2" actId="20577"/>
        <pc:sldMkLst>
          <pc:docMk/>
          <pc:sldMk cId="1973042527" sldId="298"/>
        </pc:sldMkLst>
      </pc:sldChg>
      <pc:sldChg chg="modNotesTx">
        <pc:chgData name="Dr Scott Ighavongbe-Patrick" userId="b5ab16ac-412e-47fd-a1c7-60cd4a201f0e" providerId="ADAL" clId="{B65D03C8-0F44-4CC4-9BFE-450A27D1479E}" dt="2023-10-05T19:48:33.189" v="3" actId="20577"/>
        <pc:sldMkLst>
          <pc:docMk/>
          <pc:sldMk cId="1165634490" sldId="299"/>
        </pc:sldMkLst>
      </pc:sldChg>
      <pc:sldChg chg="modNotesTx">
        <pc:chgData name="Dr Scott Ighavongbe-Patrick" userId="b5ab16ac-412e-47fd-a1c7-60cd4a201f0e" providerId="ADAL" clId="{B65D03C8-0F44-4CC4-9BFE-450A27D1479E}" dt="2023-10-05T19:48:40.411" v="4" actId="20577"/>
        <pc:sldMkLst>
          <pc:docMk/>
          <pc:sldMk cId="3484891655" sldId="300"/>
        </pc:sldMkLst>
      </pc:sldChg>
      <pc:sldChg chg="modNotesTx">
        <pc:chgData name="Dr Scott Ighavongbe-Patrick" userId="b5ab16ac-412e-47fd-a1c7-60cd4a201f0e" providerId="ADAL" clId="{B65D03C8-0F44-4CC4-9BFE-450A27D1479E}" dt="2023-10-05T19:48:54.992" v="5" actId="20577"/>
        <pc:sldMkLst>
          <pc:docMk/>
          <pc:sldMk cId="3659385432" sldId="301"/>
        </pc:sldMkLst>
      </pc:sldChg>
      <pc:sldChg chg="modNotesTx">
        <pc:chgData name="Dr Scott Ighavongbe-Patrick" userId="b5ab16ac-412e-47fd-a1c7-60cd4a201f0e" providerId="ADAL" clId="{B65D03C8-0F44-4CC4-9BFE-450A27D1479E}" dt="2023-10-05T19:49:23.329" v="10" actId="20577"/>
        <pc:sldMkLst>
          <pc:docMk/>
          <pc:sldMk cId="1148716003" sldId="302"/>
        </pc:sldMkLst>
      </pc:sldChg>
      <pc:sldChg chg="modNotesTx">
        <pc:chgData name="Dr Scott Ighavongbe-Patrick" userId="b5ab16ac-412e-47fd-a1c7-60cd4a201f0e" providerId="ADAL" clId="{B65D03C8-0F44-4CC4-9BFE-450A27D1479E}" dt="2023-10-05T19:49:31.361" v="11" actId="20577"/>
        <pc:sldMkLst>
          <pc:docMk/>
          <pc:sldMk cId="3182186036" sldId="303"/>
        </pc:sldMkLst>
      </pc:sldChg>
      <pc:sldChg chg="modNotesTx">
        <pc:chgData name="Dr Scott Ighavongbe-Patrick" userId="b5ab16ac-412e-47fd-a1c7-60cd4a201f0e" providerId="ADAL" clId="{B65D03C8-0F44-4CC4-9BFE-450A27D1479E}" dt="2023-10-05T19:49:38.845" v="12" actId="20577"/>
        <pc:sldMkLst>
          <pc:docMk/>
          <pc:sldMk cId="20179889" sldId="304"/>
        </pc:sldMkLst>
      </pc:sldChg>
      <pc:sldChg chg="modNotesTx">
        <pc:chgData name="Dr Scott Ighavongbe-Patrick" userId="b5ab16ac-412e-47fd-a1c7-60cd4a201f0e" providerId="ADAL" clId="{B65D03C8-0F44-4CC4-9BFE-450A27D1479E}" dt="2023-10-05T19:51:09.315" v="13" actId="20577"/>
        <pc:sldMkLst>
          <pc:docMk/>
          <pc:sldMk cId="2877122170" sldId="305"/>
        </pc:sldMkLst>
      </pc:sldChg>
      <pc:sldChg chg="modNotesTx">
        <pc:chgData name="Dr Scott Ighavongbe-Patrick" userId="b5ab16ac-412e-47fd-a1c7-60cd4a201f0e" providerId="ADAL" clId="{B65D03C8-0F44-4CC4-9BFE-450A27D1479E}" dt="2023-10-05T19:51:20.290" v="14" actId="20577"/>
        <pc:sldMkLst>
          <pc:docMk/>
          <pc:sldMk cId="2575912968" sldId="306"/>
        </pc:sldMkLst>
      </pc:sldChg>
      <pc:sldChg chg="modNotesTx">
        <pc:chgData name="Dr Scott Ighavongbe-Patrick" userId="b5ab16ac-412e-47fd-a1c7-60cd4a201f0e" providerId="ADAL" clId="{B65D03C8-0F44-4CC4-9BFE-450A27D1479E}" dt="2023-10-05T19:51:32.478" v="15" actId="20577"/>
        <pc:sldMkLst>
          <pc:docMk/>
          <pc:sldMk cId="2889081624" sldId="307"/>
        </pc:sldMkLst>
      </pc:sldChg>
      <pc:sldChg chg="modNotesTx">
        <pc:chgData name="Dr Scott Ighavongbe-Patrick" userId="b5ab16ac-412e-47fd-a1c7-60cd4a201f0e" providerId="ADAL" clId="{B65D03C8-0F44-4CC4-9BFE-450A27D1479E}" dt="2023-10-05T19:51:45.285" v="17" actId="5793"/>
        <pc:sldMkLst>
          <pc:docMk/>
          <pc:sldMk cId="2277299647" sldId="308"/>
        </pc:sldMkLst>
      </pc:sldChg>
      <pc:sldChg chg="modNotesTx">
        <pc:chgData name="Dr Scott Ighavongbe-Patrick" userId="b5ab16ac-412e-47fd-a1c7-60cd4a201f0e" providerId="ADAL" clId="{B65D03C8-0F44-4CC4-9BFE-450A27D1479E}" dt="2023-10-05T19:51:52.474" v="18" actId="20577"/>
        <pc:sldMkLst>
          <pc:docMk/>
          <pc:sldMk cId="306654594" sldId="309"/>
        </pc:sldMkLst>
      </pc:sldChg>
      <pc:sldChg chg="modNotesTx">
        <pc:chgData name="Dr Scott Ighavongbe-Patrick" userId="b5ab16ac-412e-47fd-a1c7-60cd4a201f0e" providerId="ADAL" clId="{B65D03C8-0F44-4CC4-9BFE-450A27D1479E}" dt="2023-10-05T19:52:02.844" v="19" actId="20577"/>
        <pc:sldMkLst>
          <pc:docMk/>
          <pc:sldMk cId="2412685226" sldId="310"/>
        </pc:sldMkLst>
      </pc:sldChg>
      <pc:sldChg chg="modNotesTx">
        <pc:chgData name="Dr Scott Ighavongbe-Patrick" userId="b5ab16ac-412e-47fd-a1c7-60cd4a201f0e" providerId="ADAL" clId="{B65D03C8-0F44-4CC4-9BFE-450A27D1479E}" dt="2023-10-05T19:52:46.571" v="20" actId="20577"/>
        <pc:sldMkLst>
          <pc:docMk/>
          <pc:sldMk cId="1827397230" sldId="311"/>
        </pc:sldMkLst>
      </pc:sldChg>
      <pc:sldChg chg="modNotesTx">
        <pc:chgData name="Dr Scott Ighavongbe-Patrick" userId="b5ab16ac-412e-47fd-a1c7-60cd4a201f0e" providerId="ADAL" clId="{B65D03C8-0F44-4CC4-9BFE-450A27D1479E}" dt="2023-10-05T19:52:55.865" v="21" actId="20577"/>
        <pc:sldMkLst>
          <pc:docMk/>
          <pc:sldMk cId="1113624845" sldId="312"/>
        </pc:sldMkLst>
      </pc:sldChg>
      <pc:sldChg chg="modNotesTx">
        <pc:chgData name="Dr Scott Ighavongbe-Patrick" userId="b5ab16ac-412e-47fd-a1c7-60cd4a201f0e" providerId="ADAL" clId="{B65D03C8-0F44-4CC4-9BFE-450A27D1479E}" dt="2023-10-05T19:53:07.978" v="22" actId="20577"/>
        <pc:sldMkLst>
          <pc:docMk/>
          <pc:sldMk cId="868376385" sldId="313"/>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9.svg"/></Relationships>
</file>

<file path=ppt/diagrams/_rels/data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ata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6.png"/><Relationship Id="rId7" Type="http://schemas.openxmlformats.org/officeDocument/2006/relationships/image" Target="../media/image13.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17.svg"/></Relationships>
</file>

<file path=ppt/diagrams/_rels/data1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ata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4" Type="http://schemas.openxmlformats.org/officeDocument/2006/relationships/image" Target="../media/image48.svg"/></Relationships>
</file>

<file path=ppt/diagrams/_rels/data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14.svg"/></Relationships>
</file>

<file path=ppt/diagrams/_rels/data1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26.png"/><Relationship Id="rId7" Type="http://schemas.openxmlformats.org/officeDocument/2006/relationships/image" Target="../media/image57.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6.png"/><Relationship Id="rId7" Type="http://schemas.openxmlformats.org/officeDocument/2006/relationships/image" Target="../media/image13.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17.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4" Type="http://schemas.openxmlformats.org/officeDocument/2006/relationships/image" Target="../media/image48.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14.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26.png"/><Relationship Id="rId7" Type="http://schemas.openxmlformats.org/officeDocument/2006/relationships/image" Target="../media/image57.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493038-2251-4008-8F52-A9E0DF8975F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2FD493D-ED62-43BA-86AF-38936FC9B2B3}">
      <dgm:prSet/>
      <dgm:spPr/>
      <dgm:t>
        <a:bodyPr/>
        <a:lstStyle/>
        <a:p>
          <a:r>
            <a:rPr lang="en-GB"/>
            <a:t>Understand Positive Psychology</a:t>
          </a:r>
          <a:endParaRPr lang="en-US"/>
        </a:p>
      </dgm:t>
    </dgm:pt>
    <dgm:pt modelId="{8AF6727C-5266-40C7-8E15-339389762927}" type="parTrans" cxnId="{E6650A06-02CD-4865-8224-91F5B2F25164}">
      <dgm:prSet/>
      <dgm:spPr/>
      <dgm:t>
        <a:bodyPr/>
        <a:lstStyle/>
        <a:p>
          <a:endParaRPr lang="en-US"/>
        </a:p>
      </dgm:t>
    </dgm:pt>
    <dgm:pt modelId="{B43EFB13-7E68-4595-8111-802E39B79504}" type="sibTrans" cxnId="{E6650A06-02CD-4865-8224-91F5B2F25164}">
      <dgm:prSet/>
      <dgm:spPr/>
      <dgm:t>
        <a:bodyPr/>
        <a:lstStyle/>
        <a:p>
          <a:endParaRPr lang="en-US"/>
        </a:p>
      </dgm:t>
    </dgm:pt>
    <dgm:pt modelId="{55483795-DD53-42CC-8DC9-25023273B8D7}">
      <dgm:prSet/>
      <dgm:spPr/>
      <dgm:t>
        <a:bodyPr/>
        <a:lstStyle/>
        <a:p>
          <a:r>
            <a:rPr lang="en-GB"/>
            <a:t>Learn about the PERMA Model</a:t>
          </a:r>
          <a:endParaRPr lang="en-US"/>
        </a:p>
      </dgm:t>
    </dgm:pt>
    <dgm:pt modelId="{B2BAB4B8-6E52-42AE-8C9F-D15B18D120B1}" type="parTrans" cxnId="{F941AE36-D569-482B-83B8-08BA1CB767DA}">
      <dgm:prSet/>
      <dgm:spPr/>
      <dgm:t>
        <a:bodyPr/>
        <a:lstStyle/>
        <a:p>
          <a:endParaRPr lang="en-US"/>
        </a:p>
      </dgm:t>
    </dgm:pt>
    <dgm:pt modelId="{F1E48ED1-FE54-4B09-96E8-797EF5C05698}" type="sibTrans" cxnId="{F941AE36-D569-482B-83B8-08BA1CB767DA}">
      <dgm:prSet/>
      <dgm:spPr/>
      <dgm:t>
        <a:bodyPr/>
        <a:lstStyle/>
        <a:p>
          <a:endParaRPr lang="en-US"/>
        </a:p>
      </dgm:t>
    </dgm:pt>
    <dgm:pt modelId="{0CFB1C50-F2D1-4501-B82C-F025F21FECCC}">
      <dgm:prSet/>
      <dgm:spPr/>
      <dgm:t>
        <a:bodyPr/>
        <a:lstStyle/>
        <a:p>
          <a:r>
            <a:rPr lang="en-GB"/>
            <a:t>Explore Innate Predispositions for Joy</a:t>
          </a:r>
          <a:endParaRPr lang="en-US"/>
        </a:p>
      </dgm:t>
    </dgm:pt>
    <dgm:pt modelId="{EFEB24E6-FB97-48E3-9CA3-07BD326F7F9D}" type="parTrans" cxnId="{8ADA78A5-26F4-470D-8A65-7972554C4979}">
      <dgm:prSet/>
      <dgm:spPr/>
      <dgm:t>
        <a:bodyPr/>
        <a:lstStyle/>
        <a:p>
          <a:endParaRPr lang="en-US"/>
        </a:p>
      </dgm:t>
    </dgm:pt>
    <dgm:pt modelId="{D6E1EFBA-8A05-43CF-A454-354BDAD62128}" type="sibTrans" cxnId="{8ADA78A5-26F4-470D-8A65-7972554C4979}">
      <dgm:prSet/>
      <dgm:spPr/>
      <dgm:t>
        <a:bodyPr/>
        <a:lstStyle/>
        <a:p>
          <a:endParaRPr lang="en-US"/>
        </a:p>
      </dgm:t>
    </dgm:pt>
    <dgm:pt modelId="{F2D61EE3-8855-4002-8282-5BA8C6C86B64}">
      <dgm:prSet/>
      <dgm:spPr/>
      <dgm:t>
        <a:bodyPr/>
        <a:lstStyle/>
        <a:p>
          <a:r>
            <a:rPr lang="en-GB"/>
            <a:t>Participate in an Interactive Activity</a:t>
          </a:r>
          <a:endParaRPr lang="en-US"/>
        </a:p>
      </dgm:t>
    </dgm:pt>
    <dgm:pt modelId="{8C46E9F9-0ADE-4A12-AD07-2A877B088E81}" type="parTrans" cxnId="{E09209F2-CE8F-45CE-9D76-8FB2404F3F28}">
      <dgm:prSet/>
      <dgm:spPr/>
      <dgm:t>
        <a:bodyPr/>
        <a:lstStyle/>
        <a:p>
          <a:endParaRPr lang="en-US"/>
        </a:p>
      </dgm:t>
    </dgm:pt>
    <dgm:pt modelId="{F457EEDB-180A-4FA1-873D-ADFFAE759146}" type="sibTrans" cxnId="{E09209F2-CE8F-45CE-9D76-8FB2404F3F28}">
      <dgm:prSet/>
      <dgm:spPr/>
      <dgm:t>
        <a:bodyPr/>
        <a:lstStyle/>
        <a:p>
          <a:endParaRPr lang="en-US"/>
        </a:p>
      </dgm:t>
    </dgm:pt>
    <dgm:pt modelId="{D6AE398F-2BB6-440D-86B1-EB17FBBCD807}">
      <dgm:prSet/>
      <dgm:spPr/>
      <dgm:t>
        <a:bodyPr/>
        <a:lstStyle/>
        <a:p>
          <a:r>
            <a:rPr lang="en-GB"/>
            <a:t>Introduction to Appreciative Inquiry</a:t>
          </a:r>
          <a:endParaRPr lang="en-US"/>
        </a:p>
      </dgm:t>
    </dgm:pt>
    <dgm:pt modelId="{9395E061-DCF7-4582-ADB1-03A0AB3455CE}" type="parTrans" cxnId="{4BDAC005-0513-4090-86B5-E5F14F59A1DE}">
      <dgm:prSet/>
      <dgm:spPr/>
      <dgm:t>
        <a:bodyPr/>
        <a:lstStyle/>
        <a:p>
          <a:endParaRPr lang="en-US"/>
        </a:p>
      </dgm:t>
    </dgm:pt>
    <dgm:pt modelId="{E9FE7E23-A60E-4C30-B352-AB96E5C176E7}" type="sibTrans" cxnId="{4BDAC005-0513-4090-86B5-E5F14F59A1DE}">
      <dgm:prSet/>
      <dgm:spPr/>
      <dgm:t>
        <a:bodyPr/>
        <a:lstStyle/>
        <a:p>
          <a:endParaRPr lang="en-US"/>
        </a:p>
      </dgm:t>
    </dgm:pt>
    <dgm:pt modelId="{EFB778FE-77A5-47FB-A1A7-6E8D63D2A43B}">
      <dgm:prSet/>
      <dgm:spPr/>
      <dgm:t>
        <a:bodyPr/>
        <a:lstStyle/>
        <a:p>
          <a:r>
            <a:rPr lang="en-GB"/>
            <a:t>Further Reading and Resources</a:t>
          </a:r>
          <a:endParaRPr lang="en-US"/>
        </a:p>
      </dgm:t>
    </dgm:pt>
    <dgm:pt modelId="{31316AC3-01C6-4353-93CF-AFF0499B9687}" type="parTrans" cxnId="{419926A9-2DF4-4FC0-BDB3-3DB5B2D88515}">
      <dgm:prSet/>
      <dgm:spPr/>
      <dgm:t>
        <a:bodyPr/>
        <a:lstStyle/>
        <a:p>
          <a:endParaRPr lang="en-US"/>
        </a:p>
      </dgm:t>
    </dgm:pt>
    <dgm:pt modelId="{1AC6E426-F48E-43AD-AADA-6793C4B0F0DA}" type="sibTrans" cxnId="{419926A9-2DF4-4FC0-BDB3-3DB5B2D88515}">
      <dgm:prSet/>
      <dgm:spPr/>
      <dgm:t>
        <a:bodyPr/>
        <a:lstStyle/>
        <a:p>
          <a:endParaRPr lang="en-US"/>
        </a:p>
      </dgm:t>
    </dgm:pt>
    <dgm:pt modelId="{CED629F3-D1FA-4E77-9B13-3434B00D6ACF}" type="pres">
      <dgm:prSet presAssocID="{B5493038-2251-4008-8F52-A9E0DF8975F8}" presName="root" presStyleCnt="0">
        <dgm:presLayoutVars>
          <dgm:dir/>
          <dgm:resizeHandles val="exact"/>
        </dgm:presLayoutVars>
      </dgm:prSet>
      <dgm:spPr/>
    </dgm:pt>
    <dgm:pt modelId="{670B4D99-FF15-41E3-AC64-1FCAA82617D1}" type="pres">
      <dgm:prSet presAssocID="{B2FD493D-ED62-43BA-86AF-38936FC9B2B3}" presName="compNode" presStyleCnt="0"/>
      <dgm:spPr/>
    </dgm:pt>
    <dgm:pt modelId="{8B0CF5E7-4E37-4683-B71E-7A049C6A7EB7}" type="pres">
      <dgm:prSet presAssocID="{B2FD493D-ED62-43BA-86AF-38936FC9B2B3}" presName="bgRect" presStyleLbl="bgShp" presStyleIdx="0" presStyleCnt="6"/>
      <dgm:spPr/>
    </dgm:pt>
    <dgm:pt modelId="{89AB0063-AC26-498B-97E0-B6300A1758AF}" type="pres">
      <dgm:prSet presAssocID="{B2FD493D-ED62-43BA-86AF-38936FC9B2B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in head"/>
        </a:ext>
      </dgm:extLst>
    </dgm:pt>
    <dgm:pt modelId="{3069775E-B80B-42B3-BA8D-4841E25AE84F}" type="pres">
      <dgm:prSet presAssocID="{B2FD493D-ED62-43BA-86AF-38936FC9B2B3}" presName="spaceRect" presStyleCnt="0"/>
      <dgm:spPr/>
    </dgm:pt>
    <dgm:pt modelId="{92F10925-2D90-4A0C-9E0F-C540A8B16601}" type="pres">
      <dgm:prSet presAssocID="{B2FD493D-ED62-43BA-86AF-38936FC9B2B3}" presName="parTx" presStyleLbl="revTx" presStyleIdx="0" presStyleCnt="6">
        <dgm:presLayoutVars>
          <dgm:chMax val="0"/>
          <dgm:chPref val="0"/>
        </dgm:presLayoutVars>
      </dgm:prSet>
      <dgm:spPr/>
    </dgm:pt>
    <dgm:pt modelId="{40590F93-66C2-495E-9194-E694B96EBF46}" type="pres">
      <dgm:prSet presAssocID="{B43EFB13-7E68-4595-8111-802E39B79504}" presName="sibTrans" presStyleCnt="0"/>
      <dgm:spPr/>
    </dgm:pt>
    <dgm:pt modelId="{9794C0B7-85F3-48C9-A460-93F3D7C9F344}" type="pres">
      <dgm:prSet presAssocID="{55483795-DD53-42CC-8DC9-25023273B8D7}" presName="compNode" presStyleCnt="0"/>
      <dgm:spPr/>
    </dgm:pt>
    <dgm:pt modelId="{11829D38-D027-4A1A-BCB4-5459EDD96097}" type="pres">
      <dgm:prSet presAssocID="{55483795-DD53-42CC-8DC9-25023273B8D7}" presName="bgRect" presStyleLbl="bgShp" presStyleIdx="1" presStyleCnt="6"/>
      <dgm:spPr/>
    </dgm:pt>
    <dgm:pt modelId="{72982F05-EF0B-419B-8142-1F993F2939F9}" type="pres">
      <dgm:prSet presAssocID="{55483795-DD53-42CC-8DC9-25023273B8D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1DD5CED2-973D-4E59-8D52-BDE55B7F04C1}" type="pres">
      <dgm:prSet presAssocID="{55483795-DD53-42CC-8DC9-25023273B8D7}" presName="spaceRect" presStyleCnt="0"/>
      <dgm:spPr/>
    </dgm:pt>
    <dgm:pt modelId="{D1266B42-8097-4842-9A45-BE0915F4A437}" type="pres">
      <dgm:prSet presAssocID="{55483795-DD53-42CC-8DC9-25023273B8D7}" presName="parTx" presStyleLbl="revTx" presStyleIdx="1" presStyleCnt="6">
        <dgm:presLayoutVars>
          <dgm:chMax val="0"/>
          <dgm:chPref val="0"/>
        </dgm:presLayoutVars>
      </dgm:prSet>
      <dgm:spPr/>
    </dgm:pt>
    <dgm:pt modelId="{065E8B5B-180F-4923-A569-F967390EFC49}" type="pres">
      <dgm:prSet presAssocID="{F1E48ED1-FE54-4B09-96E8-797EF5C05698}" presName="sibTrans" presStyleCnt="0"/>
      <dgm:spPr/>
    </dgm:pt>
    <dgm:pt modelId="{8B21FADD-569F-4D4D-95D3-8B067AD3EE18}" type="pres">
      <dgm:prSet presAssocID="{0CFB1C50-F2D1-4501-B82C-F025F21FECCC}" presName="compNode" presStyleCnt="0"/>
      <dgm:spPr/>
    </dgm:pt>
    <dgm:pt modelId="{79B5CC38-74B1-4AB7-BF3F-24E2D4AB884E}" type="pres">
      <dgm:prSet presAssocID="{0CFB1C50-F2D1-4501-B82C-F025F21FECCC}" presName="bgRect" presStyleLbl="bgShp" presStyleIdx="2" presStyleCnt="6"/>
      <dgm:spPr/>
    </dgm:pt>
    <dgm:pt modelId="{D4D769CE-CAD9-49A4-A2C8-DE11C33F4347}" type="pres">
      <dgm:prSet presAssocID="{0CFB1C50-F2D1-4501-B82C-F025F21FECC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a:ext>
      </dgm:extLst>
    </dgm:pt>
    <dgm:pt modelId="{AAE7AF5A-88B3-45C4-9D5C-C665393F4BF8}" type="pres">
      <dgm:prSet presAssocID="{0CFB1C50-F2D1-4501-B82C-F025F21FECCC}" presName="spaceRect" presStyleCnt="0"/>
      <dgm:spPr/>
    </dgm:pt>
    <dgm:pt modelId="{20F24B84-3602-4F13-908C-95BEA9AD2B4C}" type="pres">
      <dgm:prSet presAssocID="{0CFB1C50-F2D1-4501-B82C-F025F21FECCC}" presName="parTx" presStyleLbl="revTx" presStyleIdx="2" presStyleCnt="6">
        <dgm:presLayoutVars>
          <dgm:chMax val="0"/>
          <dgm:chPref val="0"/>
        </dgm:presLayoutVars>
      </dgm:prSet>
      <dgm:spPr/>
    </dgm:pt>
    <dgm:pt modelId="{2F0DD4FB-C9DF-4B98-A080-2B16F2FD6CDE}" type="pres">
      <dgm:prSet presAssocID="{D6E1EFBA-8A05-43CF-A454-354BDAD62128}" presName="sibTrans" presStyleCnt="0"/>
      <dgm:spPr/>
    </dgm:pt>
    <dgm:pt modelId="{27860A7C-8B11-4F22-8470-43FB7D152A2F}" type="pres">
      <dgm:prSet presAssocID="{F2D61EE3-8855-4002-8282-5BA8C6C86B64}" presName="compNode" presStyleCnt="0"/>
      <dgm:spPr/>
    </dgm:pt>
    <dgm:pt modelId="{9D1EF035-EC21-4926-B43A-BB1447730D53}" type="pres">
      <dgm:prSet presAssocID="{F2D61EE3-8855-4002-8282-5BA8C6C86B64}" presName="bgRect" presStyleLbl="bgShp" presStyleIdx="3" presStyleCnt="6"/>
      <dgm:spPr/>
    </dgm:pt>
    <dgm:pt modelId="{98A14FD8-05FE-429F-BFD5-EE863B3F2930}" type="pres">
      <dgm:prSet presAssocID="{F2D61EE3-8855-4002-8282-5BA8C6C86B6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s"/>
        </a:ext>
      </dgm:extLst>
    </dgm:pt>
    <dgm:pt modelId="{12AD92AD-57E1-4817-A9E6-1DFAE6984A97}" type="pres">
      <dgm:prSet presAssocID="{F2D61EE3-8855-4002-8282-5BA8C6C86B64}" presName="spaceRect" presStyleCnt="0"/>
      <dgm:spPr/>
    </dgm:pt>
    <dgm:pt modelId="{17765738-B0DB-48FC-9480-7E1FB91F28FC}" type="pres">
      <dgm:prSet presAssocID="{F2D61EE3-8855-4002-8282-5BA8C6C86B64}" presName="parTx" presStyleLbl="revTx" presStyleIdx="3" presStyleCnt="6">
        <dgm:presLayoutVars>
          <dgm:chMax val="0"/>
          <dgm:chPref val="0"/>
        </dgm:presLayoutVars>
      </dgm:prSet>
      <dgm:spPr/>
    </dgm:pt>
    <dgm:pt modelId="{737A335A-7356-471B-99D8-77CDE0F9CE34}" type="pres">
      <dgm:prSet presAssocID="{F457EEDB-180A-4FA1-873D-ADFFAE759146}" presName="sibTrans" presStyleCnt="0"/>
      <dgm:spPr/>
    </dgm:pt>
    <dgm:pt modelId="{890B275B-9CCC-4CE9-9804-0872ED344071}" type="pres">
      <dgm:prSet presAssocID="{D6AE398F-2BB6-440D-86B1-EB17FBBCD807}" presName="compNode" presStyleCnt="0"/>
      <dgm:spPr/>
    </dgm:pt>
    <dgm:pt modelId="{B0DB5C01-2009-462A-8231-2C05B8B0B9AD}" type="pres">
      <dgm:prSet presAssocID="{D6AE398F-2BB6-440D-86B1-EB17FBBCD807}" presName="bgRect" presStyleLbl="bgShp" presStyleIdx="4" presStyleCnt="6"/>
      <dgm:spPr/>
    </dgm:pt>
    <dgm:pt modelId="{757DD318-289A-4571-A561-01ED12261AFD}" type="pres">
      <dgm:prSet presAssocID="{D6AE398F-2BB6-440D-86B1-EB17FBBCD80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lp"/>
        </a:ext>
      </dgm:extLst>
    </dgm:pt>
    <dgm:pt modelId="{39469BB2-B7FD-41DB-B3E3-811E5B1CF39D}" type="pres">
      <dgm:prSet presAssocID="{D6AE398F-2BB6-440D-86B1-EB17FBBCD807}" presName="spaceRect" presStyleCnt="0"/>
      <dgm:spPr/>
    </dgm:pt>
    <dgm:pt modelId="{A42D3808-FA7F-42B6-9871-AEB791FD382D}" type="pres">
      <dgm:prSet presAssocID="{D6AE398F-2BB6-440D-86B1-EB17FBBCD807}" presName="parTx" presStyleLbl="revTx" presStyleIdx="4" presStyleCnt="6">
        <dgm:presLayoutVars>
          <dgm:chMax val="0"/>
          <dgm:chPref val="0"/>
        </dgm:presLayoutVars>
      </dgm:prSet>
      <dgm:spPr/>
    </dgm:pt>
    <dgm:pt modelId="{18BBC5B8-F305-42BC-8CA3-6F091DC502A3}" type="pres">
      <dgm:prSet presAssocID="{E9FE7E23-A60E-4C30-B352-AB96E5C176E7}" presName="sibTrans" presStyleCnt="0"/>
      <dgm:spPr/>
    </dgm:pt>
    <dgm:pt modelId="{34B0585F-BE8E-4E32-9B9F-A27298AF0C98}" type="pres">
      <dgm:prSet presAssocID="{EFB778FE-77A5-47FB-A1A7-6E8D63D2A43B}" presName="compNode" presStyleCnt="0"/>
      <dgm:spPr/>
    </dgm:pt>
    <dgm:pt modelId="{83CF001E-091D-44B8-900D-623E5180F852}" type="pres">
      <dgm:prSet presAssocID="{EFB778FE-77A5-47FB-A1A7-6E8D63D2A43B}" presName="bgRect" presStyleLbl="bgShp" presStyleIdx="5" presStyleCnt="6"/>
      <dgm:spPr/>
    </dgm:pt>
    <dgm:pt modelId="{D51FE470-E269-4DC7-AC36-4B068A7DA2DF}" type="pres">
      <dgm:prSet presAssocID="{EFB778FE-77A5-47FB-A1A7-6E8D63D2A43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ooks"/>
        </a:ext>
      </dgm:extLst>
    </dgm:pt>
    <dgm:pt modelId="{55568941-0491-4CEE-955F-3268071BAB8F}" type="pres">
      <dgm:prSet presAssocID="{EFB778FE-77A5-47FB-A1A7-6E8D63D2A43B}" presName="spaceRect" presStyleCnt="0"/>
      <dgm:spPr/>
    </dgm:pt>
    <dgm:pt modelId="{0EE4A2BF-8E47-49B0-A824-B7F24F616601}" type="pres">
      <dgm:prSet presAssocID="{EFB778FE-77A5-47FB-A1A7-6E8D63D2A43B}" presName="parTx" presStyleLbl="revTx" presStyleIdx="5" presStyleCnt="6">
        <dgm:presLayoutVars>
          <dgm:chMax val="0"/>
          <dgm:chPref val="0"/>
        </dgm:presLayoutVars>
      </dgm:prSet>
      <dgm:spPr/>
    </dgm:pt>
  </dgm:ptLst>
  <dgm:cxnLst>
    <dgm:cxn modelId="{4BDAC005-0513-4090-86B5-E5F14F59A1DE}" srcId="{B5493038-2251-4008-8F52-A9E0DF8975F8}" destId="{D6AE398F-2BB6-440D-86B1-EB17FBBCD807}" srcOrd="4" destOrd="0" parTransId="{9395E061-DCF7-4582-ADB1-03A0AB3455CE}" sibTransId="{E9FE7E23-A60E-4C30-B352-AB96E5C176E7}"/>
    <dgm:cxn modelId="{E6650A06-02CD-4865-8224-91F5B2F25164}" srcId="{B5493038-2251-4008-8F52-A9E0DF8975F8}" destId="{B2FD493D-ED62-43BA-86AF-38936FC9B2B3}" srcOrd="0" destOrd="0" parTransId="{8AF6727C-5266-40C7-8E15-339389762927}" sibTransId="{B43EFB13-7E68-4595-8111-802E39B79504}"/>
    <dgm:cxn modelId="{BE84771C-3255-43FA-9626-29DCB8853810}" type="presOf" srcId="{55483795-DD53-42CC-8DC9-25023273B8D7}" destId="{D1266B42-8097-4842-9A45-BE0915F4A437}" srcOrd="0" destOrd="0" presId="urn:microsoft.com/office/officeart/2018/2/layout/IconVerticalSolidList"/>
    <dgm:cxn modelId="{B1797D1E-8ABB-4A73-89A6-68B49AA909B5}" type="presOf" srcId="{D6AE398F-2BB6-440D-86B1-EB17FBBCD807}" destId="{A42D3808-FA7F-42B6-9871-AEB791FD382D}" srcOrd="0" destOrd="0" presId="urn:microsoft.com/office/officeart/2018/2/layout/IconVerticalSolidList"/>
    <dgm:cxn modelId="{36F5CB32-5B49-4F2A-A27F-B10DD23AE35D}" type="presOf" srcId="{B2FD493D-ED62-43BA-86AF-38936FC9B2B3}" destId="{92F10925-2D90-4A0C-9E0F-C540A8B16601}" srcOrd="0" destOrd="0" presId="urn:microsoft.com/office/officeart/2018/2/layout/IconVerticalSolidList"/>
    <dgm:cxn modelId="{F941AE36-D569-482B-83B8-08BA1CB767DA}" srcId="{B5493038-2251-4008-8F52-A9E0DF8975F8}" destId="{55483795-DD53-42CC-8DC9-25023273B8D7}" srcOrd="1" destOrd="0" parTransId="{B2BAB4B8-6E52-42AE-8C9F-D15B18D120B1}" sibTransId="{F1E48ED1-FE54-4B09-96E8-797EF5C05698}"/>
    <dgm:cxn modelId="{175C1271-06DB-46D8-AF90-AD2289BBD8C9}" type="presOf" srcId="{F2D61EE3-8855-4002-8282-5BA8C6C86B64}" destId="{17765738-B0DB-48FC-9480-7E1FB91F28FC}" srcOrd="0" destOrd="0" presId="urn:microsoft.com/office/officeart/2018/2/layout/IconVerticalSolidList"/>
    <dgm:cxn modelId="{63D1335A-D8C6-4750-A188-71724A8BC27B}" type="presOf" srcId="{B5493038-2251-4008-8F52-A9E0DF8975F8}" destId="{CED629F3-D1FA-4E77-9B13-3434B00D6ACF}" srcOrd="0" destOrd="0" presId="urn:microsoft.com/office/officeart/2018/2/layout/IconVerticalSolidList"/>
    <dgm:cxn modelId="{8ADA78A5-26F4-470D-8A65-7972554C4979}" srcId="{B5493038-2251-4008-8F52-A9E0DF8975F8}" destId="{0CFB1C50-F2D1-4501-B82C-F025F21FECCC}" srcOrd="2" destOrd="0" parTransId="{EFEB24E6-FB97-48E3-9CA3-07BD326F7F9D}" sibTransId="{D6E1EFBA-8A05-43CF-A454-354BDAD62128}"/>
    <dgm:cxn modelId="{419926A9-2DF4-4FC0-BDB3-3DB5B2D88515}" srcId="{B5493038-2251-4008-8F52-A9E0DF8975F8}" destId="{EFB778FE-77A5-47FB-A1A7-6E8D63D2A43B}" srcOrd="5" destOrd="0" parTransId="{31316AC3-01C6-4353-93CF-AFF0499B9687}" sibTransId="{1AC6E426-F48E-43AD-AADA-6793C4B0F0DA}"/>
    <dgm:cxn modelId="{73D719B2-92FD-4809-B962-3B71B612A0C8}" type="presOf" srcId="{0CFB1C50-F2D1-4501-B82C-F025F21FECCC}" destId="{20F24B84-3602-4F13-908C-95BEA9AD2B4C}" srcOrd="0" destOrd="0" presId="urn:microsoft.com/office/officeart/2018/2/layout/IconVerticalSolidList"/>
    <dgm:cxn modelId="{20FC5DF1-27DB-4F6A-8980-8BF1AB01E5E3}" type="presOf" srcId="{EFB778FE-77A5-47FB-A1A7-6E8D63D2A43B}" destId="{0EE4A2BF-8E47-49B0-A824-B7F24F616601}" srcOrd="0" destOrd="0" presId="urn:microsoft.com/office/officeart/2018/2/layout/IconVerticalSolidList"/>
    <dgm:cxn modelId="{E09209F2-CE8F-45CE-9D76-8FB2404F3F28}" srcId="{B5493038-2251-4008-8F52-A9E0DF8975F8}" destId="{F2D61EE3-8855-4002-8282-5BA8C6C86B64}" srcOrd="3" destOrd="0" parTransId="{8C46E9F9-0ADE-4A12-AD07-2A877B088E81}" sibTransId="{F457EEDB-180A-4FA1-873D-ADFFAE759146}"/>
    <dgm:cxn modelId="{B4389064-DFB8-43C3-A54D-ADDC5B8B1598}" type="presParOf" srcId="{CED629F3-D1FA-4E77-9B13-3434B00D6ACF}" destId="{670B4D99-FF15-41E3-AC64-1FCAA82617D1}" srcOrd="0" destOrd="0" presId="urn:microsoft.com/office/officeart/2018/2/layout/IconVerticalSolidList"/>
    <dgm:cxn modelId="{08E8264B-93C7-473D-83FD-90B1040C2E4D}" type="presParOf" srcId="{670B4D99-FF15-41E3-AC64-1FCAA82617D1}" destId="{8B0CF5E7-4E37-4683-B71E-7A049C6A7EB7}" srcOrd="0" destOrd="0" presId="urn:microsoft.com/office/officeart/2018/2/layout/IconVerticalSolidList"/>
    <dgm:cxn modelId="{6C329795-904B-4DA3-BC26-F1616DF2CB02}" type="presParOf" srcId="{670B4D99-FF15-41E3-AC64-1FCAA82617D1}" destId="{89AB0063-AC26-498B-97E0-B6300A1758AF}" srcOrd="1" destOrd="0" presId="urn:microsoft.com/office/officeart/2018/2/layout/IconVerticalSolidList"/>
    <dgm:cxn modelId="{AE794EFE-7FA2-4811-9420-5985F11840EE}" type="presParOf" srcId="{670B4D99-FF15-41E3-AC64-1FCAA82617D1}" destId="{3069775E-B80B-42B3-BA8D-4841E25AE84F}" srcOrd="2" destOrd="0" presId="urn:microsoft.com/office/officeart/2018/2/layout/IconVerticalSolidList"/>
    <dgm:cxn modelId="{6F3E213E-04E4-47D4-86BC-C74239F5EBDF}" type="presParOf" srcId="{670B4D99-FF15-41E3-AC64-1FCAA82617D1}" destId="{92F10925-2D90-4A0C-9E0F-C540A8B16601}" srcOrd="3" destOrd="0" presId="urn:microsoft.com/office/officeart/2018/2/layout/IconVerticalSolidList"/>
    <dgm:cxn modelId="{0C0CB753-E7C2-407A-8DD7-1DB72B32BE2A}" type="presParOf" srcId="{CED629F3-D1FA-4E77-9B13-3434B00D6ACF}" destId="{40590F93-66C2-495E-9194-E694B96EBF46}" srcOrd="1" destOrd="0" presId="urn:microsoft.com/office/officeart/2018/2/layout/IconVerticalSolidList"/>
    <dgm:cxn modelId="{5FD7BCF5-EE84-45D1-BC15-685C10503B5A}" type="presParOf" srcId="{CED629F3-D1FA-4E77-9B13-3434B00D6ACF}" destId="{9794C0B7-85F3-48C9-A460-93F3D7C9F344}" srcOrd="2" destOrd="0" presId="urn:microsoft.com/office/officeart/2018/2/layout/IconVerticalSolidList"/>
    <dgm:cxn modelId="{F9B1872A-0E0E-4C32-8B3C-95C83619A92C}" type="presParOf" srcId="{9794C0B7-85F3-48C9-A460-93F3D7C9F344}" destId="{11829D38-D027-4A1A-BCB4-5459EDD96097}" srcOrd="0" destOrd="0" presId="urn:microsoft.com/office/officeart/2018/2/layout/IconVerticalSolidList"/>
    <dgm:cxn modelId="{E754FE37-3D5C-4F86-BAA2-F44C3C458DFA}" type="presParOf" srcId="{9794C0B7-85F3-48C9-A460-93F3D7C9F344}" destId="{72982F05-EF0B-419B-8142-1F993F2939F9}" srcOrd="1" destOrd="0" presId="urn:microsoft.com/office/officeart/2018/2/layout/IconVerticalSolidList"/>
    <dgm:cxn modelId="{9AB83A3D-2B5D-4A1E-9F1D-E1F2224B4D90}" type="presParOf" srcId="{9794C0B7-85F3-48C9-A460-93F3D7C9F344}" destId="{1DD5CED2-973D-4E59-8D52-BDE55B7F04C1}" srcOrd="2" destOrd="0" presId="urn:microsoft.com/office/officeart/2018/2/layout/IconVerticalSolidList"/>
    <dgm:cxn modelId="{D83FFB4A-E08D-4492-8989-59551293D88D}" type="presParOf" srcId="{9794C0B7-85F3-48C9-A460-93F3D7C9F344}" destId="{D1266B42-8097-4842-9A45-BE0915F4A437}" srcOrd="3" destOrd="0" presId="urn:microsoft.com/office/officeart/2018/2/layout/IconVerticalSolidList"/>
    <dgm:cxn modelId="{024D3DD2-4CD7-48C9-AD29-B59675E1C40C}" type="presParOf" srcId="{CED629F3-D1FA-4E77-9B13-3434B00D6ACF}" destId="{065E8B5B-180F-4923-A569-F967390EFC49}" srcOrd="3" destOrd="0" presId="urn:microsoft.com/office/officeart/2018/2/layout/IconVerticalSolidList"/>
    <dgm:cxn modelId="{257B9882-A755-465A-B218-64536756FD29}" type="presParOf" srcId="{CED629F3-D1FA-4E77-9B13-3434B00D6ACF}" destId="{8B21FADD-569F-4D4D-95D3-8B067AD3EE18}" srcOrd="4" destOrd="0" presId="urn:microsoft.com/office/officeart/2018/2/layout/IconVerticalSolidList"/>
    <dgm:cxn modelId="{6FA72DC1-CB3C-449A-9FC1-88D1CB622B33}" type="presParOf" srcId="{8B21FADD-569F-4D4D-95D3-8B067AD3EE18}" destId="{79B5CC38-74B1-4AB7-BF3F-24E2D4AB884E}" srcOrd="0" destOrd="0" presId="urn:microsoft.com/office/officeart/2018/2/layout/IconVerticalSolidList"/>
    <dgm:cxn modelId="{A1CBDBBC-B504-4710-95F5-CD9C5A7D0139}" type="presParOf" srcId="{8B21FADD-569F-4D4D-95D3-8B067AD3EE18}" destId="{D4D769CE-CAD9-49A4-A2C8-DE11C33F4347}" srcOrd="1" destOrd="0" presId="urn:microsoft.com/office/officeart/2018/2/layout/IconVerticalSolidList"/>
    <dgm:cxn modelId="{B6AE353B-27B5-4E76-900B-FE0C94222217}" type="presParOf" srcId="{8B21FADD-569F-4D4D-95D3-8B067AD3EE18}" destId="{AAE7AF5A-88B3-45C4-9D5C-C665393F4BF8}" srcOrd="2" destOrd="0" presId="urn:microsoft.com/office/officeart/2018/2/layout/IconVerticalSolidList"/>
    <dgm:cxn modelId="{AD8CE673-DCCA-4434-BD31-D115763CB5DD}" type="presParOf" srcId="{8B21FADD-569F-4D4D-95D3-8B067AD3EE18}" destId="{20F24B84-3602-4F13-908C-95BEA9AD2B4C}" srcOrd="3" destOrd="0" presId="urn:microsoft.com/office/officeart/2018/2/layout/IconVerticalSolidList"/>
    <dgm:cxn modelId="{36C47A76-5F3D-4A8E-B5FB-CC0A4BE94ECC}" type="presParOf" srcId="{CED629F3-D1FA-4E77-9B13-3434B00D6ACF}" destId="{2F0DD4FB-C9DF-4B98-A080-2B16F2FD6CDE}" srcOrd="5" destOrd="0" presId="urn:microsoft.com/office/officeart/2018/2/layout/IconVerticalSolidList"/>
    <dgm:cxn modelId="{9EFE18C7-FFDA-47A6-BBC8-7F88D0FDF18E}" type="presParOf" srcId="{CED629F3-D1FA-4E77-9B13-3434B00D6ACF}" destId="{27860A7C-8B11-4F22-8470-43FB7D152A2F}" srcOrd="6" destOrd="0" presId="urn:microsoft.com/office/officeart/2018/2/layout/IconVerticalSolidList"/>
    <dgm:cxn modelId="{BDFE4E45-FD46-44EE-AFAB-4F93D6B55DB0}" type="presParOf" srcId="{27860A7C-8B11-4F22-8470-43FB7D152A2F}" destId="{9D1EF035-EC21-4926-B43A-BB1447730D53}" srcOrd="0" destOrd="0" presId="urn:microsoft.com/office/officeart/2018/2/layout/IconVerticalSolidList"/>
    <dgm:cxn modelId="{6AC9D330-FFB0-4667-8716-E90A417836C6}" type="presParOf" srcId="{27860A7C-8B11-4F22-8470-43FB7D152A2F}" destId="{98A14FD8-05FE-429F-BFD5-EE863B3F2930}" srcOrd="1" destOrd="0" presId="urn:microsoft.com/office/officeart/2018/2/layout/IconVerticalSolidList"/>
    <dgm:cxn modelId="{F48F92A6-42F3-41F9-BABC-2D5288EA7D49}" type="presParOf" srcId="{27860A7C-8B11-4F22-8470-43FB7D152A2F}" destId="{12AD92AD-57E1-4817-A9E6-1DFAE6984A97}" srcOrd="2" destOrd="0" presId="urn:microsoft.com/office/officeart/2018/2/layout/IconVerticalSolidList"/>
    <dgm:cxn modelId="{68C8053D-39FC-494F-B9D6-C9F40496172F}" type="presParOf" srcId="{27860A7C-8B11-4F22-8470-43FB7D152A2F}" destId="{17765738-B0DB-48FC-9480-7E1FB91F28FC}" srcOrd="3" destOrd="0" presId="urn:microsoft.com/office/officeart/2018/2/layout/IconVerticalSolidList"/>
    <dgm:cxn modelId="{CB2F8383-37F6-43B7-9A42-9A27622F7277}" type="presParOf" srcId="{CED629F3-D1FA-4E77-9B13-3434B00D6ACF}" destId="{737A335A-7356-471B-99D8-77CDE0F9CE34}" srcOrd="7" destOrd="0" presId="urn:microsoft.com/office/officeart/2018/2/layout/IconVerticalSolidList"/>
    <dgm:cxn modelId="{22924520-30D9-4EBC-974E-F282C2C3A0B1}" type="presParOf" srcId="{CED629F3-D1FA-4E77-9B13-3434B00D6ACF}" destId="{890B275B-9CCC-4CE9-9804-0872ED344071}" srcOrd="8" destOrd="0" presId="urn:microsoft.com/office/officeart/2018/2/layout/IconVerticalSolidList"/>
    <dgm:cxn modelId="{12D7314D-54D5-4028-BF7B-28D2C0205411}" type="presParOf" srcId="{890B275B-9CCC-4CE9-9804-0872ED344071}" destId="{B0DB5C01-2009-462A-8231-2C05B8B0B9AD}" srcOrd="0" destOrd="0" presId="urn:microsoft.com/office/officeart/2018/2/layout/IconVerticalSolidList"/>
    <dgm:cxn modelId="{0F471A7F-ACF4-4E5E-BAED-08136D5ACB3A}" type="presParOf" srcId="{890B275B-9CCC-4CE9-9804-0872ED344071}" destId="{757DD318-289A-4571-A561-01ED12261AFD}" srcOrd="1" destOrd="0" presId="urn:microsoft.com/office/officeart/2018/2/layout/IconVerticalSolidList"/>
    <dgm:cxn modelId="{629F503E-075D-46C8-B8D3-5DCFCEB9BBD4}" type="presParOf" srcId="{890B275B-9CCC-4CE9-9804-0872ED344071}" destId="{39469BB2-B7FD-41DB-B3E3-811E5B1CF39D}" srcOrd="2" destOrd="0" presId="urn:microsoft.com/office/officeart/2018/2/layout/IconVerticalSolidList"/>
    <dgm:cxn modelId="{EF3E772F-B115-48AE-AC8A-E1C81348101E}" type="presParOf" srcId="{890B275B-9CCC-4CE9-9804-0872ED344071}" destId="{A42D3808-FA7F-42B6-9871-AEB791FD382D}" srcOrd="3" destOrd="0" presId="urn:microsoft.com/office/officeart/2018/2/layout/IconVerticalSolidList"/>
    <dgm:cxn modelId="{7A65DC83-7523-4DF0-BC81-D0963AF3800D}" type="presParOf" srcId="{CED629F3-D1FA-4E77-9B13-3434B00D6ACF}" destId="{18BBC5B8-F305-42BC-8CA3-6F091DC502A3}" srcOrd="9" destOrd="0" presId="urn:microsoft.com/office/officeart/2018/2/layout/IconVerticalSolidList"/>
    <dgm:cxn modelId="{4BCFCFF0-22B7-4311-ABC5-566CA390497B}" type="presParOf" srcId="{CED629F3-D1FA-4E77-9B13-3434B00D6ACF}" destId="{34B0585F-BE8E-4E32-9B9F-A27298AF0C98}" srcOrd="10" destOrd="0" presId="urn:microsoft.com/office/officeart/2018/2/layout/IconVerticalSolidList"/>
    <dgm:cxn modelId="{35FFFE0E-F517-49E0-BE19-BC62BCBFD0A6}" type="presParOf" srcId="{34B0585F-BE8E-4E32-9B9F-A27298AF0C98}" destId="{83CF001E-091D-44B8-900D-623E5180F852}" srcOrd="0" destOrd="0" presId="urn:microsoft.com/office/officeart/2018/2/layout/IconVerticalSolidList"/>
    <dgm:cxn modelId="{6D04EF49-9E35-42B1-A931-F7E0350E83A2}" type="presParOf" srcId="{34B0585F-BE8E-4E32-9B9F-A27298AF0C98}" destId="{D51FE470-E269-4DC7-AC36-4B068A7DA2DF}" srcOrd="1" destOrd="0" presId="urn:microsoft.com/office/officeart/2018/2/layout/IconVerticalSolidList"/>
    <dgm:cxn modelId="{85C79B32-7CF3-4C0E-82BE-179010B51D08}" type="presParOf" srcId="{34B0585F-BE8E-4E32-9B9F-A27298AF0C98}" destId="{55568941-0491-4CEE-955F-3268071BAB8F}" srcOrd="2" destOrd="0" presId="urn:microsoft.com/office/officeart/2018/2/layout/IconVerticalSolidList"/>
    <dgm:cxn modelId="{4BCBDC97-13E3-4313-B64C-13E2CBC4DDCF}" type="presParOf" srcId="{34B0585F-BE8E-4E32-9B9F-A27298AF0C98}" destId="{0EE4A2BF-8E47-49B0-A824-B7F24F61660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1A9273-638E-408A-8506-06F85FBC0EC1}" type="doc">
      <dgm:prSet loTypeId="urn:microsoft.com/office/officeart/2005/8/layout/default" loCatId="list" qsTypeId="urn:microsoft.com/office/officeart/2005/8/quickstyle/simple1" qsCatId="simple" csTypeId="urn:microsoft.com/office/officeart/2005/8/colors/accent2_2" csCatId="accent2"/>
      <dgm:spPr/>
      <dgm:t>
        <a:bodyPr/>
        <a:lstStyle/>
        <a:p>
          <a:endParaRPr lang="en-US"/>
        </a:p>
      </dgm:t>
    </dgm:pt>
    <dgm:pt modelId="{BC938A5E-C878-437B-90CA-1F5D08D70C59}">
      <dgm:prSet/>
      <dgm:spPr/>
      <dgm:t>
        <a:bodyPr/>
        <a:lstStyle/>
        <a:p>
          <a:r>
            <a:rPr lang="en-GB"/>
            <a:t>The Juggling Act: Responsibilities and Stresses</a:t>
          </a:r>
          <a:endParaRPr lang="en-US"/>
        </a:p>
      </dgm:t>
    </dgm:pt>
    <dgm:pt modelId="{5C9A7570-8A05-4A37-8C53-8A11713DB867}" type="parTrans" cxnId="{E3A3DBA5-7CAB-4ACF-A133-B2DFCE1301E1}">
      <dgm:prSet/>
      <dgm:spPr/>
      <dgm:t>
        <a:bodyPr/>
        <a:lstStyle/>
        <a:p>
          <a:endParaRPr lang="en-US"/>
        </a:p>
      </dgm:t>
    </dgm:pt>
    <dgm:pt modelId="{816B296D-1DAA-4CBB-94F5-3FCFE098D361}" type="sibTrans" cxnId="{E3A3DBA5-7CAB-4ACF-A133-B2DFCE1301E1}">
      <dgm:prSet/>
      <dgm:spPr/>
      <dgm:t>
        <a:bodyPr/>
        <a:lstStyle/>
        <a:p>
          <a:endParaRPr lang="en-US"/>
        </a:p>
      </dgm:t>
    </dgm:pt>
    <dgm:pt modelId="{7C44BBCE-9D78-41DE-A04F-CD84D77ACCC6}">
      <dgm:prSet/>
      <dgm:spPr/>
      <dgm:t>
        <a:bodyPr/>
        <a:lstStyle/>
        <a:p>
          <a:r>
            <a:rPr lang="en-GB"/>
            <a:t>Impact on Teachers and Students</a:t>
          </a:r>
          <a:endParaRPr lang="en-US"/>
        </a:p>
      </dgm:t>
    </dgm:pt>
    <dgm:pt modelId="{3A54EE40-D28E-4850-AEDB-EB5D434611FC}" type="parTrans" cxnId="{F1A7A8E9-9E90-4E91-A713-18F3B93ED228}">
      <dgm:prSet/>
      <dgm:spPr/>
      <dgm:t>
        <a:bodyPr/>
        <a:lstStyle/>
        <a:p>
          <a:endParaRPr lang="en-US"/>
        </a:p>
      </dgm:t>
    </dgm:pt>
    <dgm:pt modelId="{BFFBBF54-6E42-411C-B0DB-9416A0266916}" type="sibTrans" cxnId="{F1A7A8E9-9E90-4E91-A713-18F3B93ED228}">
      <dgm:prSet/>
      <dgm:spPr/>
      <dgm:t>
        <a:bodyPr/>
        <a:lstStyle/>
        <a:p>
          <a:endParaRPr lang="en-US"/>
        </a:p>
      </dgm:t>
    </dgm:pt>
    <dgm:pt modelId="{FB7E88B3-4F0B-4452-ADE8-1927FBB2159C}">
      <dgm:prSet/>
      <dgm:spPr/>
      <dgm:t>
        <a:bodyPr/>
        <a:lstStyle/>
        <a:p>
          <a:r>
            <a:rPr lang="en-GB"/>
            <a:t>Why We Can't Ignore Well-being</a:t>
          </a:r>
          <a:endParaRPr lang="en-US"/>
        </a:p>
      </dgm:t>
    </dgm:pt>
    <dgm:pt modelId="{AFCEF73C-5AA2-4F5F-91E3-BE9484442374}" type="parTrans" cxnId="{41240DA8-D690-42CB-86F7-A04D1604B173}">
      <dgm:prSet/>
      <dgm:spPr/>
      <dgm:t>
        <a:bodyPr/>
        <a:lstStyle/>
        <a:p>
          <a:endParaRPr lang="en-US"/>
        </a:p>
      </dgm:t>
    </dgm:pt>
    <dgm:pt modelId="{7CE4CFB0-32AC-4720-8783-029868977522}" type="sibTrans" cxnId="{41240DA8-D690-42CB-86F7-A04D1604B173}">
      <dgm:prSet/>
      <dgm:spPr/>
      <dgm:t>
        <a:bodyPr/>
        <a:lstStyle/>
        <a:p>
          <a:endParaRPr lang="en-US"/>
        </a:p>
      </dgm:t>
    </dgm:pt>
    <dgm:pt modelId="{428F2C69-FC23-4E68-8917-1843243EB3F3}" type="pres">
      <dgm:prSet presAssocID="{611A9273-638E-408A-8506-06F85FBC0EC1}" presName="diagram" presStyleCnt="0">
        <dgm:presLayoutVars>
          <dgm:dir/>
          <dgm:resizeHandles val="exact"/>
        </dgm:presLayoutVars>
      </dgm:prSet>
      <dgm:spPr/>
    </dgm:pt>
    <dgm:pt modelId="{CBBC2A24-B574-4E65-B8A1-6AEC3BC89C25}" type="pres">
      <dgm:prSet presAssocID="{BC938A5E-C878-437B-90CA-1F5D08D70C59}" presName="node" presStyleLbl="node1" presStyleIdx="0" presStyleCnt="3">
        <dgm:presLayoutVars>
          <dgm:bulletEnabled val="1"/>
        </dgm:presLayoutVars>
      </dgm:prSet>
      <dgm:spPr/>
    </dgm:pt>
    <dgm:pt modelId="{A5BE0A3F-FE49-4B26-8576-934DA0239B36}" type="pres">
      <dgm:prSet presAssocID="{816B296D-1DAA-4CBB-94F5-3FCFE098D361}" presName="sibTrans" presStyleCnt="0"/>
      <dgm:spPr/>
    </dgm:pt>
    <dgm:pt modelId="{D454F243-741F-43B6-8685-E634552E4413}" type="pres">
      <dgm:prSet presAssocID="{7C44BBCE-9D78-41DE-A04F-CD84D77ACCC6}" presName="node" presStyleLbl="node1" presStyleIdx="1" presStyleCnt="3">
        <dgm:presLayoutVars>
          <dgm:bulletEnabled val="1"/>
        </dgm:presLayoutVars>
      </dgm:prSet>
      <dgm:spPr/>
    </dgm:pt>
    <dgm:pt modelId="{8A6FBF15-88C9-4CF3-B01E-35DB31B9F9BD}" type="pres">
      <dgm:prSet presAssocID="{BFFBBF54-6E42-411C-B0DB-9416A0266916}" presName="sibTrans" presStyleCnt="0"/>
      <dgm:spPr/>
    </dgm:pt>
    <dgm:pt modelId="{4AF90214-1361-4B53-B240-2EA050E757D7}" type="pres">
      <dgm:prSet presAssocID="{FB7E88B3-4F0B-4452-ADE8-1927FBB2159C}" presName="node" presStyleLbl="node1" presStyleIdx="2" presStyleCnt="3">
        <dgm:presLayoutVars>
          <dgm:bulletEnabled val="1"/>
        </dgm:presLayoutVars>
      </dgm:prSet>
      <dgm:spPr/>
    </dgm:pt>
  </dgm:ptLst>
  <dgm:cxnLst>
    <dgm:cxn modelId="{7D28A02B-7D2B-4E4A-870B-E36F85FFFB8B}" type="presOf" srcId="{BC938A5E-C878-437B-90CA-1F5D08D70C59}" destId="{CBBC2A24-B574-4E65-B8A1-6AEC3BC89C25}" srcOrd="0" destOrd="0" presId="urn:microsoft.com/office/officeart/2005/8/layout/default"/>
    <dgm:cxn modelId="{A068794E-0FC3-4E2A-9532-143174418284}" type="presOf" srcId="{FB7E88B3-4F0B-4452-ADE8-1927FBB2159C}" destId="{4AF90214-1361-4B53-B240-2EA050E757D7}" srcOrd="0" destOrd="0" presId="urn:microsoft.com/office/officeart/2005/8/layout/default"/>
    <dgm:cxn modelId="{6AD49296-8EE3-4972-92AF-F9AA5BBA8124}" type="presOf" srcId="{7C44BBCE-9D78-41DE-A04F-CD84D77ACCC6}" destId="{D454F243-741F-43B6-8685-E634552E4413}" srcOrd="0" destOrd="0" presId="urn:microsoft.com/office/officeart/2005/8/layout/default"/>
    <dgm:cxn modelId="{E3A3DBA5-7CAB-4ACF-A133-B2DFCE1301E1}" srcId="{611A9273-638E-408A-8506-06F85FBC0EC1}" destId="{BC938A5E-C878-437B-90CA-1F5D08D70C59}" srcOrd="0" destOrd="0" parTransId="{5C9A7570-8A05-4A37-8C53-8A11713DB867}" sibTransId="{816B296D-1DAA-4CBB-94F5-3FCFE098D361}"/>
    <dgm:cxn modelId="{41240DA8-D690-42CB-86F7-A04D1604B173}" srcId="{611A9273-638E-408A-8506-06F85FBC0EC1}" destId="{FB7E88B3-4F0B-4452-ADE8-1927FBB2159C}" srcOrd="2" destOrd="0" parTransId="{AFCEF73C-5AA2-4F5F-91E3-BE9484442374}" sibTransId="{7CE4CFB0-32AC-4720-8783-029868977522}"/>
    <dgm:cxn modelId="{F1A7A8E9-9E90-4E91-A713-18F3B93ED228}" srcId="{611A9273-638E-408A-8506-06F85FBC0EC1}" destId="{7C44BBCE-9D78-41DE-A04F-CD84D77ACCC6}" srcOrd="1" destOrd="0" parTransId="{3A54EE40-D28E-4850-AEDB-EB5D434611FC}" sibTransId="{BFFBBF54-6E42-411C-B0DB-9416A0266916}"/>
    <dgm:cxn modelId="{03148EFF-5975-4A1B-A5AB-EC5B542C0BBE}" type="presOf" srcId="{611A9273-638E-408A-8506-06F85FBC0EC1}" destId="{428F2C69-FC23-4E68-8917-1843243EB3F3}" srcOrd="0" destOrd="0" presId="urn:microsoft.com/office/officeart/2005/8/layout/default"/>
    <dgm:cxn modelId="{DE36AFA8-5287-49CE-8438-F7639246BE64}" type="presParOf" srcId="{428F2C69-FC23-4E68-8917-1843243EB3F3}" destId="{CBBC2A24-B574-4E65-B8A1-6AEC3BC89C25}" srcOrd="0" destOrd="0" presId="urn:microsoft.com/office/officeart/2005/8/layout/default"/>
    <dgm:cxn modelId="{91BF2906-4FA9-4872-A10A-86AE471C2FF8}" type="presParOf" srcId="{428F2C69-FC23-4E68-8917-1843243EB3F3}" destId="{A5BE0A3F-FE49-4B26-8576-934DA0239B36}" srcOrd="1" destOrd="0" presId="urn:microsoft.com/office/officeart/2005/8/layout/default"/>
    <dgm:cxn modelId="{E0864369-CBB1-4CA1-A108-EA2E26C64BD5}" type="presParOf" srcId="{428F2C69-FC23-4E68-8917-1843243EB3F3}" destId="{D454F243-741F-43B6-8685-E634552E4413}" srcOrd="2" destOrd="0" presId="urn:microsoft.com/office/officeart/2005/8/layout/default"/>
    <dgm:cxn modelId="{86DD30EC-4066-4410-9A60-6F85731FCCDF}" type="presParOf" srcId="{428F2C69-FC23-4E68-8917-1843243EB3F3}" destId="{8A6FBF15-88C9-4CF3-B01E-35DB31B9F9BD}" srcOrd="3" destOrd="0" presId="urn:microsoft.com/office/officeart/2005/8/layout/default"/>
    <dgm:cxn modelId="{88A97A50-A44E-4369-8FF1-69EAB5E109C7}" type="presParOf" srcId="{428F2C69-FC23-4E68-8917-1843243EB3F3}" destId="{4AF90214-1361-4B53-B240-2EA050E757D7}"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E24E52-21AF-4305-A10C-F5428DADC150}"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48BADC94-0E75-4018-9DC0-A3E39AE9E45A}">
      <dgm:prSet/>
      <dgm:spPr/>
      <dgm:t>
        <a:bodyPr/>
        <a:lstStyle/>
        <a:p>
          <a:pPr>
            <a:defRPr cap="all"/>
          </a:pPr>
          <a:r>
            <a:rPr lang="en-GB"/>
            <a:t>Beyond the Medical Model</a:t>
          </a:r>
          <a:endParaRPr lang="en-US"/>
        </a:p>
      </dgm:t>
    </dgm:pt>
    <dgm:pt modelId="{3C410F40-5E26-4167-9F84-A8FB3E4633CC}" type="parTrans" cxnId="{8EDF842A-4FDA-4970-A48A-52482E6AD8BA}">
      <dgm:prSet/>
      <dgm:spPr/>
      <dgm:t>
        <a:bodyPr/>
        <a:lstStyle/>
        <a:p>
          <a:endParaRPr lang="en-US"/>
        </a:p>
      </dgm:t>
    </dgm:pt>
    <dgm:pt modelId="{70D8C645-B058-4391-9CF3-8FF2F003CE27}" type="sibTrans" cxnId="{8EDF842A-4FDA-4970-A48A-52482E6AD8BA}">
      <dgm:prSet/>
      <dgm:spPr/>
      <dgm:t>
        <a:bodyPr/>
        <a:lstStyle/>
        <a:p>
          <a:endParaRPr lang="en-US"/>
        </a:p>
      </dgm:t>
    </dgm:pt>
    <dgm:pt modelId="{99BF56AE-EC87-48B9-9962-AB3AEFB7E406}">
      <dgm:prSet/>
      <dgm:spPr/>
      <dgm:t>
        <a:bodyPr/>
        <a:lstStyle/>
        <a:p>
          <a:pPr>
            <a:defRPr cap="all"/>
          </a:pPr>
          <a:r>
            <a:rPr lang="en-GB"/>
            <a:t>The Study of Human Flourishing</a:t>
          </a:r>
          <a:endParaRPr lang="en-US"/>
        </a:p>
      </dgm:t>
    </dgm:pt>
    <dgm:pt modelId="{DBB245E1-5103-42F8-998E-7629B4B38093}" type="parTrans" cxnId="{D294D0AF-A686-4034-A632-CF23B562613C}">
      <dgm:prSet/>
      <dgm:spPr/>
      <dgm:t>
        <a:bodyPr/>
        <a:lstStyle/>
        <a:p>
          <a:endParaRPr lang="en-US"/>
        </a:p>
      </dgm:t>
    </dgm:pt>
    <dgm:pt modelId="{952E6E93-7FBE-4868-82D2-25B49F2F885D}" type="sibTrans" cxnId="{D294D0AF-A686-4034-A632-CF23B562613C}">
      <dgm:prSet/>
      <dgm:spPr/>
      <dgm:t>
        <a:bodyPr/>
        <a:lstStyle/>
        <a:p>
          <a:endParaRPr lang="en-US"/>
        </a:p>
      </dgm:t>
    </dgm:pt>
    <dgm:pt modelId="{4CD84041-84A7-4A59-99A5-9EC31E7C534B}">
      <dgm:prSet/>
      <dgm:spPr/>
      <dgm:t>
        <a:bodyPr/>
        <a:lstStyle/>
        <a:p>
          <a:pPr>
            <a:defRPr cap="all"/>
          </a:pPr>
          <a:r>
            <a:rPr lang="en-GB"/>
            <a:t>The Science of Well-being</a:t>
          </a:r>
          <a:endParaRPr lang="en-US"/>
        </a:p>
      </dgm:t>
    </dgm:pt>
    <dgm:pt modelId="{DC39539E-4F59-41E3-A9C8-D17BA4E12691}" type="parTrans" cxnId="{776B98DD-42E1-4C07-8F4E-8EAD04655F2B}">
      <dgm:prSet/>
      <dgm:spPr/>
      <dgm:t>
        <a:bodyPr/>
        <a:lstStyle/>
        <a:p>
          <a:endParaRPr lang="en-US"/>
        </a:p>
      </dgm:t>
    </dgm:pt>
    <dgm:pt modelId="{A65B1EAB-85ED-4C44-BAAD-869DB31E256A}" type="sibTrans" cxnId="{776B98DD-42E1-4C07-8F4E-8EAD04655F2B}">
      <dgm:prSet/>
      <dgm:spPr/>
      <dgm:t>
        <a:bodyPr/>
        <a:lstStyle/>
        <a:p>
          <a:endParaRPr lang="en-US"/>
        </a:p>
      </dgm:t>
    </dgm:pt>
    <dgm:pt modelId="{394C0D32-630A-430B-B6FC-F954B27BFDB1}" type="pres">
      <dgm:prSet presAssocID="{C1E24E52-21AF-4305-A10C-F5428DADC150}" presName="root" presStyleCnt="0">
        <dgm:presLayoutVars>
          <dgm:dir/>
          <dgm:resizeHandles val="exact"/>
        </dgm:presLayoutVars>
      </dgm:prSet>
      <dgm:spPr/>
    </dgm:pt>
    <dgm:pt modelId="{C2E5F8FB-A32C-4A37-BA1D-F42545AE3C0D}" type="pres">
      <dgm:prSet presAssocID="{48BADC94-0E75-4018-9DC0-A3E39AE9E45A}" presName="compNode" presStyleCnt="0"/>
      <dgm:spPr/>
    </dgm:pt>
    <dgm:pt modelId="{95920B1F-9AAE-40BB-98D4-A7E98FBED84C}" type="pres">
      <dgm:prSet presAssocID="{48BADC94-0E75-4018-9DC0-A3E39AE9E45A}" presName="iconBgRect" presStyleLbl="bgShp" presStyleIdx="0" presStyleCnt="3"/>
      <dgm:spPr/>
    </dgm:pt>
    <dgm:pt modelId="{D03DDB4D-21A9-4424-971B-C268D83CE794}" type="pres">
      <dgm:prSet presAssocID="{48BADC94-0E75-4018-9DC0-A3E39AE9E45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097712B1-9393-4E52-BE80-C18E63DE6964}" type="pres">
      <dgm:prSet presAssocID="{48BADC94-0E75-4018-9DC0-A3E39AE9E45A}" presName="spaceRect" presStyleCnt="0"/>
      <dgm:spPr/>
    </dgm:pt>
    <dgm:pt modelId="{1FB8F981-2D42-4B5E-928E-59ACB8EEE0EC}" type="pres">
      <dgm:prSet presAssocID="{48BADC94-0E75-4018-9DC0-A3E39AE9E45A}" presName="textRect" presStyleLbl="revTx" presStyleIdx="0" presStyleCnt="3">
        <dgm:presLayoutVars>
          <dgm:chMax val="1"/>
          <dgm:chPref val="1"/>
        </dgm:presLayoutVars>
      </dgm:prSet>
      <dgm:spPr/>
    </dgm:pt>
    <dgm:pt modelId="{1462E431-5016-4837-8793-131A65492F1B}" type="pres">
      <dgm:prSet presAssocID="{70D8C645-B058-4391-9CF3-8FF2F003CE27}" presName="sibTrans" presStyleCnt="0"/>
      <dgm:spPr/>
    </dgm:pt>
    <dgm:pt modelId="{B1B4D5AB-6294-4435-952D-3BB57490466F}" type="pres">
      <dgm:prSet presAssocID="{99BF56AE-EC87-48B9-9962-AB3AEFB7E406}" presName="compNode" presStyleCnt="0"/>
      <dgm:spPr/>
    </dgm:pt>
    <dgm:pt modelId="{60AC5F8A-7458-424A-9CD7-A31E9277BDF0}" type="pres">
      <dgm:prSet presAssocID="{99BF56AE-EC87-48B9-9962-AB3AEFB7E406}" presName="iconBgRect" presStyleLbl="bgShp" presStyleIdx="1" presStyleCnt="3"/>
      <dgm:spPr/>
    </dgm:pt>
    <dgm:pt modelId="{3EA6207D-0CB0-4506-94D1-61F0A73087B5}" type="pres">
      <dgm:prSet presAssocID="{99BF56AE-EC87-48B9-9962-AB3AEFB7E40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DF712751-291A-4304-A5CC-B666965489E9}" type="pres">
      <dgm:prSet presAssocID="{99BF56AE-EC87-48B9-9962-AB3AEFB7E406}" presName="spaceRect" presStyleCnt="0"/>
      <dgm:spPr/>
    </dgm:pt>
    <dgm:pt modelId="{236DC18A-453A-4C1A-A995-78989BB81C59}" type="pres">
      <dgm:prSet presAssocID="{99BF56AE-EC87-48B9-9962-AB3AEFB7E406}" presName="textRect" presStyleLbl="revTx" presStyleIdx="1" presStyleCnt="3">
        <dgm:presLayoutVars>
          <dgm:chMax val="1"/>
          <dgm:chPref val="1"/>
        </dgm:presLayoutVars>
      </dgm:prSet>
      <dgm:spPr/>
    </dgm:pt>
    <dgm:pt modelId="{B38649A0-CF0A-435F-BB72-9DC54F983B0B}" type="pres">
      <dgm:prSet presAssocID="{952E6E93-7FBE-4868-82D2-25B49F2F885D}" presName="sibTrans" presStyleCnt="0"/>
      <dgm:spPr/>
    </dgm:pt>
    <dgm:pt modelId="{561BE7FF-3282-4A91-BC3C-6E684A895946}" type="pres">
      <dgm:prSet presAssocID="{4CD84041-84A7-4A59-99A5-9EC31E7C534B}" presName="compNode" presStyleCnt="0"/>
      <dgm:spPr/>
    </dgm:pt>
    <dgm:pt modelId="{7D7AB81A-82F5-4AC5-90CF-3010DFEBE22F}" type="pres">
      <dgm:prSet presAssocID="{4CD84041-84A7-4A59-99A5-9EC31E7C534B}" presName="iconBgRect" presStyleLbl="bgShp" presStyleIdx="2" presStyleCnt="3"/>
      <dgm:spPr/>
    </dgm:pt>
    <dgm:pt modelId="{F702CD21-C271-42A2-A390-79C1BAC0D3A7}" type="pres">
      <dgm:prSet presAssocID="{4CD84041-84A7-4A59-99A5-9EC31E7C534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in head"/>
        </a:ext>
      </dgm:extLst>
    </dgm:pt>
    <dgm:pt modelId="{2A5E5189-D40B-444E-A159-4F4389364F18}" type="pres">
      <dgm:prSet presAssocID="{4CD84041-84A7-4A59-99A5-9EC31E7C534B}" presName="spaceRect" presStyleCnt="0"/>
      <dgm:spPr/>
    </dgm:pt>
    <dgm:pt modelId="{2780E73E-A4EA-4AA6-8E1F-230F4DF42FA7}" type="pres">
      <dgm:prSet presAssocID="{4CD84041-84A7-4A59-99A5-9EC31E7C534B}" presName="textRect" presStyleLbl="revTx" presStyleIdx="2" presStyleCnt="3">
        <dgm:presLayoutVars>
          <dgm:chMax val="1"/>
          <dgm:chPref val="1"/>
        </dgm:presLayoutVars>
      </dgm:prSet>
      <dgm:spPr/>
    </dgm:pt>
  </dgm:ptLst>
  <dgm:cxnLst>
    <dgm:cxn modelId="{BAB19C06-1F09-4024-9D31-AE52781217B0}" type="presOf" srcId="{99BF56AE-EC87-48B9-9962-AB3AEFB7E406}" destId="{236DC18A-453A-4C1A-A995-78989BB81C59}" srcOrd="0" destOrd="0" presId="urn:microsoft.com/office/officeart/2018/5/layout/IconCircleLabelList"/>
    <dgm:cxn modelId="{8EDF842A-4FDA-4970-A48A-52482E6AD8BA}" srcId="{C1E24E52-21AF-4305-A10C-F5428DADC150}" destId="{48BADC94-0E75-4018-9DC0-A3E39AE9E45A}" srcOrd="0" destOrd="0" parTransId="{3C410F40-5E26-4167-9F84-A8FB3E4633CC}" sibTransId="{70D8C645-B058-4391-9CF3-8FF2F003CE27}"/>
    <dgm:cxn modelId="{91BDF74E-5043-4E16-AC11-977767958C43}" type="presOf" srcId="{4CD84041-84A7-4A59-99A5-9EC31E7C534B}" destId="{2780E73E-A4EA-4AA6-8E1F-230F4DF42FA7}" srcOrd="0" destOrd="0" presId="urn:microsoft.com/office/officeart/2018/5/layout/IconCircleLabelList"/>
    <dgm:cxn modelId="{D294D0AF-A686-4034-A632-CF23B562613C}" srcId="{C1E24E52-21AF-4305-A10C-F5428DADC150}" destId="{99BF56AE-EC87-48B9-9962-AB3AEFB7E406}" srcOrd="1" destOrd="0" parTransId="{DBB245E1-5103-42F8-998E-7629B4B38093}" sibTransId="{952E6E93-7FBE-4868-82D2-25B49F2F885D}"/>
    <dgm:cxn modelId="{E47F0FBC-AD77-4CC5-B9D9-BCDF2A075552}" type="presOf" srcId="{C1E24E52-21AF-4305-A10C-F5428DADC150}" destId="{394C0D32-630A-430B-B6FC-F954B27BFDB1}" srcOrd="0" destOrd="0" presId="urn:microsoft.com/office/officeart/2018/5/layout/IconCircleLabelList"/>
    <dgm:cxn modelId="{776B98DD-42E1-4C07-8F4E-8EAD04655F2B}" srcId="{C1E24E52-21AF-4305-A10C-F5428DADC150}" destId="{4CD84041-84A7-4A59-99A5-9EC31E7C534B}" srcOrd="2" destOrd="0" parTransId="{DC39539E-4F59-41E3-A9C8-D17BA4E12691}" sibTransId="{A65B1EAB-85ED-4C44-BAAD-869DB31E256A}"/>
    <dgm:cxn modelId="{40B303F7-7C93-4678-9976-11214AF3068A}" type="presOf" srcId="{48BADC94-0E75-4018-9DC0-A3E39AE9E45A}" destId="{1FB8F981-2D42-4B5E-928E-59ACB8EEE0EC}" srcOrd="0" destOrd="0" presId="urn:microsoft.com/office/officeart/2018/5/layout/IconCircleLabelList"/>
    <dgm:cxn modelId="{D88827AE-D154-4479-8AEF-EF432A757141}" type="presParOf" srcId="{394C0D32-630A-430B-B6FC-F954B27BFDB1}" destId="{C2E5F8FB-A32C-4A37-BA1D-F42545AE3C0D}" srcOrd="0" destOrd="0" presId="urn:microsoft.com/office/officeart/2018/5/layout/IconCircleLabelList"/>
    <dgm:cxn modelId="{164C3DAB-6366-4C52-92DB-FF07979CF706}" type="presParOf" srcId="{C2E5F8FB-A32C-4A37-BA1D-F42545AE3C0D}" destId="{95920B1F-9AAE-40BB-98D4-A7E98FBED84C}" srcOrd="0" destOrd="0" presId="urn:microsoft.com/office/officeart/2018/5/layout/IconCircleLabelList"/>
    <dgm:cxn modelId="{D8F6DB4A-74F6-4D0D-B7A8-2B40A5818D1B}" type="presParOf" srcId="{C2E5F8FB-A32C-4A37-BA1D-F42545AE3C0D}" destId="{D03DDB4D-21A9-4424-971B-C268D83CE794}" srcOrd="1" destOrd="0" presId="urn:microsoft.com/office/officeart/2018/5/layout/IconCircleLabelList"/>
    <dgm:cxn modelId="{7570DE48-F93F-44AC-BB47-86E42797CB6E}" type="presParOf" srcId="{C2E5F8FB-A32C-4A37-BA1D-F42545AE3C0D}" destId="{097712B1-9393-4E52-BE80-C18E63DE6964}" srcOrd="2" destOrd="0" presId="urn:microsoft.com/office/officeart/2018/5/layout/IconCircleLabelList"/>
    <dgm:cxn modelId="{A5AF8F25-AC26-467B-83E1-C6892C7855D5}" type="presParOf" srcId="{C2E5F8FB-A32C-4A37-BA1D-F42545AE3C0D}" destId="{1FB8F981-2D42-4B5E-928E-59ACB8EEE0EC}" srcOrd="3" destOrd="0" presId="urn:microsoft.com/office/officeart/2018/5/layout/IconCircleLabelList"/>
    <dgm:cxn modelId="{76146D9F-900A-427E-B5E2-559C3DC812EF}" type="presParOf" srcId="{394C0D32-630A-430B-B6FC-F954B27BFDB1}" destId="{1462E431-5016-4837-8793-131A65492F1B}" srcOrd="1" destOrd="0" presId="urn:microsoft.com/office/officeart/2018/5/layout/IconCircleLabelList"/>
    <dgm:cxn modelId="{F16F0ADC-21DB-408B-B776-8A6A16506812}" type="presParOf" srcId="{394C0D32-630A-430B-B6FC-F954B27BFDB1}" destId="{B1B4D5AB-6294-4435-952D-3BB57490466F}" srcOrd="2" destOrd="0" presId="urn:microsoft.com/office/officeart/2018/5/layout/IconCircleLabelList"/>
    <dgm:cxn modelId="{7911E0ED-7862-4AD8-9E99-63156921CA5A}" type="presParOf" srcId="{B1B4D5AB-6294-4435-952D-3BB57490466F}" destId="{60AC5F8A-7458-424A-9CD7-A31E9277BDF0}" srcOrd="0" destOrd="0" presId="urn:microsoft.com/office/officeart/2018/5/layout/IconCircleLabelList"/>
    <dgm:cxn modelId="{F857DE33-FC63-4E1B-82DE-ED14884C8665}" type="presParOf" srcId="{B1B4D5AB-6294-4435-952D-3BB57490466F}" destId="{3EA6207D-0CB0-4506-94D1-61F0A73087B5}" srcOrd="1" destOrd="0" presId="urn:microsoft.com/office/officeart/2018/5/layout/IconCircleLabelList"/>
    <dgm:cxn modelId="{A56C88FD-4EF0-4957-B5A5-1502A3C8C282}" type="presParOf" srcId="{B1B4D5AB-6294-4435-952D-3BB57490466F}" destId="{DF712751-291A-4304-A5CC-B666965489E9}" srcOrd="2" destOrd="0" presId="urn:microsoft.com/office/officeart/2018/5/layout/IconCircleLabelList"/>
    <dgm:cxn modelId="{DC27DC22-E5CF-472A-AF4B-0E944DAC0CA0}" type="presParOf" srcId="{B1B4D5AB-6294-4435-952D-3BB57490466F}" destId="{236DC18A-453A-4C1A-A995-78989BB81C59}" srcOrd="3" destOrd="0" presId="urn:microsoft.com/office/officeart/2018/5/layout/IconCircleLabelList"/>
    <dgm:cxn modelId="{AF72B720-91E7-4A53-9309-871CBA7CE923}" type="presParOf" srcId="{394C0D32-630A-430B-B6FC-F954B27BFDB1}" destId="{B38649A0-CF0A-435F-BB72-9DC54F983B0B}" srcOrd="3" destOrd="0" presId="urn:microsoft.com/office/officeart/2018/5/layout/IconCircleLabelList"/>
    <dgm:cxn modelId="{04FEC765-EDF1-4BA2-87C6-B1B835E5CFD6}" type="presParOf" srcId="{394C0D32-630A-430B-B6FC-F954B27BFDB1}" destId="{561BE7FF-3282-4A91-BC3C-6E684A895946}" srcOrd="4" destOrd="0" presId="urn:microsoft.com/office/officeart/2018/5/layout/IconCircleLabelList"/>
    <dgm:cxn modelId="{F03410CC-907A-4097-B580-C0C2A217ECB8}" type="presParOf" srcId="{561BE7FF-3282-4A91-BC3C-6E684A895946}" destId="{7D7AB81A-82F5-4AC5-90CF-3010DFEBE22F}" srcOrd="0" destOrd="0" presId="urn:microsoft.com/office/officeart/2018/5/layout/IconCircleLabelList"/>
    <dgm:cxn modelId="{DDFD1CCA-148F-4D7A-9CDF-F165B7DCD8B5}" type="presParOf" srcId="{561BE7FF-3282-4A91-BC3C-6E684A895946}" destId="{F702CD21-C271-42A2-A390-79C1BAC0D3A7}" srcOrd="1" destOrd="0" presId="urn:microsoft.com/office/officeart/2018/5/layout/IconCircleLabelList"/>
    <dgm:cxn modelId="{0A62B3F5-50D3-4B2F-B4A7-23F70482C923}" type="presParOf" srcId="{561BE7FF-3282-4A91-BC3C-6E684A895946}" destId="{2A5E5189-D40B-444E-A159-4F4389364F18}" srcOrd="2" destOrd="0" presId="urn:microsoft.com/office/officeart/2018/5/layout/IconCircleLabelList"/>
    <dgm:cxn modelId="{D692CDE7-5165-400B-9EF4-404B5F27932A}" type="presParOf" srcId="{561BE7FF-3282-4A91-BC3C-6E684A895946}" destId="{2780E73E-A4EA-4AA6-8E1F-230F4DF42FA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A7834-C0BE-4003-95B3-43E0C8ED4B1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FB0D8F2-EE9C-4123-9102-0A2F05CA6763}">
      <dgm:prSet/>
      <dgm:spPr/>
      <dgm:t>
        <a:bodyPr/>
        <a:lstStyle/>
        <a:p>
          <a:r>
            <a:rPr lang="en-GB"/>
            <a:t>P: Positive Emotion</a:t>
          </a:r>
          <a:endParaRPr lang="en-US"/>
        </a:p>
      </dgm:t>
    </dgm:pt>
    <dgm:pt modelId="{B4EFFEBF-BD91-4C50-B8E3-F153E03313EE}" type="parTrans" cxnId="{F6860088-5D17-4DF3-9BCA-EB7F212A59AC}">
      <dgm:prSet/>
      <dgm:spPr/>
      <dgm:t>
        <a:bodyPr/>
        <a:lstStyle/>
        <a:p>
          <a:endParaRPr lang="en-US"/>
        </a:p>
      </dgm:t>
    </dgm:pt>
    <dgm:pt modelId="{E5270949-DA31-4C5B-8723-DC117C8843D4}" type="sibTrans" cxnId="{F6860088-5D17-4DF3-9BCA-EB7F212A59AC}">
      <dgm:prSet/>
      <dgm:spPr/>
      <dgm:t>
        <a:bodyPr/>
        <a:lstStyle/>
        <a:p>
          <a:endParaRPr lang="en-US"/>
        </a:p>
      </dgm:t>
    </dgm:pt>
    <dgm:pt modelId="{7F9BE608-9A4A-4E1A-911B-3E0642DB41BF}">
      <dgm:prSet/>
      <dgm:spPr/>
      <dgm:t>
        <a:bodyPr/>
        <a:lstStyle/>
        <a:p>
          <a:r>
            <a:rPr lang="en-GB"/>
            <a:t>E: Engagement</a:t>
          </a:r>
          <a:endParaRPr lang="en-US"/>
        </a:p>
      </dgm:t>
    </dgm:pt>
    <dgm:pt modelId="{C8570DB8-02DD-4128-8BE1-D8CB5A01866E}" type="parTrans" cxnId="{E3BC46B5-7706-48F5-A66E-686441C5630B}">
      <dgm:prSet/>
      <dgm:spPr/>
      <dgm:t>
        <a:bodyPr/>
        <a:lstStyle/>
        <a:p>
          <a:endParaRPr lang="en-US"/>
        </a:p>
      </dgm:t>
    </dgm:pt>
    <dgm:pt modelId="{C4352494-5D1F-4A34-A9DB-79C96081E15D}" type="sibTrans" cxnId="{E3BC46B5-7706-48F5-A66E-686441C5630B}">
      <dgm:prSet/>
      <dgm:spPr/>
      <dgm:t>
        <a:bodyPr/>
        <a:lstStyle/>
        <a:p>
          <a:endParaRPr lang="en-US"/>
        </a:p>
      </dgm:t>
    </dgm:pt>
    <dgm:pt modelId="{4012B93F-BB7E-49CA-859A-8CC0F65EF493}">
      <dgm:prSet/>
      <dgm:spPr/>
      <dgm:t>
        <a:bodyPr/>
        <a:lstStyle/>
        <a:p>
          <a:r>
            <a:rPr lang="en-GB"/>
            <a:t>R: Relationships</a:t>
          </a:r>
          <a:endParaRPr lang="en-US"/>
        </a:p>
      </dgm:t>
    </dgm:pt>
    <dgm:pt modelId="{DC7433AE-5B89-40B0-AB62-0D2EBB676144}" type="parTrans" cxnId="{95C9273E-BEAB-4161-A895-D3CE1E87D680}">
      <dgm:prSet/>
      <dgm:spPr/>
      <dgm:t>
        <a:bodyPr/>
        <a:lstStyle/>
        <a:p>
          <a:endParaRPr lang="en-US"/>
        </a:p>
      </dgm:t>
    </dgm:pt>
    <dgm:pt modelId="{3551940D-9941-470E-A918-AED3AC85CE22}" type="sibTrans" cxnId="{95C9273E-BEAB-4161-A895-D3CE1E87D680}">
      <dgm:prSet/>
      <dgm:spPr/>
      <dgm:t>
        <a:bodyPr/>
        <a:lstStyle/>
        <a:p>
          <a:endParaRPr lang="en-US"/>
        </a:p>
      </dgm:t>
    </dgm:pt>
    <dgm:pt modelId="{A8550560-77E8-4A05-995C-50F84981E9E8}">
      <dgm:prSet/>
      <dgm:spPr/>
      <dgm:t>
        <a:bodyPr/>
        <a:lstStyle/>
        <a:p>
          <a:r>
            <a:rPr lang="en-GB"/>
            <a:t>M: Meaning</a:t>
          </a:r>
          <a:endParaRPr lang="en-US"/>
        </a:p>
      </dgm:t>
    </dgm:pt>
    <dgm:pt modelId="{119441D0-BBD8-42F5-9047-4873891EBE36}" type="parTrans" cxnId="{9B5C61C5-18E0-4F23-861C-A682DAF1443E}">
      <dgm:prSet/>
      <dgm:spPr/>
      <dgm:t>
        <a:bodyPr/>
        <a:lstStyle/>
        <a:p>
          <a:endParaRPr lang="en-US"/>
        </a:p>
      </dgm:t>
    </dgm:pt>
    <dgm:pt modelId="{591BCF76-0A8A-4EF4-B483-DAA00F7415E5}" type="sibTrans" cxnId="{9B5C61C5-18E0-4F23-861C-A682DAF1443E}">
      <dgm:prSet/>
      <dgm:spPr/>
      <dgm:t>
        <a:bodyPr/>
        <a:lstStyle/>
        <a:p>
          <a:endParaRPr lang="en-US"/>
        </a:p>
      </dgm:t>
    </dgm:pt>
    <dgm:pt modelId="{9A40D485-948C-40AE-9C90-9626CC6A0D8A}">
      <dgm:prSet/>
      <dgm:spPr/>
      <dgm:t>
        <a:bodyPr/>
        <a:lstStyle/>
        <a:p>
          <a:r>
            <a:rPr lang="en-GB"/>
            <a:t>A: Accomplishments</a:t>
          </a:r>
          <a:endParaRPr lang="en-US"/>
        </a:p>
      </dgm:t>
    </dgm:pt>
    <dgm:pt modelId="{034D9587-34B3-45C5-9BFB-54285BF9DF77}" type="parTrans" cxnId="{AE884164-A231-48CA-B117-221BCD094CC1}">
      <dgm:prSet/>
      <dgm:spPr/>
      <dgm:t>
        <a:bodyPr/>
        <a:lstStyle/>
        <a:p>
          <a:endParaRPr lang="en-US"/>
        </a:p>
      </dgm:t>
    </dgm:pt>
    <dgm:pt modelId="{1C3A1E19-8F93-41FA-9C37-01871F172162}" type="sibTrans" cxnId="{AE884164-A231-48CA-B117-221BCD094CC1}">
      <dgm:prSet/>
      <dgm:spPr/>
      <dgm:t>
        <a:bodyPr/>
        <a:lstStyle/>
        <a:p>
          <a:endParaRPr lang="en-US"/>
        </a:p>
      </dgm:t>
    </dgm:pt>
    <dgm:pt modelId="{F589016C-6836-4814-A304-B11D66ABAAB4}" type="pres">
      <dgm:prSet presAssocID="{3D1A7834-C0BE-4003-95B3-43E0C8ED4B15}" presName="root" presStyleCnt="0">
        <dgm:presLayoutVars>
          <dgm:dir/>
          <dgm:resizeHandles val="exact"/>
        </dgm:presLayoutVars>
      </dgm:prSet>
      <dgm:spPr/>
    </dgm:pt>
    <dgm:pt modelId="{A2D24C74-44D5-4D61-8684-DB66CED8D61B}" type="pres">
      <dgm:prSet presAssocID="{9FB0D8F2-EE9C-4123-9102-0A2F05CA6763}" presName="compNode" presStyleCnt="0"/>
      <dgm:spPr/>
    </dgm:pt>
    <dgm:pt modelId="{E4025B10-E6D4-48E2-861C-1A3B53EE842B}" type="pres">
      <dgm:prSet presAssocID="{9FB0D8F2-EE9C-4123-9102-0A2F05CA6763}" presName="bgRect" presStyleLbl="bgShp" presStyleIdx="0" presStyleCnt="5"/>
      <dgm:spPr/>
    </dgm:pt>
    <dgm:pt modelId="{94A8014C-2991-48E9-A66E-2A294A7F77A4}" type="pres">
      <dgm:prSet presAssocID="{9FB0D8F2-EE9C-4123-9102-0A2F05CA676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inning Face with No Fill"/>
        </a:ext>
      </dgm:extLst>
    </dgm:pt>
    <dgm:pt modelId="{4E63477A-C34F-4107-9318-36FF41080AEA}" type="pres">
      <dgm:prSet presAssocID="{9FB0D8F2-EE9C-4123-9102-0A2F05CA6763}" presName="spaceRect" presStyleCnt="0"/>
      <dgm:spPr/>
    </dgm:pt>
    <dgm:pt modelId="{79A4AE6A-E4BB-49C5-A1E2-363E1754BCFB}" type="pres">
      <dgm:prSet presAssocID="{9FB0D8F2-EE9C-4123-9102-0A2F05CA6763}" presName="parTx" presStyleLbl="revTx" presStyleIdx="0" presStyleCnt="5">
        <dgm:presLayoutVars>
          <dgm:chMax val="0"/>
          <dgm:chPref val="0"/>
        </dgm:presLayoutVars>
      </dgm:prSet>
      <dgm:spPr/>
    </dgm:pt>
    <dgm:pt modelId="{0AB5D618-68BB-454E-B49E-D15698C91D9C}" type="pres">
      <dgm:prSet presAssocID="{E5270949-DA31-4C5B-8723-DC117C8843D4}" presName="sibTrans" presStyleCnt="0"/>
      <dgm:spPr/>
    </dgm:pt>
    <dgm:pt modelId="{C01FB417-3376-4A8E-859C-EC89A4378345}" type="pres">
      <dgm:prSet presAssocID="{7F9BE608-9A4A-4E1A-911B-3E0642DB41BF}" presName="compNode" presStyleCnt="0"/>
      <dgm:spPr/>
    </dgm:pt>
    <dgm:pt modelId="{F12BCE71-8A1D-4613-873B-F8E9245B3AC6}" type="pres">
      <dgm:prSet presAssocID="{7F9BE608-9A4A-4E1A-911B-3E0642DB41BF}" presName="bgRect" presStyleLbl="bgShp" presStyleIdx="1" presStyleCnt="5"/>
      <dgm:spPr/>
    </dgm:pt>
    <dgm:pt modelId="{F81CEB71-C428-4775-90A5-C3215F239B2D}" type="pres">
      <dgm:prSet presAssocID="{7F9BE608-9A4A-4E1A-911B-3E0642DB41B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ng"/>
        </a:ext>
      </dgm:extLst>
    </dgm:pt>
    <dgm:pt modelId="{0C9B0428-4EC7-4CCB-9D09-45AF0D7F2394}" type="pres">
      <dgm:prSet presAssocID="{7F9BE608-9A4A-4E1A-911B-3E0642DB41BF}" presName="spaceRect" presStyleCnt="0"/>
      <dgm:spPr/>
    </dgm:pt>
    <dgm:pt modelId="{B1B9C4AE-1B0C-4867-BCDF-7A806458B0E7}" type="pres">
      <dgm:prSet presAssocID="{7F9BE608-9A4A-4E1A-911B-3E0642DB41BF}" presName="parTx" presStyleLbl="revTx" presStyleIdx="1" presStyleCnt="5">
        <dgm:presLayoutVars>
          <dgm:chMax val="0"/>
          <dgm:chPref val="0"/>
        </dgm:presLayoutVars>
      </dgm:prSet>
      <dgm:spPr/>
    </dgm:pt>
    <dgm:pt modelId="{7E982235-FB27-4B43-979A-07238397C9F2}" type="pres">
      <dgm:prSet presAssocID="{C4352494-5D1F-4A34-A9DB-79C96081E15D}" presName="sibTrans" presStyleCnt="0"/>
      <dgm:spPr/>
    </dgm:pt>
    <dgm:pt modelId="{A3E281F0-A802-4186-99C5-8A5E5B5EC468}" type="pres">
      <dgm:prSet presAssocID="{4012B93F-BB7E-49CA-859A-8CC0F65EF493}" presName="compNode" presStyleCnt="0"/>
      <dgm:spPr/>
    </dgm:pt>
    <dgm:pt modelId="{A61E158A-8D35-4DD3-8B59-846FA798B71F}" type="pres">
      <dgm:prSet presAssocID="{4012B93F-BB7E-49CA-859A-8CC0F65EF493}" presName="bgRect" presStyleLbl="bgShp" presStyleIdx="2" presStyleCnt="5"/>
      <dgm:spPr/>
    </dgm:pt>
    <dgm:pt modelId="{58F80A2C-C982-4B16-85E9-A5F7D2E8F9C4}" type="pres">
      <dgm:prSet presAssocID="{4012B93F-BB7E-49CA-859A-8CC0F65EF49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cial Network"/>
        </a:ext>
      </dgm:extLst>
    </dgm:pt>
    <dgm:pt modelId="{994975A4-396B-4BB2-AF32-78956CC449AA}" type="pres">
      <dgm:prSet presAssocID="{4012B93F-BB7E-49CA-859A-8CC0F65EF493}" presName="spaceRect" presStyleCnt="0"/>
      <dgm:spPr/>
    </dgm:pt>
    <dgm:pt modelId="{F861ACB4-5C6B-4D39-AA32-455A041C8E53}" type="pres">
      <dgm:prSet presAssocID="{4012B93F-BB7E-49CA-859A-8CC0F65EF493}" presName="parTx" presStyleLbl="revTx" presStyleIdx="2" presStyleCnt="5">
        <dgm:presLayoutVars>
          <dgm:chMax val="0"/>
          <dgm:chPref val="0"/>
        </dgm:presLayoutVars>
      </dgm:prSet>
      <dgm:spPr/>
    </dgm:pt>
    <dgm:pt modelId="{08DF730D-67FC-4EB9-B9BD-8FFF0337BA26}" type="pres">
      <dgm:prSet presAssocID="{3551940D-9941-470E-A918-AED3AC85CE22}" presName="sibTrans" presStyleCnt="0"/>
      <dgm:spPr/>
    </dgm:pt>
    <dgm:pt modelId="{2611363D-8EFD-4185-AD83-9F88244827F1}" type="pres">
      <dgm:prSet presAssocID="{A8550560-77E8-4A05-995C-50F84981E9E8}" presName="compNode" presStyleCnt="0"/>
      <dgm:spPr/>
    </dgm:pt>
    <dgm:pt modelId="{CA385BE7-3172-438A-8599-E474B124AFE5}" type="pres">
      <dgm:prSet presAssocID="{A8550560-77E8-4A05-995C-50F84981E9E8}" presName="bgRect" presStyleLbl="bgShp" presStyleIdx="3" presStyleCnt="5"/>
      <dgm:spPr/>
    </dgm:pt>
    <dgm:pt modelId="{6EABE292-61AC-479D-A564-F8F889FFD90D}" type="pres">
      <dgm:prSet presAssocID="{A8550560-77E8-4A05-995C-50F84981E9E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hought bubble"/>
        </a:ext>
      </dgm:extLst>
    </dgm:pt>
    <dgm:pt modelId="{E1BB3050-9696-4FF7-903F-2FAEE290DFBB}" type="pres">
      <dgm:prSet presAssocID="{A8550560-77E8-4A05-995C-50F84981E9E8}" presName="spaceRect" presStyleCnt="0"/>
      <dgm:spPr/>
    </dgm:pt>
    <dgm:pt modelId="{E8A4B79A-1746-4AB5-B482-7A332818A2F0}" type="pres">
      <dgm:prSet presAssocID="{A8550560-77E8-4A05-995C-50F84981E9E8}" presName="parTx" presStyleLbl="revTx" presStyleIdx="3" presStyleCnt="5">
        <dgm:presLayoutVars>
          <dgm:chMax val="0"/>
          <dgm:chPref val="0"/>
        </dgm:presLayoutVars>
      </dgm:prSet>
      <dgm:spPr/>
    </dgm:pt>
    <dgm:pt modelId="{A3CB72BD-A810-4FB1-849E-4E668A82AB52}" type="pres">
      <dgm:prSet presAssocID="{591BCF76-0A8A-4EF4-B483-DAA00F7415E5}" presName="sibTrans" presStyleCnt="0"/>
      <dgm:spPr/>
    </dgm:pt>
    <dgm:pt modelId="{A872DDF3-0A8F-4F72-AC8B-341725CC7A5C}" type="pres">
      <dgm:prSet presAssocID="{9A40D485-948C-40AE-9C90-9626CC6A0D8A}" presName="compNode" presStyleCnt="0"/>
      <dgm:spPr/>
    </dgm:pt>
    <dgm:pt modelId="{5913BCFE-163E-4088-B506-62B0DFF548F0}" type="pres">
      <dgm:prSet presAssocID="{9A40D485-948C-40AE-9C90-9626CC6A0D8A}" presName="bgRect" presStyleLbl="bgShp" presStyleIdx="4" presStyleCnt="5"/>
      <dgm:spPr/>
    </dgm:pt>
    <dgm:pt modelId="{99739DB3-225A-4DC2-B6F8-D2B19E6B5406}" type="pres">
      <dgm:prSet presAssocID="{9A40D485-948C-40AE-9C90-9626CC6A0D8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iploma"/>
        </a:ext>
      </dgm:extLst>
    </dgm:pt>
    <dgm:pt modelId="{BCE9A34C-ED0F-48C5-817C-DC8A437F8664}" type="pres">
      <dgm:prSet presAssocID="{9A40D485-948C-40AE-9C90-9626CC6A0D8A}" presName="spaceRect" presStyleCnt="0"/>
      <dgm:spPr/>
    </dgm:pt>
    <dgm:pt modelId="{3A33A42B-A25C-473B-97C4-60736557B360}" type="pres">
      <dgm:prSet presAssocID="{9A40D485-948C-40AE-9C90-9626CC6A0D8A}" presName="parTx" presStyleLbl="revTx" presStyleIdx="4" presStyleCnt="5">
        <dgm:presLayoutVars>
          <dgm:chMax val="0"/>
          <dgm:chPref val="0"/>
        </dgm:presLayoutVars>
      </dgm:prSet>
      <dgm:spPr/>
    </dgm:pt>
  </dgm:ptLst>
  <dgm:cxnLst>
    <dgm:cxn modelId="{36D12437-3167-4959-8604-024C4B16A6F0}" type="presOf" srcId="{9FB0D8F2-EE9C-4123-9102-0A2F05CA6763}" destId="{79A4AE6A-E4BB-49C5-A1E2-363E1754BCFB}" srcOrd="0" destOrd="0" presId="urn:microsoft.com/office/officeart/2018/2/layout/IconVerticalSolidList"/>
    <dgm:cxn modelId="{95C9273E-BEAB-4161-A895-D3CE1E87D680}" srcId="{3D1A7834-C0BE-4003-95B3-43E0C8ED4B15}" destId="{4012B93F-BB7E-49CA-859A-8CC0F65EF493}" srcOrd="2" destOrd="0" parTransId="{DC7433AE-5B89-40B0-AB62-0D2EBB676144}" sibTransId="{3551940D-9941-470E-A918-AED3AC85CE22}"/>
    <dgm:cxn modelId="{818D3263-D578-4E2A-9604-C38220F8F9B2}" type="presOf" srcId="{A8550560-77E8-4A05-995C-50F84981E9E8}" destId="{E8A4B79A-1746-4AB5-B482-7A332818A2F0}" srcOrd="0" destOrd="0" presId="urn:microsoft.com/office/officeart/2018/2/layout/IconVerticalSolidList"/>
    <dgm:cxn modelId="{AE884164-A231-48CA-B117-221BCD094CC1}" srcId="{3D1A7834-C0BE-4003-95B3-43E0C8ED4B15}" destId="{9A40D485-948C-40AE-9C90-9626CC6A0D8A}" srcOrd="4" destOrd="0" parTransId="{034D9587-34B3-45C5-9BFB-54285BF9DF77}" sibTransId="{1C3A1E19-8F93-41FA-9C37-01871F172162}"/>
    <dgm:cxn modelId="{3039B772-D98D-4BFD-AB62-DC1A6FDACCAC}" type="presOf" srcId="{4012B93F-BB7E-49CA-859A-8CC0F65EF493}" destId="{F861ACB4-5C6B-4D39-AA32-455A041C8E53}" srcOrd="0" destOrd="0" presId="urn:microsoft.com/office/officeart/2018/2/layout/IconVerticalSolidList"/>
    <dgm:cxn modelId="{C3B0F156-EBC6-4916-B376-3C8339F9E7F1}" type="presOf" srcId="{7F9BE608-9A4A-4E1A-911B-3E0642DB41BF}" destId="{B1B9C4AE-1B0C-4867-BCDF-7A806458B0E7}" srcOrd="0" destOrd="0" presId="urn:microsoft.com/office/officeart/2018/2/layout/IconVerticalSolidList"/>
    <dgm:cxn modelId="{377FC159-5303-4857-A727-E33B90C45957}" type="presOf" srcId="{3D1A7834-C0BE-4003-95B3-43E0C8ED4B15}" destId="{F589016C-6836-4814-A304-B11D66ABAAB4}" srcOrd="0" destOrd="0" presId="urn:microsoft.com/office/officeart/2018/2/layout/IconVerticalSolidList"/>
    <dgm:cxn modelId="{F6860088-5D17-4DF3-9BCA-EB7F212A59AC}" srcId="{3D1A7834-C0BE-4003-95B3-43E0C8ED4B15}" destId="{9FB0D8F2-EE9C-4123-9102-0A2F05CA6763}" srcOrd="0" destOrd="0" parTransId="{B4EFFEBF-BD91-4C50-B8E3-F153E03313EE}" sibTransId="{E5270949-DA31-4C5B-8723-DC117C8843D4}"/>
    <dgm:cxn modelId="{D4DC68B2-DD1F-414F-AB47-8793ECD1A318}" type="presOf" srcId="{9A40D485-948C-40AE-9C90-9626CC6A0D8A}" destId="{3A33A42B-A25C-473B-97C4-60736557B360}" srcOrd="0" destOrd="0" presId="urn:microsoft.com/office/officeart/2018/2/layout/IconVerticalSolidList"/>
    <dgm:cxn modelId="{E3BC46B5-7706-48F5-A66E-686441C5630B}" srcId="{3D1A7834-C0BE-4003-95B3-43E0C8ED4B15}" destId="{7F9BE608-9A4A-4E1A-911B-3E0642DB41BF}" srcOrd="1" destOrd="0" parTransId="{C8570DB8-02DD-4128-8BE1-D8CB5A01866E}" sibTransId="{C4352494-5D1F-4A34-A9DB-79C96081E15D}"/>
    <dgm:cxn modelId="{9B5C61C5-18E0-4F23-861C-A682DAF1443E}" srcId="{3D1A7834-C0BE-4003-95B3-43E0C8ED4B15}" destId="{A8550560-77E8-4A05-995C-50F84981E9E8}" srcOrd="3" destOrd="0" parTransId="{119441D0-BBD8-42F5-9047-4873891EBE36}" sibTransId="{591BCF76-0A8A-4EF4-B483-DAA00F7415E5}"/>
    <dgm:cxn modelId="{47E5A7B1-69D9-4480-8737-3A53C8ABE3D8}" type="presParOf" srcId="{F589016C-6836-4814-A304-B11D66ABAAB4}" destId="{A2D24C74-44D5-4D61-8684-DB66CED8D61B}" srcOrd="0" destOrd="0" presId="urn:microsoft.com/office/officeart/2018/2/layout/IconVerticalSolidList"/>
    <dgm:cxn modelId="{AABD42E6-09B2-4800-A273-0C03BB1B45CB}" type="presParOf" srcId="{A2D24C74-44D5-4D61-8684-DB66CED8D61B}" destId="{E4025B10-E6D4-48E2-861C-1A3B53EE842B}" srcOrd="0" destOrd="0" presId="urn:microsoft.com/office/officeart/2018/2/layout/IconVerticalSolidList"/>
    <dgm:cxn modelId="{24B3D8AF-0259-40EB-91E4-62BCDDFA999A}" type="presParOf" srcId="{A2D24C74-44D5-4D61-8684-DB66CED8D61B}" destId="{94A8014C-2991-48E9-A66E-2A294A7F77A4}" srcOrd="1" destOrd="0" presId="urn:microsoft.com/office/officeart/2018/2/layout/IconVerticalSolidList"/>
    <dgm:cxn modelId="{0EC9C08E-C323-4D77-957F-BE3E924F474F}" type="presParOf" srcId="{A2D24C74-44D5-4D61-8684-DB66CED8D61B}" destId="{4E63477A-C34F-4107-9318-36FF41080AEA}" srcOrd="2" destOrd="0" presId="urn:microsoft.com/office/officeart/2018/2/layout/IconVerticalSolidList"/>
    <dgm:cxn modelId="{C25387DA-4102-440B-966F-7D81AEC905CB}" type="presParOf" srcId="{A2D24C74-44D5-4D61-8684-DB66CED8D61B}" destId="{79A4AE6A-E4BB-49C5-A1E2-363E1754BCFB}" srcOrd="3" destOrd="0" presId="urn:microsoft.com/office/officeart/2018/2/layout/IconVerticalSolidList"/>
    <dgm:cxn modelId="{D0709843-CAA7-4170-BF02-B29DA67EFF5F}" type="presParOf" srcId="{F589016C-6836-4814-A304-B11D66ABAAB4}" destId="{0AB5D618-68BB-454E-B49E-D15698C91D9C}" srcOrd="1" destOrd="0" presId="urn:microsoft.com/office/officeart/2018/2/layout/IconVerticalSolidList"/>
    <dgm:cxn modelId="{9517E668-8108-4D4B-AF72-057B12270154}" type="presParOf" srcId="{F589016C-6836-4814-A304-B11D66ABAAB4}" destId="{C01FB417-3376-4A8E-859C-EC89A4378345}" srcOrd="2" destOrd="0" presId="urn:microsoft.com/office/officeart/2018/2/layout/IconVerticalSolidList"/>
    <dgm:cxn modelId="{25B7A7A7-0B9D-406F-8D6C-C69B138459C9}" type="presParOf" srcId="{C01FB417-3376-4A8E-859C-EC89A4378345}" destId="{F12BCE71-8A1D-4613-873B-F8E9245B3AC6}" srcOrd="0" destOrd="0" presId="urn:microsoft.com/office/officeart/2018/2/layout/IconVerticalSolidList"/>
    <dgm:cxn modelId="{997C4001-8022-4897-A5AB-5FFCEE11A8F0}" type="presParOf" srcId="{C01FB417-3376-4A8E-859C-EC89A4378345}" destId="{F81CEB71-C428-4775-90A5-C3215F239B2D}" srcOrd="1" destOrd="0" presId="urn:microsoft.com/office/officeart/2018/2/layout/IconVerticalSolidList"/>
    <dgm:cxn modelId="{BC7903D8-9EF9-4EBE-B58D-7E89012A1EBE}" type="presParOf" srcId="{C01FB417-3376-4A8E-859C-EC89A4378345}" destId="{0C9B0428-4EC7-4CCB-9D09-45AF0D7F2394}" srcOrd="2" destOrd="0" presId="urn:microsoft.com/office/officeart/2018/2/layout/IconVerticalSolidList"/>
    <dgm:cxn modelId="{0BFC04F6-CC27-42F8-BE76-F1F4027F2C75}" type="presParOf" srcId="{C01FB417-3376-4A8E-859C-EC89A4378345}" destId="{B1B9C4AE-1B0C-4867-BCDF-7A806458B0E7}" srcOrd="3" destOrd="0" presId="urn:microsoft.com/office/officeart/2018/2/layout/IconVerticalSolidList"/>
    <dgm:cxn modelId="{6842086D-837C-4D35-AEE0-EFD47CA4666D}" type="presParOf" srcId="{F589016C-6836-4814-A304-B11D66ABAAB4}" destId="{7E982235-FB27-4B43-979A-07238397C9F2}" srcOrd="3" destOrd="0" presId="urn:microsoft.com/office/officeart/2018/2/layout/IconVerticalSolidList"/>
    <dgm:cxn modelId="{9BC94645-9C24-4D4B-BA65-699DB9036AD0}" type="presParOf" srcId="{F589016C-6836-4814-A304-B11D66ABAAB4}" destId="{A3E281F0-A802-4186-99C5-8A5E5B5EC468}" srcOrd="4" destOrd="0" presId="urn:microsoft.com/office/officeart/2018/2/layout/IconVerticalSolidList"/>
    <dgm:cxn modelId="{004F3FCA-9A5D-4589-A671-E3BAA2BD9C05}" type="presParOf" srcId="{A3E281F0-A802-4186-99C5-8A5E5B5EC468}" destId="{A61E158A-8D35-4DD3-8B59-846FA798B71F}" srcOrd="0" destOrd="0" presId="urn:microsoft.com/office/officeart/2018/2/layout/IconVerticalSolidList"/>
    <dgm:cxn modelId="{46AE0527-B320-4538-BBA0-306D433264A0}" type="presParOf" srcId="{A3E281F0-A802-4186-99C5-8A5E5B5EC468}" destId="{58F80A2C-C982-4B16-85E9-A5F7D2E8F9C4}" srcOrd="1" destOrd="0" presId="urn:microsoft.com/office/officeart/2018/2/layout/IconVerticalSolidList"/>
    <dgm:cxn modelId="{9AEF6615-80BB-40F6-B2F4-122AE3EFC06F}" type="presParOf" srcId="{A3E281F0-A802-4186-99C5-8A5E5B5EC468}" destId="{994975A4-396B-4BB2-AF32-78956CC449AA}" srcOrd="2" destOrd="0" presId="urn:microsoft.com/office/officeart/2018/2/layout/IconVerticalSolidList"/>
    <dgm:cxn modelId="{3FA53DC4-30FD-463A-9004-C6237B4CA650}" type="presParOf" srcId="{A3E281F0-A802-4186-99C5-8A5E5B5EC468}" destId="{F861ACB4-5C6B-4D39-AA32-455A041C8E53}" srcOrd="3" destOrd="0" presId="urn:microsoft.com/office/officeart/2018/2/layout/IconVerticalSolidList"/>
    <dgm:cxn modelId="{43AD5AF3-733D-484B-914C-8B8E5D5FEBE4}" type="presParOf" srcId="{F589016C-6836-4814-A304-B11D66ABAAB4}" destId="{08DF730D-67FC-4EB9-B9BD-8FFF0337BA26}" srcOrd="5" destOrd="0" presId="urn:microsoft.com/office/officeart/2018/2/layout/IconVerticalSolidList"/>
    <dgm:cxn modelId="{FD83F88C-87D4-4B67-93B3-A6D9515AC802}" type="presParOf" srcId="{F589016C-6836-4814-A304-B11D66ABAAB4}" destId="{2611363D-8EFD-4185-AD83-9F88244827F1}" srcOrd="6" destOrd="0" presId="urn:microsoft.com/office/officeart/2018/2/layout/IconVerticalSolidList"/>
    <dgm:cxn modelId="{021CDE7D-3C03-4EAF-BE5D-0CC3F6A89FF2}" type="presParOf" srcId="{2611363D-8EFD-4185-AD83-9F88244827F1}" destId="{CA385BE7-3172-438A-8599-E474B124AFE5}" srcOrd="0" destOrd="0" presId="urn:microsoft.com/office/officeart/2018/2/layout/IconVerticalSolidList"/>
    <dgm:cxn modelId="{F9FEF46C-D5C1-4DF4-9BAE-D742C9E4DEF5}" type="presParOf" srcId="{2611363D-8EFD-4185-AD83-9F88244827F1}" destId="{6EABE292-61AC-479D-A564-F8F889FFD90D}" srcOrd="1" destOrd="0" presId="urn:microsoft.com/office/officeart/2018/2/layout/IconVerticalSolidList"/>
    <dgm:cxn modelId="{D49B88CB-087B-4265-87E7-09AC5559884D}" type="presParOf" srcId="{2611363D-8EFD-4185-AD83-9F88244827F1}" destId="{E1BB3050-9696-4FF7-903F-2FAEE290DFBB}" srcOrd="2" destOrd="0" presId="urn:microsoft.com/office/officeart/2018/2/layout/IconVerticalSolidList"/>
    <dgm:cxn modelId="{DC8B4683-0F8E-4030-A110-C21D8E1A9105}" type="presParOf" srcId="{2611363D-8EFD-4185-AD83-9F88244827F1}" destId="{E8A4B79A-1746-4AB5-B482-7A332818A2F0}" srcOrd="3" destOrd="0" presId="urn:microsoft.com/office/officeart/2018/2/layout/IconVerticalSolidList"/>
    <dgm:cxn modelId="{F584669A-8864-4E79-9374-FF675835EE68}" type="presParOf" srcId="{F589016C-6836-4814-A304-B11D66ABAAB4}" destId="{A3CB72BD-A810-4FB1-849E-4E668A82AB52}" srcOrd="7" destOrd="0" presId="urn:microsoft.com/office/officeart/2018/2/layout/IconVerticalSolidList"/>
    <dgm:cxn modelId="{E1C3225D-E081-4AF6-BA7F-3A1DC9A79C9D}" type="presParOf" srcId="{F589016C-6836-4814-A304-B11D66ABAAB4}" destId="{A872DDF3-0A8F-4F72-AC8B-341725CC7A5C}" srcOrd="8" destOrd="0" presId="urn:microsoft.com/office/officeart/2018/2/layout/IconVerticalSolidList"/>
    <dgm:cxn modelId="{197A603F-D217-4BF1-AA9B-67BEADA29D99}" type="presParOf" srcId="{A872DDF3-0A8F-4F72-AC8B-341725CC7A5C}" destId="{5913BCFE-163E-4088-B506-62B0DFF548F0}" srcOrd="0" destOrd="0" presId="urn:microsoft.com/office/officeart/2018/2/layout/IconVerticalSolidList"/>
    <dgm:cxn modelId="{5E3EE88C-437E-4A03-9247-9382391ECB5E}" type="presParOf" srcId="{A872DDF3-0A8F-4F72-AC8B-341725CC7A5C}" destId="{99739DB3-225A-4DC2-B6F8-D2B19E6B5406}" srcOrd="1" destOrd="0" presId="urn:microsoft.com/office/officeart/2018/2/layout/IconVerticalSolidList"/>
    <dgm:cxn modelId="{6B582883-4702-4146-877E-E7CF272EFBE1}" type="presParOf" srcId="{A872DDF3-0A8F-4F72-AC8B-341725CC7A5C}" destId="{BCE9A34C-ED0F-48C5-817C-DC8A437F8664}" srcOrd="2" destOrd="0" presId="urn:microsoft.com/office/officeart/2018/2/layout/IconVerticalSolidList"/>
    <dgm:cxn modelId="{C700A02F-41F1-4FD4-9B65-05107403916F}" type="presParOf" srcId="{A872DDF3-0A8F-4F72-AC8B-341725CC7A5C}" destId="{3A33A42B-A25C-473B-97C4-60736557B36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0719178-94D0-4107-8613-BD783B2A6004}" type="doc">
      <dgm:prSet loTypeId="urn:microsoft.com/office/officeart/2005/8/layout/arrow5" loCatId="relationship" qsTypeId="urn:microsoft.com/office/officeart/2005/8/quickstyle/simple2" qsCatId="simple" csTypeId="urn:microsoft.com/office/officeart/2005/8/colors/accent3_2" csCatId="accent3"/>
      <dgm:spPr/>
      <dgm:t>
        <a:bodyPr/>
        <a:lstStyle/>
        <a:p>
          <a:endParaRPr lang="en-US"/>
        </a:p>
      </dgm:t>
    </dgm:pt>
    <dgm:pt modelId="{0C04C189-C904-4B88-8898-FFBEC27B37B9}">
      <dgm:prSet/>
      <dgm:spPr/>
      <dgm:t>
        <a:bodyPr/>
        <a:lstStyle/>
        <a:p>
          <a:r>
            <a:rPr lang="en-GB"/>
            <a:t>What Are Positive Emotions?</a:t>
          </a:r>
          <a:endParaRPr lang="en-US"/>
        </a:p>
      </dgm:t>
    </dgm:pt>
    <dgm:pt modelId="{0F5370FE-0493-4E46-9406-7AA42FCC19C3}" type="parTrans" cxnId="{22793133-B4BF-4FAE-B0BC-64F0F308E8AE}">
      <dgm:prSet/>
      <dgm:spPr/>
      <dgm:t>
        <a:bodyPr/>
        <a:lstStyle/>
        <a:p>
          <a:endParaRPr lang="en-US"/>
        </a:p>
      </dgm:t>
    </dgm:pt>
    <dgm:pt modelId="{884E8DF0-3BB0-43FB-BB0F-BF03AF0A8108}" type="sibTrans" cxnId="{22793133-B4BF-4FAE-B0BC-64F0F308E8AE}">
      <dgm:prSet/>
      <dgm:spPr/>
      <dgm:t>
        <a:bodyPr/>
        <a:lstStyle/>
        <a:p>
          <a:endParaRPr lang="en-US"/>
        </a:p>
      </dgm:t>
    </dgm:pt>
    <dgm:pt modelId="{AEE4A440-7E69-4E80-A6D6-7268FFA75020}">
      <dgm:prSet/>
      <dgm:spPr/>
      <dgm:t>
        <a:bodyPr/>
        <a:lstStyle/>
        <a:p>
          <a:r>
            <a:rPr lang="en-GB"/>
            <a:t>Tomkins' Theory of Affect Script</a:t>
          </a:r>
          <a:endParaRPr lang="en-US"/>
        </a:p>
      </dgm:t>
    </dgm:pt>
    <dgm:pt modelId="{F2F831B6-975E-4F5E-963F-F8C3D8A8FA91}" type="parTrans" cxnId="{C1A45E07-F90A-4B2E-8229-0A53BB13BEC5}">
      <dgm:prSet/>
      <dgm:spPr/>
      <dgm:t>
        <a:bodyPr/>
        <a:lstStyle/>
        <a:p>
          <a:endParaRPr lang="en-US"/>
        </a:p>
      </dgm:t>
    </dgm:pt>
    <dgm:pt modelId="{D9E81736-023F-468D-9D2D-5B8278C6DF9D}" type="sibTrans" cxnId="{C1A45E07-F90A-4B2E-8229-0A53BB13BEC5}">
      <dgm:prSet/>
      <dgm:spPr/>
      <dgm:t>
        <a:bodyPr/>
        <a:lstStyle/>
        <a:p>
          <a:endParaRPr lang="en-US"/>
        </a:p>
      </dgm:t>
    </dgm:pt>
    <dgm:pt modelId="{AFBB061C-69BF-4213-980D-E97BD98AEB0D}">
      <dgm:prSet/>
      <dgm:spPr/>
      <dgm:t>
        <a:bodyPr/>
        <a:lstStyle/>
        <a:p>
          <a:r>
            <a:rPr lang="en-GB"/>
            <a:t>Innate Drive for Joy and Interest</a:t>
          </a:r>
          <a:endParaRPr lang="en-US"/>
        </a:p>
      </dgm:t>
    </dgm:pt>
    <dgm:pt modelId="{617FA465-DEAD-42F6-8BF3-1A054C57621C}" type="parTrans" cxnId="{CF8E5850-6170-4288-A5C5-AC8754C46B71}">
      <dgm:prSet/>
      <dgm:spPr/>
      <dgm:t>
        <a:bodyPr/>
        <a:lstStyle/>
        <a:p>
          <a:endParaRPr lang="en-US"/>
        </a:p>
      </dgm:t>
    </dgm:pt>
    <dgm:pt modelId="{4C6FF63A-33D4-4C72-B5EF-4FF255D28EB3}" type="sibTrans" cxnId="{CF8E5850-6170-4288-A5C5-AC8754C46B71}">
      <dgm:prSet/>
      <dgm:spPr/>
      <dgm:t>
        <a:bodyPr/>
        <a:lstStyle/>
        <a:p>
          <a:endParaRPr lang="en-US"/>
        </a:p>
      </dgm:t>
    </dgm:pt>
    <dgm:pt modelId="{F07214C8-0A22-46B5-AA0D-9DDDC693714F}" type="pres">
      <dgm:prSet presAssocID="{40719178-94D0-4107-8613-BD783B2A6004}" presName="diagram" presStyleCnt="0">
        <dgm:presLayoutVars>
          <dgm:dir/>
          <dgm:resizeHandles val="exact"/>
        </dgm:presLayoutVars>
      </dgm:prSet>
      <dgm:spPr/>
    </dgm:pt>
    <dgm:pt modelId="{258EFEE0-18B6-4030-9778-4ADCD28D367B}" type="pres">
      <dgm:prSet presAssocID="{0C04C189-C904-4B88-8898-FFBEC27B37B9}" presName="arrow" presStyleLbl="node1" presStyleIdx="0" presStyleCnt="3">
        <dgm:presLayoutVars>
          <dgm:bulletEnabled val="1"/>
        </dgm:presLayoutVars>
      </dgm:prSet>
      <dgm:spPr/>
    </dgm:pt>
    <dgm:pt modelId="{66208A61-5423-446E-BF94-DBFB13550E32}" type="pres">
      <dgm:prSet presAssocID="{AEE4A440-7E69-4E80-A6D6-7268FFA75020}" presName="arrow" presStyleLbl="node1" presStyleIdx="1" presStyleCnt="3">
        <dgm:presLayoutVars>
          <dgm:bulletEnabled val="1"/>
        </dgm:presLayoutVars>
      </dgm:prSet>
      <dgm:spPr/>
    </dgm:pt>
    <dgm:pt modelId="{E99A07BF-DAEF-4A1D-ADF3-E8C0A56F8858}" type="pres">
      <dgm:prSet presAssocID="{AFBB061C-69BF-4213-980D-E97BD98AEB0D}" presName="arrow" presStyleLbl="node1" presStyleIdx="2" presStyleCnt="3">
        <dgm:presLayoutVars>
          <dgm:bulletEnabled val="1"/>
        </dgm:presLayoutVars>
      </dgm:prSet>
      <dgm:spPr/>
    </dgm:pt>
  </dgm:ptLst>
  <dgm:cxnLst>
    <dgm:cxn modelId="{C1A45E07-F90A-4B2E-8229-0A53BB13BEC5}" srcId="{40719178-94D0-4107-8613-BD783B2A6004}" destId="{AEE4A440-7E69-4E80-A6D6-7268FFA75020}" srcOrd="1" destOrd="0" parTransId="{F2F831B6-975E-4F5E-963F-F8C3D8A8FA91}" sibTransId="{D9E81736-023F-468D-9D2D-5B8278C6DF9D}"/>
    <dgm:cxn modelId="{D75F7321-B837-423E-B284-2E5AEA45FDA6}" type="presOf" srcId="{40719178-94D0-4107-8613-BD783B2A6004}" destId="{F07214C8-0A22-46B5-AA0D-9DDDC693714F}" srcOrd="0" destOrd="0" presId="urn:microsoft.com/office/officeart/2005/8/layout/arrow5"/>
    <dgm:cxn modelId="{BE645831-D80B-46D7-A6C3-E02046035CFD}" type="presOf" srcId="{AEE4A440-7E69-4E80-A6D6-7268FFA75020}" destId="{66208A61-5423-446E-BF94-DBFB13550E32}" srcOrd="0" destOrd="0" presId="urn:microsoft.com/office/officeart/2005/8/layout/arrow5"/>
    <dgm:cxn modelId="{22793133-B4BF-4FAE-B0BC-64F0F308E8AE}" srcId="{40719178-94D0-4107-8613-BD783B2A6004}" destId="{0C04C189-C904-4B88-8898-FFBEC27B37B9}" srcOrd="0" destOrd="0" parTransId="{0F5370FE-0493-4E46-9406-7AA42FCC19C3}" sibTransId="{884E8DF0-3BB0-43FB-BB0F-BF03AF0A8108}"/>
    <dgm:cxn modelId="{CF8E5850-6170-4288-A5C5-AC8754C46B71}" srcId="{40719178-94D0-4107-8613-BD783B2A6004}" destId="{AFBB061C-69BF-4213-980D-E97BD98AEB0D}" srcOrd="2" destOrd="0" parTransId="{617FA465-DEAD-42F6-8BF3-1A054C57621C}" sibTransId="{4C6FF63A-33D4-4C72-B5EF-4FF255D28EB3}"/>
    <dgm:cxn modelId="{86CF15ED-6837-436C-8D58-1602BF55347E}" type="presOf" srcId="{AFBB061C-69BF-4213-980D-E97BD98AEB0D}" destId="{E99A07BF-DAEF-4A1D-ADF3-E8C0A56F8858}" srcOrd="0" destOrd="0" presId="urn:microsoft.com/office/officeart/2005/8/layout/arrow5"/>
    <dgm:cxn modelId="{9D62FAF0-3695-437F-AB87-F74475EDC588}" type="presOf" srcId="{0C04C189-C904-4B88-8898-FFBEC27B37B9}" destId="{258EFEE0-18B6-4030-9778-4ADCD28D367B}" srcOrd="0" destOrd="0" presId="urn:microsoft.com/office/officeart/2005/8/layout/arrow5"/>
    <dgm:cxn modelId="{5C4ECAE2-9BA3-43AF-9347-2E5645CEAC3A}" type="presParOf" srcId="{F07214C8-0A22-46B5-AA0D-9DDDC693714F}" destId="{258EFEE0-18B6-4030-9778-4ADCD28D367B}" srcOrd="0" destOrd="0" presId="urn:microsoft.com/office/officeart/2005/8/layout/arrow5"/>
    <dgm:cxn modelId="{EBEB158D-4F5D-4CB8-9CA0-278AFDF61692}" type="presParOf" srcId="{F07214C8-0A22-46B5-AA0D-9DDDC693714F}" destId="{66208A61-5423-446E-BF94-DBFB13550E32}" srcOrd="1" destOrd="0" presId="urn:microsoft.com/office/officeart/2005/8/layout/arrow5"/>
    <dgm:cxn modelId="{F4E83016-30C3-4EC0-9667-85F989AC48F9}" type="presParOf" srcId="{F07214C8-0A22-46B5-AA0D-9DDDC693714F}" destId="{E99A07BF-DAEF-4A1D-ADF3-E8C0A56F8858}" srcOrd="2"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5D149F5-313A-400A-87B5-C85454179FD8}"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B59E8B9B-B622-467E-B60D-B7AEFE67B4F1}">
      <dgm:prSet/>
      <dgm:spPr/>
      <dgm:t>
        <a:bodyPr/>
        <a:lstStyle/>
        <a:p>
          <a:r>
            <a:rPr lang="en-GB"/>
            <a:t>The central executive concept states that we are innately programmed to:</a:t>
          </a:r>
          <a:endParaRPr lang="en-US"/>
        </a:p>
      </dgm:t>
    </dgm:pt>
    <dgm:pt modelId="{A7D08353-E172-4E4B-9434-1E6B9E28859B}" type="parTrans" cxnId="{9DF62FFB-AC94-44B4-8822-6072409C3C77}">
      <dgm:prSet/>
      <dgm:spPr/>
      <dgm:t>
        <a:bodyPr/>
        <a:lstStyle/>
        <a:p>
          <a:endParaRPr lang="en-US"/>
        </a:p>
      </dgm:t>
    </dgm:pt>
    <dgm:pt modelId="{1B32A4E4-EDF9-4558-BCE1-339310A80CDC}" type="sibTrans" cxnId="{9DF62FFB-AC94-44B4-8822-6072409C3C77}">
      <dgm:prSet/>
      <dgm:spPr/>
      <dgm:t>
        <a:bodyPr/>
        <a:lstStyle/>
        <a:p>
          <a:endParaRPr lang="en-US"/>
        </a:p>
      </dgm:t>
    </dgm:pt>
    <dgm:pt modelId="{FA4A2F37-5254-4CAC-889A-0C4EB26055D9}">
      <dgm:prSet/>
      <dgm:spPr/>
      <dgm:t>
        <a:bodyPr/>
        <a:lstStyle/>
        <a:p>
          <a:r>
            <a:rPr lang="en-GB"/>
            <a:t>maximize positive affect, </a:t>
          </a:r>
          <a:endParaRPr lang="en-US"/>
        </a:p>
      </dgm:t>
    </dgm:pt>
    <dgm:pt modelId="{E693B365-48B2-44CA-BA80-6E03A0F60205}" type="parTrans" cxnId="{83DE3709-EC23-4DFB-A5DD-FB3C1E5602D6}">
      <dgm:prSet/>
      <dgm:spPr/>
      <dgm:t>
        <a:bodyPr/>
        <a:lstStyle/>
        <a:p>
          <a:endParaRPr lang="en-US"/>
        </a:p>
      </dgm:t>
    </dgm:pt>
    <dgm:pt modelId="{94AEA499-36E2-4450-AA21-A7901B066009}" type="sibTrans" cxnId="{83DE3709-EC23-4DFB-A5DD-FB3C1E5602D6}">
      <dgm:prSet/>
      <dgm:spPr/>
      <dgm:t>
        <a:bodyPr/>
        <a:lstStyle/>
        <a:p>
          <a:endParaRPr lang="en-US"/>
        </a:p>
      </dgm:t>
    </dgm:pt>
    <dgm:pt modelId="{D56B1652-80C1-4C83-9382-CFA7749A732C}">
      <dgm:prSet/>
      <dgm:spPr/>
      <dgm:t>
        <a:bodyPr/>
        <a:lstStyle/>
        <a:p>
          <a:r>
            <a:rPr lang="en-GB"/>
            <a:t>minimize negative affects, and </a:t>
          </a:r>
          <a:endParaRPr lang="en-US"/>
        </a:p>
      </dgm:t>
    </dgm:pt>
    <dgm:pt modelId="{76827DA1-BFAD-426D-A122-40580C5E1102}" type="parTrans" cxnId="{D86B50A7-5EF3-4719-A65B-7479ACA3E512}">
      <dgm:prSet/>
      <dgm:spPr/>
      <dgm:t>
        <a:bodyPr/>
        <a:lstStyle/>
        <a:p>
          <a:endParaRPr lang="en-US"/>
        </a:p>
      </dgm:t>
    </dgm:pt>
    <dgm:pt modelId="{B9050AA0-EBDC-4A95-93A9-A31ECE1C0967}" type="sibTrans" cxnId="{D86B50A7-5EF3-4719-A65B-7479ACA3E512}">
      <dgm:prSet/>
      <dgm:spPr/>
      <dgm:t>
        <a:bodyPr/>
        <a:lstStyle/>
        <a:p>
          <a:endParaRPr lang="en-US"/>
        </a:p>
      </dgm:t>
    </dgm:pt>
    <dgm:pt modelId="{6FBCA16A-8735-4A9C-B6B5-31D06D71B41C}">
      <dgm:prSet/>
      <dgm:spPr/>
      <dgm:t>
        <a:bodyPr/>
        <a:lstStyle/>
        <a:p>
          <a:r>
            <a:rPr lang="en-GB"/>
            <a:t>minimize the inhibition of affect.</a:t>
          </a:r>
          <a:endParaRPr lang="en-US"/>
        </a:p>
      </dgm:t>
    </dgm:pt>
    <dgm:pt modelId="{022278FF-0498-4D2C-8706-456F1ECED94E}" type="parTrans" cxnId="{BAEB4487-DDAF-4B1E-BEBC-1BDCD765C66E}">
      <dgm:prSet/>
      <dgm:spPr/>
      <dgm:t>
        <a:bodyPr/>
        <a:lstStyle/>
        <a:p>
          <a:endParaRPr lang="en-US"/>
        </a:p>
      </dgm:t>
    </dgm:pt>
    <dgm:pt modelId="{17ABD1E8-97A3-43D6-9472-457F591DEF7A}" type="sibTrans" cxnId="{BAEB4487-DDAF-4B1E-BEBC-1BDCD765C66E}">
      <dgm:prSet/>
      <dgm:spPr/>
      <dgm:t>
        <a:bodyPr/>
        <a:lstStyle/>
        <a:p>
          <a:endParaRPr lang="en-US"/>
        </a:p>
      </dgm:t>
    </dgm:pt>
    <dgm:pt modelId="{FAC40389-EE1D-410B-89B1-D20025014C56}">
      <dgm:prSet/>
      <dgm:spPr/>
      <dgm:t>
        <a:bodyPr/>
        <a:lstStyle/>
        <a:p>
          <a:r>
            <a:rPr lang="en-GB" dirty="0"/>
            <a:t>Our ability to function effectively is dependent on these factors being in place.</a:t>
          </a:r>
          <a:endParaRPr lang="en-US" dirty="0"/>
        </a:p>
      </dgm:t>
    </dgm:pt>
    <dgm:pt modelId="{44C41476-637B-48B9-8339-A5244CD8A44F}" type="parTrans" cxnId="{697E0BAC-37EA-47DC-82EF-4CC361F667A3}">
      <dgm:prSet/>
      <dgm:spPr/>
      <dgm:t>
        <a:bodyPr/>
        <a:lstStyle/>
        <a:p>
          <a:endParaRPr lang="en-US"/>
        </a:p>
      </dgm:t>
    </dgm:pt>
    <dgm:pt modelId="{9D19DA70-872E-4E38-98A3-DD7841698C36}" type="sibTrans" cxnId="{697E0BAC-37EA-47DC-82EF-4CC361F667A3}">
      <dgm:prSet/>
      <dgm:spPr/>
      <dgm:t>
        <a:bodyPr/>
        <a:lstStyle/>
        <a:p>
          <a:endParaRPr lang="en-US"/>
        </a:p>
      </dgm:t>
    </dgm:pt>
    <dgm:pt modelId="{BB4015CD-0A1F-4438-B92D-A5F5E6D5D4DB}">
      <dgm:prSet/>
      <dgm:spPr/>
      <dgm:t>
        <a:bodyPr/>
        <a:lstStyle/>
        <a:p>
          <a:r>
            <a:rPr lang="en-GB" dirty="0"/>
            <a:t>Understanding the impact of context on  behaviour and can help promote positive affect and minimize negative affects.</a:t>
          </a:r>
          <a:endParaRPr lang="en-US" dirty="0"/>
        </a:p>
      </dgm:t>
    </dgm:pt>
    <dgm:pt modelId="{ABF96C6A-82E9-42FB-AC80-46F7A1F6F511}" type="parTrans" cxnId="{55D6587B-A4EF-44B6-85D3-78B9A9230F1F}">
      <dgm:prSet/>
      <dgm:spPr/>
      <dgm:t>
        <a:bodyPr/>
        <a:lstStyle/>
        <a:p>
          <a:endParaRPr lang="en-US"/>
        </a:p>
      </dgm:t>
    </dgm:pt>
    <dgm:pt modelId="{9F5AACB7-CCFA-4FF4-8936-CAFE43273294}" type="sibTrans" cxnId="{55D6587B-A4EF-44B6-85D3-78B9A9230F1F}">
      <dgm:prSet/>
      <dgm:spPr/>
      <dgm:t>
        <a:bodyPr/>
        <a:lstStyle/>
        <a:p>
          <a:endParaRPr lang="en-US"/>
        </a:p>
      </dgm:t>
    </dgm:pt>
    <dgm:pt modelId="{F56632E1-94BA-4857-B6E2-D6AEBE6EDCD2}" type="pres">
      <dgm:prSet presAssocID="{75D149F5-313A-400A-87B5-C85454179FD8}" presName="Name0" presStyleCnt="0">
        <dgm:presLayoutVars>
          <dgm:dir/>
          <dgm:resizeHandles val="exact"/>
        </dgm:presLayoutVars>
      </dgm:prSet>
      <dgm:spPr/>
    </dgm:pt>
    <dgm:pt modelId="{61325B53-CF4F-441B-B37B-C708BB1BBE8B}" type="pres">
      <dgm:prSet presAssocID="{B59E8B9B-B622-467E-B60D-B7AEFE67B4F1}" presName="node" presStyleLbl="node1" presStyleIdx="0" presStyleCnt="6">
        <dgm:presLayoutVars>
          <dgm:bulletEnabled val="1"/>
        </dgm:presLayoutVars>
      </dgm:prSet>
      <dgm:spPr/>
    </dgm:pt>
    <dgm:pt modelId="{D5F5ADD9-1495-4D8E-BFD0-70867144E314}" type="pres">
      <dgm:prSet presAssocID="{1B32A4E4-EDF9-4558-BCE1-339310A80CDC}" presName="sibTrans" presStyleLbl="sibTrans1D1" presStyleIdx="0" presStyleCnt="5"/>
      <dgm:spPr/>
    </dgm:pt>
    <dgm:pt modelId="{5967A68C-2E4E-45F5-8795-2A79CC993950}" type="pres">
      <dgm:prSet presAssocID="{1B32A4E4-EDF9-4558-BCE1-339310A80CDC}" presName="connectorText" presStyleLbl="sibTrans1D1" presStyleIdx="0" presStyleCnt="5"/>
      <dgm:spPr/>
    </dgm:pt>
    <dgm:pt modelId="{61BC7237-B94A-4389-9EFA-9C44DAB875BC}" type="pres">
      <dgm:prSet presAssocID="{FA4A2F37-5254-4CAC-889A-0C4EB26055D9}" presName="node" presStyleLbl="node1" presStyleIdx="1" presStyleCnt="6">
        <dgm:presLayoutVars>
          <dgm:bulletEnabled val="1"/>
        </dgm:presLayoutVars>
      </dgm:prSet>
      <dgm:spPr/>
    </dgm:pt>
    <dgm:pt modelId="{2E780695-594F-4E48-89C8-0465556D3C0B}" type="pres">
      <dgm:prSet presAssocID="{94AEA499-36E2-4450-AA21-A7901B066009}" presName="sibTrans" presStyleLbl="sibTrans1D1" presStyleIdx="1" presStyleCnt="5"/>
      <dgm:spPr/>
    </dgm:pt>
    <dgm:pt modelId="{FDD86942-086C-471F-A34A-FCC222EE7C48}" type="pres">
      <dgm:prSet presAssocID="{94AEA499-36E2-4450-AA21-A7901B066009}" presName="connectorText" presStyleLbl="sibTrans1D1" presStyleIdx="1" presStyleCnt="5"/>
      <dgm:spPr/>
    </dgm:pt>
    <dgm:pt modelId="{0A1671AB-A0CD-43DE-840D-F41FADA9E295}" type="pres">
      <dgm:prSet presAssocID="{D56B1652-80C1-4C83-9382-CFA7749A732C}" presName="node" presStyleLbl="node1" presStyleIdx="2" presStyleCnt="6">
        <dgm:presLayoutVars>
          <dgm:bulletEnabled val="1"/>
        </dgm:presLayoutVars>
      </dgm:prSet>
      <dgm:spPr/>
    </dgm:pt>
    <dgm:pt modelId="{20E9FD00-0F3F-406C-B064-5CF4E87CDDC9}" type="pres">
      <dgm:prSet presAssocID="{B9050AA0-EBDC-4A95-93A9-A31ECE1C0967}" presName="sibTrans" presStyleLbl="sibTrans1D1" presStyleIdx="2" presStyleCnt="5"/>
      <dgm:spPr/>
    </dgm:pt>
    <dgm:pt modelId="{6021F1BB-CC79-4CD5-B36E-990CEB834355}" type="pres">
      <dgm:prSet presAssocID="{B9050AA0-EBDC-4A95-93A9-A31ECE1C0967}" presName="connectorText" presStyleLbl="sibTrans1D1" presStyleIdx="2" presStyleCnt="5"/>
      <dgm:spPr/>
    </dgm:pt>
    <dgm:pt modelId="{30CCA4D3-0B3A-44F9-87B3-4DE19EB63956}" type="pres">
      <dgm:prSet presAssocID="{6FBCA16A-8735-4A9C-B6B5-31D06D71B41C}" presName="node" presStyleLbl="node1" presStyleIdx="3" presStyleCnt="6">
        <dgm:presLayoutVars>
          <dgm:bulletEnabled val="1"/>
        </dgm:presLayoutVars>
      </dgm:prSet>
      <dgm:spPr/>
    </dgm:pt>
    <dgm:pt modelId="{1A7691CF-5504-40B5-9D1A-77AEA535917F}" type="pres">
      <dgm:prSet presAssocID="{17ABD1E8-97A3-43D6-9472-457F591DEF7A}" presName="sibTrans" presStyleLbl="sibTrans1D1" presStyleIdx="3" presStyleCnt="5"/>
      <dgm:spPr/>
    </dgm:pt>
    <dgm:pt modelId="{C703F70F-84C4-46D1-BA3D-C4E9A8D6235F}" type="pres">
      <dgm:prSet presAssocID="{17ABD1E8-97A3-43D6-9472-457F591DEF7A}" presName="connectorText" presStyleLbl="sibTrans1D1" presStyleIdx="3" presStyleCnt="5"/>
      <dgm:spPr/>
    </dgm:pt>
    <dgm:pt modelId="{418A1C1A-7361-47E3-9B23-575415C98110}" type="pres">
      <dgm:prSet presAssocID="{FAC40389-EE1D-410B-89B1-D20025014C56}" presName="node" presStyleLbl="node1" presStyleIdx="4" presStyleCnt="6">
        <dgm:presLayoutVars>
          <dgm:bulletEnabled val="1"/>
        </dgm:presLayoutVars>
      </dgm:prSet>
      <dgm:spPr/>
    </dgm:pt>
    <dgm:pt modelId="{3197C16B-0268-4DB2-8E7D-973317AA2209}" type="pres">
      <dgm:prSet presAssocID="{9D19DA70-872E-4E38-98A3-DD7841698C36}" presName="sibTrans" presStyleLbl="sibTrans1D1" presStyleIdx="4" presStyleCnt="5"/>
      <dgm:spPr/>
    </dgm:pt>
    <dgm:pt modelId="{328C92F0-59AA-4623-9CD1-2219DBD096E0}" type="pres">
      <dgm:prSet presAssocID="{9D19DA70-872E-4E38-98A3-DD7841698C36}" presName="connectorText" presStyleLbl="sibTrans1D1" presStyleIdx="4" presStyleCnt="5"/>
      <dgm:spPr/>
    </dgm:pt>
    <dgm:pt modelId="{25962842-9B51-4615-A2DA-6550DC55BF5B}" type="pres">
      <dgm:prSet presAssocID="{BB4015CD-0A1F-4438-B92D-A5F5E6D5D4DB}" presName="node" presStyleLbl="node1" presStyleIdx="5" presStyleCnt="6">
        <dgm:presLayoutVars>
          <dgm:bulletEnabled val="1"/>
        </dgm:presLayoutVars>
      </dgm:prSet>
      <dgm:spPr/>
    </dgm:pt>
  </dgm:ptLst>
  <dgm:cxnLst>
    <dgm:cxn modelId="{83DE3709-EC23-4DFB-A5DD-FB3C1E5602D6}" srcId="{75D149F5-313A-400A-87B5-C85454179FD8}" destId="{FA4A2F37-5254-4CAC-889A-0C4EB26055D9}" srcOrd="1" destOrd="0" parTransId="{E693B365-48B2-44CA-BA80-6E03A0F60205}" sibTransId="{94AEA499-36E2-4450-AA21-A7901B066009}"/>
    <dgm:cxn modelId="{A4E78913-F9A8-4633-8909-CA7B5901E669}" type="presOf" srcId="{1B32A4E4-EDF9-4558-BCE1-339310A80CDC}" destId="{D5F5ADD9-1495-4D8E-BFD0-70867144E314}" srcOrd="0" destOrd="0" presId="urn:microsoft.com/office/officeart/2016/7/layout/RepeatingBendingProcessNew"/>
    <dgm:cxn modelId="{DE8B7816-89C9-4561-90A2-5429AB7D5640}" type="presOf" srcId="{D56B1652-80C1-4C83-9382-CFA7749A732C}" destId="{0A1671AB-A0CD-43DE-840D-F41FADA9E295}" srcOrd="0" destOrd="0" presId="urn:microsoft.com/office/officeart/2016/7/layout/RepeatingBendingProcessNew"/>
    <dgm:cxn modelId="{E931A134-B7AD-440B-B489-4AD872712B93}" type="presOf" srcId="{B9050AA0-EBDC-4A95-93A9-A31ECE1C0967}" destId="{20E9FD00-0F3F-406C-B064-5CF4E87CDDC9}" srcOrd="0" destOrd="0" presId="urn:microsoft.com/office/officeart/2016/7/layout/RepeatingBendingProcessNew"/>
    <dgm:cxn modelId="{BF321237-5B80-4A37-AC79-1E6CA9AB97CD}" type="presOf" srcId="{9D19DA70-872E-4E38-98A3-DD7841698C36}" destId="{3197C16B-0268-4DB2-8E7D-973317AA2209}" srcOrd="0" destOrd="0" presId="urn:microsoft.com/office/officeart/2016/7/layout/RepeatingBendingProcessNew"/>
    <dgm:cxn modelId="{D06A0C3B-9B20-460D-BFD5-C9FF13164C1E}" type="presOf" srcId="{B59E8B9B-B622-467E-B60D-B7AEFE67B4F1}" destId="{61325B53-CF4F-441B-B37B-C708BB1BBE8B}" srcOrd="0" destOrd="0" presId="urn:microsoft.com/office/officeart/2016/7/layout/RepeatingBendingProcessNew"/>
    <dgm:cxn modelId="{E2544E5D-4B5E-4DB0-ACEF-879B3C270876}" type="presOf" srcId="{BB4015CD-0A1F-4438-B92D-A5F5E6D5D4DB}" destId="{25962842-9B51-4615-A2DA-6550DC55BF5B}" srcOrd="0" destOrd="0" presId="urn:microsoft.com/office/officeart/2016/7/layout/RepeatingBendingProcessNew"/>
    <dgm:cxn modelId="{D0645F48-AD41-4B86-8810-C32EE3D872C8}" type="presOf" srcId="{6FBCA16A-8735-4A9C-B6B5-31D06D71B41C}" destId="{30CCA4D3-0B3A-44F9-87B3-4DE19EB63956}" srcOrd="0" destOrd="0" presId="urn:microsoft.com/office/officeart/2016/7/layout/RepeatingBendingProcessNew"/>
    <dgm:cxn modelId="{3E10356C-197B-4C05-AB31-540B283B446D}" type="presOf" srcId="{75D149F5-313A-400A-87B5-C85454179FD8}" destId="{F56632E1-94BA-4857-B6E2-D6AEBE6EDCD2}" srcOrd="0" destOrd="0" presId="urn:microsoft.com/office/officeart/2016/7/layout/RepeatingBendingProcessNew"/>
    <dgm:cxn modelId="{BD77FA54-6661-40A9-9033-A400CF150511}" type="presOf" srcId="{1B32A4E4-EDF9-4558-BCE1-339310A80CDC}" destId="{5967A68C-2E4E-45F5-8795-2A79CC993950}" srcOrd="1" destOrd="0" presId="urn:microsoft.com/office/officeart/2016/7/layout/RepeatingBendingProcessNew"/>
    <dgm:cxn modelId="{03C5B65A-F3BA-4589-8769-34E4408AEE98}" type="presOf" srcId="{94AEA499-36E2-4450-AA21-A7901B066009}" destId="{2E780695-594F-4E48-89C8-0465556D3C0B}" srcOrd="0" destOrd="0" presId="urn:microsoft.com/office/officeart/2016/7/layout/RepeatingBendingProcessNew"/>
    <dgm:cxn modelId="{55D6587B-A4EF-44B6-85D3-78B9A9230F1F}" srcId="{75D149F5-313A-400A-87B5-C85454179FD8}" destId="{BB4015CD-0A1F-4438-B92D-A5F5E6D5D4DB}" srcOrd="5" destOrd="0" parTransId="{ABF96C6A-82E9-42FB-AC80-46F7A1F6F511}" sibTransId="{9F5AACB7-CCFA-4FF4-8936-CAFE43273294}"/>
    <dgm:cxn modelId="{66DA5A82-A815-4709-A0E5-0A8199190103}" type="presOf" srcId="{17ABD1E8-97A3-43D6-9472-457F591DEF7A}" destId="{1A7691CF-5504-40B5-9D1A-77AEA535917F}" srcOrd="0" destOrd="0" presId="urn:microsoft.com/office/officeart/2016/7/layout/RepeatingBendingProcessNew"/>
    <dgm:cxn modelId="{85681985-8F62-4669-BB32-7CFBC04376D6}" type="presOf" srcId="{B9050AA0-EBDC-4A95-93A9-A31ECE1C0967}" destId="{6021F1BB-CC79-4CD5-B36E-990CEB834355}" srcOrd="1" destOrd="0" presId="urn:microsoft.com/office/officeart/2016/7/layout/RepeatingBendingProcessNew"/>
    <dgm:cxn modelId="{BAEB4487-DDAF-4B1E-BEBC-1BDCD765C66E}" srcId="{75D149F5-313A-400A-87B5-C85454179FD8}" destId="{6FBCA16A-8735-4A9C-B6B5-31D06D71B41C}" srcOrd="3" destOrd="0" parTransId="{022278FF-0498-4D2C-8706-456F1ECED94E}" sibTransId="{17ABD1E8-97A3-43D6-9472-457F591DEF7A}"/>
    <dgm:cxn modelId="{D86B50A7-5EF3-4719-A65B-7479ACA3E512}" srcId="{75D149F5-313A-400A-87B5-C85454179FD8}" destId="{D56B1652-80C1-4C83-9382-CFA7749A732C}" srcOrd="2" destOrd="0" parTransId="{76827DA1-BFAD-426D-A122-40580C5E1102}" sibTransId="{B9050AA0-EBDC-4A95-93A9-A31ECE1C0967}"/>
    <dgm:cxn modelId="{697E0BAC-37EA-47DC-82EF-4CC361F667A3}" srcId="{75D149F5-313A-400A-87B5-C85454179FD8}" destId="{FAC40389-EE1D-410B-89B1-D20025014C56}" srcOrd="4" destOrd="0" parTransId="{44C41476-637B-48B9-8339-A5244CD8A44F}" sibTransId="{9D19DA70-872E-4E38-98A3-DD7841698C36}"/>
    <dgm:cxn modelId="{1A1121AF-EE41-4645-820B-DB8777EA6315}" type="presOf" srcId="{9D19DA70-872E-4E38-98A3-DD7841698C36}" destId="{328C92F0-59AA-4623-9CD1-2219DBD096E0}" srcOrd="1" destOrd="0" presId="urn:microsoft.com/office/officeart/2016/7/layout/RepeatingBendingProcessNew"/>
    <dgm:cxn modelId="{BAAE2BC6-DF84-4A55-81B8-4592B18F32C4}" type="presOf" srcId="{FAC40389-EE1D-410B-89B1-D20025014C56}" destId="{418A1C1A-7361-47E3-9B23-575415C98110}" srcOrd="0" destOrd="0" presId="urn:microsoft.com/office/officeart/2016/7/layout/RepeatingBendingProcessNew"/>
    <dgm:cxn modelId="{BA6958DD-884C-457A-9E34-2BA53DFFC33A}" type="presOf" srcId="{FA4A2F37-5254-4CAC-889A-0C4EB26055D9}" destId="{61BC7237-B94A-4389-9EFA-9C44DAB875BC}" srcOrd="0" destOrd="0" presId="urn:microsoft.com/office/officeart/2016/7/layout/RepeatingBendingProcessNew"/>
    <dgm:cxn modelId="{A2AD22F9-1682-4881-BA99-8328E7D85BEC}" type="presOf" srcId="{17ABD1E8-97A3-43D6-9472-457F591DEF7A}" destId="{C703F70F-84C4-46D1-BA3D-C4E9A8D6235F}" srcOrd="1" destOrd="0" presId="urn:microsoft.com/office/officeart/2016/7/layout/RepeatingBendingProcessNew"/>
    <dgm:cxn modelId="{9DF62FFB-AC94-44B4-8822-6072409C3C77}" srcId="{75D149F5-313A-400A-87B5-C85454179FD8}" destId="{B59E8B9B-B622-467E-B60D-B7AEFE67B4F1}" srcOrd="0" destOrd="0" parTransId="{A7D08353-E172-4E4B-9434-1E6B9E28859B}" sibTransId="{1B32A4E4-EDF9-4558-BCE1-339310A80CDC}"/>
    <dgm:cxn modelId="{DD6D71FB-632D-4974-9073-7C7A6A54A6DA}" type="presOf" srcId="{94AEA499-36E2-4450-AA21-A7901B066009}" destId="{FDD86942-086C-471F-A34A-FCC222EE7C48}" srcOrd="1" destOrd="0" presId="urn:microsoft.com/office/officeart/2016/7/layout/RepeatingBendingProcessNew"/>
    <dgm:cxn modelId="{C9A4E0C9-2473-4C7E-9F04-F2534A5843AD}" type="presParOf" srcId="{F56632E1-94BA-4857-B6E2-D6AEBE6EDCD2}" destId="{61325B53-CF4F-441B-B37B-C708BB1BBE8B}" srcOrd="0" destOrd="0" presId="urn:microsoft.com/office/officeart/2016/7/layout/RepeatingBendingProcessNew"/>
    <dgm:cxn modelId="{7D128F4B-389A-49A8-8B98-5A0DCACB2A84}" type="presParOf" srcId="{F56632E1-94BA-4857-B6E2-D6AEBE6EDCD2}" destId="{D5F5ADD9-1495-4D8E-BFD0-70867144E314}" srcOrd="1" destOrd="0" presId="urn:microsoft.com/office/officeart/2016/7/layout/RepeatingBendingProcessNew"/>
    <dgm:cxn modelId="{18E66283-B5ED-4BCE-B3AB-77E1922A4ABD}" type="presParOf" srcId="{D5F5ADD9-1495-4D8E-BFD0-70867144E314}" destId="{5967A68C-2E4E-45F5-8795-2A79CC993950}" srcOrd="0" destOrd="0" presId="urn:microsoft.com/office/officeart/2016/7/layout/RepeatingBendingProcessNew"/>
    <dgm:cxn modelId="{E74C237F-106F-4DC5-93F3-25F1A827EB10}" type="presParOf" srcId="{F56632E1-94BA-4857-B6E2-D6AEBE6EDCD2}" destId="{61BC7237-B94A-4389-9EFA-9C44DAB875BC}" srcOrd="2" destOrd="0" presId="urn:microsoft.com/office/officeart/2016/7/layout/RepeatingBendingProcessNew"/>
    <dgm:cxn modelId="{7507096F-D989-4152-B917-4A973C879763}" type="presParOf" srcId="{F56632E1-94BA-4857-B6E2-D6AEBE6EDCD2}" destId="{2E780695-594F-4E48-89C8-0465556D3C0B}" srcOrd="3" destOrd="0" presId="urn:microsoft.com/office/officeart/2016/7/layout/RepeatingBendingProcessNew"/>
    <dgm:cxn modelId="{1444CC28-E2B0-4EDA-952E-2FB1B9476075}" type="presParOf" srcId="{2E780695-594F-4E48-89C8-0465556D3C0B}" destId="{FDD86942-086C-471F-A34A-FCC222EE7C48}" srcOrd="0" destOrd="0" presId="urn:microsoft.com/office/officeart/2016/7/layout/RepeatingBendingProcessNew"/>
    <dgm:cxn modelId="{B12EF63A-EDDE-4F7B-9DAB-CEB52687F329}" type="presParOf" srcId="{F56632E1-94BA-4857-B6E2-D6AEBE6EDCD2}" destId="{0A1671AB-A0CD-43DE-840D-F41FADA9E295}" srcOrd="4" destOrd="0" presId="urn:microsoft.com/office/officeart/2016/7/layout/RepeatingBendingProcessNew"/>
    <dgm:cxn modelId="{81FDC419-B524-4D44-94CE-094112F3DBF8}" type="presParOf" srcId="{F56632E1-94BA-4857-B6E2-D6AEBE6EDCD2}" destId="{20E9FD00-0F3F-406C-B064-5CF4E87CDDC9}" srcOrd="5" destOrd="0" presId="urn:microsoft.com/office/officeart/2016/7/layout/RepeatingBendingProcessNew"/>
    <dgm:cxn modelId="{C0CDA22A-9B09-4059-8FB4-D0AA682CC3D4}" type="presParOf" srcId="{20E9FD00-0F3F-406C-B064-5CF4E87CDDC9}" destId="{6021F1BB-CC79-4CD5-B36E-990CEB834355}" srcOrd="0" destOrd="0" presId="urn:microsoft.com/office/officeart/2016/7/layout/RepeatingBendingProcessNew"/>
    <dgm:cxn modelId="{9F01564C-DBE3-402F-AAD4-FFC85605AA5B}" type="presParOf" srcId="{F56632E1-94BA-4857-B6E2-D6AEBE6EDCD2}" destId="{30CCA4D3-0B3A-44F9-87B3-4DE19EB63956}" srcOrd="6" destOrd="0" presId="urn:microsoft.com/office/officeart/2016/7/layout/RepeatingBendingProcessNew"/>
    <dgm:cxn modelId="{52949A99-26CB-41DC-8E37-E3C22412658E}" type="presParOf" srcId="{F56632E1-94BA-4857-B6E2-D6AEBE6EDCD2}" destId="{1A7691CF-5504-40B5-9D1A-77AEA535917F}" srcOrd="7" destOrd="0" presId="urn:microsoft.com/office/officeart/2016/7/layout/RepeatingBendingProcessNew"/>
    <dgm:cxn modelId="{3B07C49A-B1DD-4606-BDF2-319F85CA7C2C}" type="presParOf" srcId="{1A7691CF-5504-40B5-9D1A-77AEA535917F}" destId="{C703F70F-84C4-46D1-BA3D-C4E9A8D6235F}" srcOrd="0" destOrd="0" presId="urn:microsoft.com/office/officeart/2016/7/layout/RepeatingBendingProcessNew"/>
    <dgm:cxn modelId="{1DFB9165-AB80-4C95-808B-A3E2DBC26691}" type="presParOf" srcId="{F56632E1-94BA-4857-B6E2-D6AEBE6EDCD2}" destId="{418A1C1A-7361-47E3-9B23-575415C98110}" srcOrd="8" destOrd="0" presId="urn:microsoft.com/office/officeart/2016/7/layout/RepeatingBendingProcessNew"/>
    <dgm:cxn modelId="{D6A64789-14FB-4CCE-94CE-3516DEECE727}" type="presParOf" srcId="{F56632E1-94BA-4857-B6E2-D6AEBE6EDCD2}" destId="{3197C16B-0268-4DB2-8E7D-973317AA2209}" srcOrd="9" destOrd="0" presId="urn:microsoft.com/office/officeart/2016/7/layout/RepeatingBendingProcessNew"/>
    <dgm:cxn modelId="{CA6980D8-DE7E-44C9-B714-022EBBD05A7B}" type="presParOf" srcId="{3197C16B-0268-4DB2-8E7D-973317AA2209}" destId="{328C92F0-59AA-4623-9CD1-2219DBD096E0}" srcOrd="0" destOrd="0" presId="urn:microsoft.com/office/officeart/2016/7/layout/RepeatingBendingProcessNew"/>
    <dgm:cxn modelId="{6743942B-1BBD-42F9-94E3-A540628075C7}" type="presParOf" srcId="{F56632E1-94BA-4857-B6E2-D6AEBE6EDCD2}" destId="{25962842-9B51-4615-A2DA-6550DC55BF5B}"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1500290-C4AF-4EA3-A0A2-4D84C0D6D1B4}" type="doc">
      <dgm:prSet loTypeId="urn:microsoft.com/office/officeart/2005/8/layout/matrix3" loCatId="matrix" qsTypeId="urn:microsoft.com/office/officeart/2005/8/quickstyle/simple4" qsCatId="simple" csTypeId="urn:microsoft.com/office/officeart/2005/8/colors/accent2_2" csCatId="accent2"/>
      <dgm:spPr/>
      <dgm:t>
        <a:bodyPr/>
        <a:lstStyle/>
        <a:p>
          <a:endParaRPr lang="en-US"/>
        </a:p>
      </dgm:t>
    </dgm:pt>
    <dgm:pt modelId="{CBFDB687-4F43-4915-B2B8-4ADFF4B7E0FA}">
      <dgm:prSet/>
      <dgm:spPr/>
      <dgm:t>
        <a:bodyPr/>
        <a:lstStyle/>
        <a:p>
          <a:r>
            <a:rPr lang="en-GB"/>
            <a:t>What is Engagement?</a:t>
          </a:r>
          <a:endParaRPr lang="en-US"/>
        </a:p>
      </dgm:t>
    </dgm:pt>
    <dgm:pt modelId="{352EE7AD-0745-4AC9-8370-A8414EB4FF4E}" type="parTrans" cxnId="{DCE264D7-848A-40AB-BD1C-FF6A32840F3F}">
      <dgm:prSet/>
      <dgm:spPr/>
      <dgm:t>
        <a:bodyPr/>
        <a:lstStyle/>
        <a:p>
          <a:endParaRPr lang="en-US"/>
        </a:p>
      </dgm:t>
    </dgm:pt>
    <dgm:pt modelId="{5306736F-F0AA-4E0F-9401-5323888EA02A}" type="sibTrans" cxnId="{DCE264D7-848A-40AB-BD1C-FF6A32840F3F}">
      <dgm:prSet/>
      <dgm:spPr/>
      <dgm:t>
        <a:bodyPr/>
        <a:lstStyle/>
        <a:p>
          <a:endParaRPr lang="en-US"/>
        </a:p>
      </dgm:t>
    </dgm:pt>
    <dgm:pt modelId="{96D26CB2-0C4D-4C17-882C-C0DD0F50582B}">
      <dgm:prSet/>
      <dgm:spPr/>
      <dgm:t>
        <a:bodyPr/>
        <a:lstStyle/>
        <a:p>
          <a:r>
            <a:rPr lang="en-GB"/>
            <a:t>The concept of "Flow" by Mihaly Csikszentmihalyi.</a:t>
          </a:r>
          <a:endParaRPr lang="en-US"/>
        </a:p>
      </dgm:t>
    </dgm:pt>
    <dgm:pt modelId="{86F69277-3802-4E64-8D4B-8CF0851EFB2D}" type="parTrans" cxnId="{C043A53C-2BB4-494B-B46A-980415EAD3FB}">
      <dgm:prSet/>
      <dgm:spPr/>
      <dgm:t>
        <a:bodyPr/>
        <a:lstStyle/>
        <a:p>
          <a:endParaRPr lang="en-US"/>
        </a:p>
      </dgm:t>
    </dgm:pt>
    <dgm:pt modelId="{472E9E19-A93E-47B9-8A23-40EBDD91B605}" type="sibTrans" cxnId="{C043A53C-2BB4-494B-B46A-980415EAD3FB}">
      <dgm:prSet/>
      <dgm:spPr/>
      <dgm:t>
        <a:bodyPr/>
        <a:lstStyle/>
        <a:p>
          <a:endParaRPr lang="en-US"/>
        </a:p>
      </dgm:t>
    </dgm:pt>
    <dgm:pt modelId="{2E31F575-56D7-4112-B6A5-487A121392CF}">
      <dgm:prSet/>
      <dgm:spPr/>
      <dgm:t>
        <a:bodyPr/>
        <a:lstStyle/>
        <a:p>
          <a:r>
            <a:rPr lang="en-GB"/>
            <a:t>Importance of Engagement in work and life.</a:t>
          </a:r>
          <a:endParaRPr lang="en-US"/>
        </a:p>
      </dgm:t>
    </dgm:pt>
    <dgm:pt modelId="{CDA70439-2AFB-4CCE-BB8B-630E7DCF7E4D}" type="parTrans" cxnId="{BF0923C2-0A79-45E3-822B-5D50DEF116E8}">
      <dgm:prSet/>
      <dgm:spPr/>
      <dgm:t>
        <a:bodyPr/>
        <a:lstStyle/>
        <a:p>
          <a:endParaRPr lang="en-US"/>
        </a:p>
      </dgm:t>
    </dgm:pt>
    <dgm:pt modelId="{4DEAD368-C57F-41E4-A05E-FCCEFE74D7A6}" type="sibTrans" cxnId="{BF0923C2-0A79-45E3-822B-5D50DEF116E8}">
      <dgm:prSet/>
      <dgm:spPr/>
      <dgm:t>
        <a:bodyPr/>
        <a:lstStyle/>
        <a:p>
          <a:endParaRPr lang="en-US"/>
        </a:p>
      </dgm:t>
    </dgm:pt>
    <dgm:pt modelId="{3C973095-5260-48B3-A040-0826FBFF4B3F}">
      <dgm:prSet/>
      <dgm:spPr/>
      <dgm:t>
        <a:bodyPr/>
        <a:lstStyle/>
        <a:p>
          <a:r>
            <a:rPr lang="en-GB"/>
            <a:t>Strategies for increasing Engagement.</a:t>
          </a:r>
          <a:endParaRPr lang="en-US"/>
        </a:p>
      </dgm:t>
    </dgm:pt>
    <dgm:pt modelId="{0E928DB2-A8B5-4936-B0F0-EE1AF570F9CD}" type="parTrans" cxnId="{BEB5733F-FD9A-40D0-8B20-21FCBF5E7E41}">
      <dgm:prSet/>
      <dgm:spPr/>
      <dgm:t>
        <a:bodyPr/>
        <a:lstStyle/>
        <a:p>
          <a:endParaRPr lang="en-US"/>
        </a:p>
      </dgm:t>
    </dgm:pt>
    <dgm:pt modelId="{24410E69-E408-4E0A-ADD7-F734C9735C63}" type="sibTrans" cxnId="{BEB5733F-FD9A-40D0-8B20-21FCBF5E7E41}">
      <dgm:prSet/>
      <dgm:spPr/>
      <dgm:t>
        <a:bodyPr/>
        <a:lstStyle/>
        <a:p>
          <a:endParaRPr lang="en-US"/>
        </a:p>
      </dgm:t>
    </dgm:pt>
    <dgm:pt modelId="{960B6D66-426C-49EE-88D4-08B890DAA1E9}" type="pres">
      <dgm:prSet presAssocID="{D1500290-C4AF-4EA3-A0A2-4D84C0D6D1B4}" presName="matrix" presStyleCnt="0">
        <dgm:presLayoutVars>
          <dgm:chMax val="1"/>
          <dgm:dir/>
          <dgm:resizeHandles val="exact"/>
        </dgm:presLayoutVars>
      </dgm:prSet>
      <dgm:spPr/>
    </dgm:pt>
    <dgm:pt modelId="{69421557-7C75-4A00-AC5E-E7BA29BDEDC7}" type="pres">
      <dgm:prSet presAssocID="{D1500290-C4AF-4EA3-A0A2-4D84C0D6D1B4}" presName="diamond" presStyleLbl="bgShp" presStyleIdx="0" presStyleCnt="1"/>
      <dgm:spPr/>
    </dgm:pt>
    <dgm:pt modelId="{60F23752-15B0-448F-8269-B4693E1066E2}" type="pres">
      <dgm:prSet presAssocID="{D1500290-C4AF-4EA3-A0A2-4D84C0D6D1B4}" presName="quad1" presStyleLbl="node1" presStyleIdx="0" presStyleCnt="4">
        <dgm:presLayoutVars>
          <dgm:chMax val="0"/>
          <dgm:chPref val="0"/>
          <dgm:bulletEnabled val="1"/>
        </dgm:presLayoutVars>
      </dgm:prSet>
      <dgm:spPr/>
    </dgm:pt>
    <dgm:pt modelId="{6CEFC6BE-AC90-494F-A31B-88022A829712}" type="pres">
      <dgm:prSet presAssocID="{D1500290-C4AF-4EA3-A0A2-4D84C0D6D1B4}" presName="quad2" presStyleLbl="node1" presStyleIdx="1" presStyleCnt="4">
        <dgm:presLayoutVars>
          <dgm:chMax val="0"/>
          <dgm:chPref val="0"/>
          <dgm:bulletEnabled val="1"/>
        </dgm:presLayoutVars>
      </dgm:prSet>
      <dgm:spPr/>
    </dgm:pt>
    <dgm:pt modelId="{888FDAB5-F786-4E6F-B89C-194C3E9EDACF}" type="pres">
      <dgm:prSet presAssocID="{D1500290-C4AF-4EA3-A0A2-4D84C0D6D1B4}" presName="quad3" presStyleLbl="node1" presStyleIdx="2" presStyleCnt="4">
        <dgm:presLayoutVars>
          <dgm:chMax val="0"/>
          <dgm:chPref val="0"/>
          <dgm:bulletEnabled val="1"/>
        </dgm:presLayoutVars>
      </dgm:prSet>
      <dgm:spPr/>
    </dgm:pt>
    <dgm:pt modelId="{C8609ACE-E1C8-4475-96FF-FAB05A8A0D2F}" type="pres">
      <dgm:prSet presAssocID="{D1500290-C4AF-4EA3-A0A2-4D84C0D6D1B4}" presName="quad4" presStyleLbl="node1" presStyleIdx="3" presStyleCnt="4">
        <dgm:presLayoutVars>
          <dgm:chMax val="0"/>
          <dgm:chPref val="0"/>
          <dgm:bulletEnabled val="1"/>
        </dgm:presLayoutVars>
      </dgm:prSet>
      <dgm:spPr/>
    </dgm:pt>
  </dgm:ptLst>
  <dgm:cxnLst>
    <dgm:cxn modelId="{8EE43422-8DD8-4971-B66B-481B93BE13B1}" type="presOf" srcId="{D1500290-C4AF-4EA3-A0A2-4D84C0D6D1B4}" destId="{960B6D66-426C-49EE-88D4-08B890DAA1E9}" srcOrd="0" destOrd="0" presId="urn:microsoft.com/office/officeart/2005/8/layout/matrix3"/>
    <dgm:cxn modelId="{401CB425-7694-4398-B088-50F8D6563909}" type="presOf" srcId="{CBFDB687-4F43-4915-B2B8-4ADFF4B7E0FA}" destId="{60F23752-15B0-448F-8269-B4693E1066E2}" srcOrd="0" destOrd="0" presId="urn:microsoft.com/office/officeart/2005/8/layout/matrix3"/>
    <dgm:cxn modelId="{C043A53C-2BB4-494B-B46A-980415EAD3FB}" srcId="{D1500290-C4AF-4EA3-A0A2-4D84C0D6D1B4}" destId="{96D26CB2-0C4D-4C17-882C-C0DD0F50582B}" srcOrd="1" destOrd="0" parTransId="{86F69277-3802-4E64-8D4B-8CF0851EFB2D}" sibTransId="{472E9E19-A93E-47B9-8A23-40EBDD91B605}"/>
    <dgm:cxn modelId="{BEB5733F-FD9A-40D0-8B20-21FCBF5E7E41}" srcId="{D1500290-C4AF-4EA3-A0A2-4D84C0D6D1B4}" destId="{3C973095-5260-48B3-A040-0826FBFF4B3F}" srcOrd="3" destOrd="0" parTransId="{0E928DB2-A8B5-4936-B0F0-EE1AF570F9CD}" sibTransId="{24410E69-E408-4E0A-ADD7-F734C9735C63}"/>
    <dgm:cxn modelId="{BF0923C2-0A79-45E3-822B-5D50DEF116E8}" srcId="{D1500290-C4AF-4EA3-A0A2-4D84C0D6D1B4}" destId="{2E31F575-56D7-4112-B6A5-487A121392CF}" srcOrd="2" destOrd="0" parTransId="{CDA70439-2AFB-4CCE-BB8B-630E7DCF7E4D}" sibTransId="{4DEAD368-C57F-41E4-A05E-FCCEFE74D7A6}"/>
    <dgm:cxn modelId="{D14CFFC7-F199-4CCA-B057-8FC8D80C4D6D}" type="presOf" srcId="{3C973095-5260-48B3-A040-0826FBFF4B3F}" destId="{C8609ACE-E1C8-4475-96FF-FAB05A8A0D2F}" srcOrd="0" destOrd="0" presId="urn:microsoft.com/office/officeart/2005/8/layout/matrix3"/>
    <dgm:cxn modelId="{DCE264D7-848A-40AB-BD1C-FF6A32840F3F}" srcId="{D1500290-C4AF-4EA3-A0A2-4D84C0D6D1B4}" destId="{CBFDB687-4F43-4915-B2B8-4ADFF4B7E0FA}" srcOrd="0" destOrd="0" parTransId="{352EE7AD-0745-4AC9-8370-A8414EB4FF4E}" sibTransId="{5306736F-F0AA-4E0F-9401-5323888EA02A}"/>
    <dgm:cxn modelId="{95DFFDF3-D206-49E2-8FC3-D74E12212EDC}" type="presOf" srcId="{2E31F575-56D7-4112-B6A5-487A121392CF}" destId="{888FDAB5-F786-4E6F-B89C-194C3E9EDACF}" srcOrd="0" destOrd="0" presId="urn:microsoft.com/office/officeart/2005/8/layout/matrix3"/>
    <dgm:cxn modelId="{218FBDFC-508A-4A9E-83E9-B0C6E4F6B776}" type="presOf" srcId="{96D26CB2-0C4D-4C17-882C-C0DD0F50582B}" destId="{6CEFC6BE-AC90-494F-A31B-88022A829712}" srcOrd="0" destOrd="0" presId="urn:microsoft.com/office/officeart/2005/8/layout/matrix3"/>
    <dgm:cxn modelId="{0D2B03E0-F384-470D-B568-9AC993370BE3}" type="presParOf" srcId="{960B6D66-426C-49EE-88D4-08B890DAA1E9}" destId="{69421557-7C75-4A00-AC5E-E7BA29BDEDC7}" srcOrd="0" destOrd="0" presId="urn:microsoft.com/office/officeart/2005/8/layout/matrix3"/>
    <dgm:cxn modelId="{149D565A-EDA1-4744-B58D-98A7FAFD1C6C}" type="presParOf" srcId="{960B6D66-426C-49EE-88D4-08B890DAA1E9}" destId="{60F23752-15B0-448F-8269-B4693E1066E2}" srcOrd="1" destOrd="0" presId="urn:microsoft.com/office/officeart/2005/8/layout/matrix3"/>
    <dgm:cxn modelId="{746DB2B9-63D2-48AD-AAB4-12E045CBDB8D}" type="presParOf" srcId="{960B6D66-426C-49EE-88D4-08B890DAA1E9}" destId="{6CEFC6BE-AC90-494F-A31B-88022A829712}" srcOrd="2" destOrd="0" presId="urn:microsoft.com/office/officeart/2005/8/layout/matrix3"/>
    <dgm:cxn modelId="{C18DA18B-8E21-4A62-95A6-2C7BF97B2172}" type="presParOf" srcId="{960B6D66-426C-49EE-88D4-08B890DAA1E9}" destId="{888FDAB5-F786-4E6F-B89C-194C3E9EDACF}" srcOrd="3" destOrd="0" presId="urn:microsoft.com/office/officeart/2005/8/layout/matrix3"/>
    <dgm:cxn modelId="{3C8AA758-EF4A-4B32-AD46-0852387F7B9D}" type="presParOf" srcId="{960B6D66-426C-49EE-88D4-08B890DAA1E9}" destId="{C8609ACE-E1C8-4475-96FF-FAB05A8A0D2F}"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CCAF954-F5F8-4A74-95DC-CFA5CB772392}" type="doc">
      <dgm:prSet loTypeId="urn:microsoft.com/office/officeart/2005/8/layout/matrix3" loCatId="matrix" qsTypeId="urn:microsoft.com/office/officeart/2005/8/quickstyle/simple1" qsCatId="simple" csTypeId="urn:microsoft.com/office/officeart/2005/8/colors/accent2_2" csCatId="accent2"/>
      <dgm:spPr/>
      <dgm:t>
        <a:bodyPr/>
        <a:lstStyle/>
        <a:p>
          <a:endParaRPr lang="en-US"/>
        </a:p>
      </dgm:t>
    </dgm:pt>
    <dgm:pt modelId="{AD1D5DD3-4BD8-4565-9EC2-6B2ECB03F83A}">
      <dgm:prSet/>
      <dgm:spPr/>
      <dgm:t>
        <a:bodyPr/>
        <a:lstStyle/>
        <a:p>
          <a:r>
            <a:rPr lang="en-GB"/>
            <a:t>What are Relationships in the context of PERMA?</a:t>
          </a:r>
          <a:endParaRPr lang="en-US"/>
        </a:p>
      </dgm:t>
    </dgm:pt>
    <dgm:pt modelId="{2C938D6B-23E9-4090-B867-E152400D4AE8}" type="parTrans" cxnId="{D130A90E-D9E4-4B77-BE33-98749659ADED}">
      <dgm:prSet/>
      <dgm:spPr/>
      <dgm:t>
        <a:bodyPr/>
        <a:lstStyle/>
        <a:p>
          <a:endParaRPr lang="en-US"/>
        </a:p>
      </dgm:t>
    </dgm:pt>
    <dgm:pt modelId="{2EEA5D51-1BB2-4652-982B-C9844BF786D3}" type="sibTrans" cxnId="{D130A90E-D9E4-4B77-BE33-98749659ADED}">
      <dgm:prSet/>
      <dgm:spPr/>
      <dgm:t>
        <a:bodyPr/>
        <a:lstStyle/>
        <a:p>
          <a:endParaRPr lang="en-US"/>
        </a:p>
      </dgm:t>
    </dgm:pt>
    <dgm:pt modelId="{4AD8BD67-D32D-4622-B6B5-3A968B149B2B}">
      <dgm:prSet/>
      <dgm:spPr/>
      <dgm:t>
        <a:bodyPr/>
        <a:lstStyle/>
        <a:p>
          <a:r>
            <a:rPr lang="en-GB"/>
            <a:t>Why Relationships are important for well-being.</a:t>
          </a:r>
          <a:endParaRPr lang="en-US"/>
        </a:p>
      </dgm:t>
    </dgm:pt>
    <dgm:pt modelId="{2337C7E0-0AB9-4A19-A9AE-B240FE1E0BDF}" type="parTrans" cxnId="{3C688157-EC22-431E-B690-EEC44142C71A}">
      <dgm:prSet/>
      <dgm:spPr/>
      <dgm:t>
        <a:bodyPr/>
        <a:lstStyle/>
        <a:p>
          <a:endParaRPr lang="en-US"/>
        </a:p>
      </dgm:t>
    </dgm:pt>
    <dgm:pt modelId="{4B2ED84A-2CEE-4DE5-9F32-AAE523AD9384}" type="sibTrans" cxnId="{3C688157-EC22-431E-B690-EEC44142C71A}">
      <dgm:prSet/>
      <dgm:spPr/>
      <dgm:t>
        <a:bodyPr/>
        <a:lstStyle/>
        <a:p>
          <a:endParaRPr lang="en-US"/>
        </a:p>
      </dgm:t>
    </dgm:pt>
    <dgm:pt modelId="{3B2F8117-A58D-4796-99C8-E887F59BBCF4}">
      <dgm:prSet/>
      <dgm:spPr/>
      <dgm:t>
        <a:bodyPr/>
        <a:lstStyle/>
        <a:p>
          <a:r>
            <a:rPr lang="en-GB"/>
            <a:t>The role of social support in mental health.</a:t>
          </a:r>
          <a:endParaRPr lang="en-US"/>
        </a:p>
      </dgm:t>
    </dgm:pt>
    <dgm:pt modelId="{2F52A5EB-EDE2-4764-8D0F-60A53BB898E5}" type="parTrans" cxnId="{462DAE2A-65BE-4BF9-8CC8-BF6510946896}">
      <dgm:prSet/>
      <dgm:spPr/>
      <dgm:t>
        <a:bodyPr/>
        <a:lstStyle/>
        <a:p>
          <a:endParaRPr lang="en-US"/>
        </a:p>
      </dgm:t>
    </dgm:pt>
    <dgm:pt modelId="{86573CE1-2567-4503-A740-D0A7B5C6F815}" type="sibTrans" cxnId="{462DAE2A-65BE-4BF9-8CC8-BF6510946896}">
      <dgm:prSet/>
      <dgm:spPr/>
      <dgm:t>
        <a:bodyPr/>
        <a:lstStyle/>
        <a:p>
          <a:endParaRPr lang="en-US"/>
        </a:p>
      </dgm:t>
    </dgm:pt>
    <dgm:pt modelId="{C04A6F13-A923-4742-888A-DC6A31B9F72C}">
      <dgm:prSet/>
      <dgm:spPr/>
      <dgm:t>
        <a:bodyPr/>
        <a:lstStyle/>
        <a:p>
          <a:r>
            <a:rPr lang="en-GB"/>
            <a:t>Practical ways to cultivate meaningful relationships.</a:t>
          </a:r>
          <a:endParaRPr lang="en-US"/>
        </a:p>
      </dgm:t>
    </dgm:pt>
    <dgm:pt modelId="{C672C05A-6994-404F-ADA9-798948BDFD69}" type="parTrans" cxnId="{8BEFDDEB-0E6A-4637-84EA-5116DAF1F8B0}">
      <dgm:prSet/>
      <dgm:spPr/>
      <dgm:t>
        <a:bodyPr/>
        <a:lstStyle/>
        <a:p>
          <a:endParaRPr lang="en-US"/>
        </a:p>
      </dgm:t>
    </dgm:pt>
    <dgm:pt modelId="{EFF74E53-917F-4F6A-9119-39E92A14A164}" type="sibTrans" cxnId="{8BEFDDEB-0E6A-4637-84EA-5116DAF1F8B0}">
      <dgm:prSet/>
      <dgm:spPr/>
      <dgm:t>
        <a:bodyPr/>
        <a:lstStyle/>
        <a:p>
          <a:endParaRPr lang="en-US"/>
        </a:p>
      </dgm:t>
    </dgm:pt>
    <dgm:pt modelId="{E2855676-9855-49B9-A677-FCD030C43C96}" type="pres">
      <dgm:prSet presAssocID="{5CCAF954-F5F8-4A74-95DC-CFA5CB772392}" presName="matrix" presStyleCnt="0">
        <dgm:presLayoutVars>
          <dgm:chMax val="1"/>
          <dgm:dir/>
          <dgm:resizeHandles val="exact"/>
        </dgm:presLayoutVars>
      </dgm:prSet>
      <dgm:spPr/>
    </dgm:pt>
    <dgm:pt modelId="{1A2CBFF2-38EF-47A2-83C9-23F35677864B}" type="pres">
      <dgm:prSet presAssocID="{5CCAF954-F5F8-4A74-95DC-CFA5CB772392}" presName="diamond" presStyleLbl="bgShp" presStyleIdx="0" presStyleCnt="1"/>
      <dgm:spPr/>
    </dgm:pt>
    <dgm:pt modelId="{9D2FE319-E695-4E3A-A2A5-5D42D453AF82}" type="pres">
      <dgm:prSet presAssocID="{5CCAF954-F5F8-4A74-95DC-CFA5CB772392}" presName="quad1" presStyleLbl="node1" presStyleIdx="0" presStyleCnt="4">
        <dgm:presLayoutVars>
          <dgm:chMax val="0"/>
          <dgm:chPref val="0"/>
          <dgm:bulletEnabled val="1"/>
        </dgm:presLayoutVars>
      </dgm:prSet>
      <dgm:spPr/>
    </dgm:pt>
    <dgm:pt modelId="{2625FA3C-51B2-4C97-B961-9B8E5444AAEB}" type="pres">
      <dgm:prSet presAssocID="{5CCAF954-F5F8-4A74-95DC-CFA5CB772392}" presName="quad2" presStyleLbl="node1" presStyleIdx="1" presStyleCnt="4">
        <dgm:presLayoutVars>
          <dgm:chMax val="0"/>
          <dgm:chPref val="0"/>
          <dgm:bulletEnabled val="1"/>
        </dgm:presLayoutVars>
      </dgm:prSet>
      <dgm:spPr/>
    </dgm:pt>
    <dgm:pt modelId="{F0B40683-9E44-4936-A5CE-5D7E7707C377}" type="pres">
      <dgm:prSet presAssocID="{5CCAF954-F5F8-4A74-95DC-CFA5CB772392}" presName="quad3" presStyleLbl="node1" presStyleIdx="2" presStyleCnt="4">
        <dgm:presLayoutVars>
          <dgm:chMax val="0"/>
          <dgm:chPref val="0"/>
          <dgm:bulletEnabled val="1"/>
        </dgm:presLayoutVars>
      </dgm:prSet>
      <dgm:spPr/>
    </dgm:pt>
    <dgm:pt modelId="{24302DB2-AECC-49AD-8F4D-ADA968A26D2C}" type="pres">
      <dgm:prSet presAssocID="{5CCAF954-F5F8-4A74-95DC-CFA5CB772392}" presName="quad4" presStyleLbl="node1" presStyleIdx="3" presStyleCnt="4">
        <dgm:presLayoutVars>
          <dgm:chMax val="0"/>
          <dgm:chPref val="0"/>
          <dgm:bulletEnabled val="1"/>
        </dgm:presLayoutVars>
      </dgm:prSet>
      <dgm:spPr/>
    </dgm:pt>
  </dgm:ptLst>
  <dgm:cxnLst>
    <dgm:cxn modelId="{D130A90E-D9E4-4B77-BE33-98749659ADED}" srcId="{5CCAF954-F5F8-4A74-95DC-CFA5CB772392}" destId="{AD1D5DD3-4BD8-4565-9EC2-6B2ECB03F83A}" srcOrd="0" destOrd="0" parTransId="{2C938D6B-23E9-4090-B867-E152400D4AE8}" sibTransId="{2EEA5D51-1BB2-4652-982B-C9844BF786D3}"/>
    <dgm:cxn modelId="{BE026424-7C4F-452B-AC39-9E5E4FCE6DA7}" type="presOf" srcId="{5CCAF954-F5F8-4A74-95DC-CFA5CB772392}" destId="{E2855676-9855-49B9-A677-FCD030C43C96}" srcOrd="0" destOrd="0" presId="urn:microsoft.com/office/officeart/2005/8/layout/matrix3"/>
    <dgm:cxn modelId="{462DAE2A-65BE-4BF9-8CC8-BF6510946896}" srcId="{5CCAF954-F5F8-4A74-95DC-CFA5CB772392}" destId="{3B2F8117-A58D-4796-99C8-E887F59BBCF4}" srcOrd="2" destOrd="0" parTransId="{2F52A5EB-EDE2-4764-8D0F-60A53BB898E5}" sibTransId="{86573CE1-2567-4503-A740-D0A7B5C6F815}"/>
    <dgm:cxn modelId="{23E05432-CBA2-4340-BEF1-A39056231FDB}" type="presOf" srcId="{AD1D5DD3-4BD8-4565-9EC2-6B2ECB03F83A}" destId="{9D2FE319-E695-4E3A-A2A5-5D42D453AF82}" srcOrd="0" destOrd="0" presId="urn:microsoft.com/office/officeart/2005/8/layout/matrix3"/>
    <dgm:cxn modelId="{A994D433-7D4F-46D5-8289-FD45775CE40C}" type="presOf" srcId="{C04A6F13-A923-4742-888A-DC6A31B9F72C}" destId="{24302DB2-AECC-49AD-8F4D-ADA968A26D2C}" srcOrd="0" destOrd="0" presId="urn:microsoft.com/office/officeart/2005/8/layout/matrix3"/>
    <dgm:cxn modelId="{BEEEA148-C486-42D0-B982-C055BCCD34B1}" type="presOf" srcId="{3B2F8117-A58D-4796-99C8-E887F59BBCF4}" destId="{F0B40683-9E44-4936-A5CE-5D7E7707C377}" srcOrd="0" destOrd="0" presId="urn:microsoft.com/office/officeart/2005/8/layout/matrix3"/>
    <dgm:cxn modelId="{AFC60E72-56F9-4891-8B4C-3D8841914A1A}" type="presOf" srcId="{4AD8BD67-D32D-4622-B6B5-3A968B149B2B}" destId="{2625FA3C-51B2-4C97-B961-9B8E5444AAEB}" srcOrd="0" destOrd="0" presId="urn:microsoft.com/office/officeart/2005/8/layout/matrix3"/>
    <dgm:cxn modelId="{3C688157-EC22-431E-B690-EEC44142C71A}" srcId="{5CCAF954-F5F8-4A74-95DC-CFA5CB772392}" destId="{4AD8BD67-D32D-4622-B6B5-3A968B149B2B}" srcOrd="1" destOrd="0" parTransId="{2337C7E0-0AB9-4A19-A9AE-B240FE1E0BDF}" sibTransId="{4B2ED84A-2CEE-4DE5-9F32-AAE523AD9384}"/>
    <dgm:cxn modelId="{8BEFDDEB-0E6A-4637-84EA-5116DAF1F8B0}" srcId="{5CCAF954-F5F8-4A74-95DC-CFA5CB772392}" destId="{C04A6F13-A923-4742-888A-DC6A31B9F72C}" srcOrd="3" destOrd="0" parTransId="{C672C05A-6994-404F-ADA9-798948BDFD69}" sibTransId="{EFF74E53-917F-4F6A-9119-39E92A14A164}"/>
    <dgm:cxn modelId="{CA815207-0C57-40C4-8C65-582C032A0597}" type="presParOf" srcId="{E2855676-9855-49B9-A677-FCD030C43C96}" destId="{1A2CBFF2-38EF-47A2-83C9-23F35677864B}" srcOrd="0" destOrd="0" presId="urn:microsoft.com/office/officeart/2005/8/layout/matrix3"/>
    <dgm:cxn modelId="{0BED2787-A9D1-446E-B5A5-546495F3AAFE}" type="presParOf" srcId="{E2855676-9855-49B9-A677-FCD030C43C96}" destId="{9D2FE319-E695-4E3A-A2A5-5D42D453AF82}" srcOrd="1" destOrd="0" presId="urn:microsoft.com/office/officeart/2005/8/layout/matrix3"/>
    <dgm:cxn modelId="{6AB6C22D-F832-442C-9779-0B4A3681BC7E}" type="presParOf" srcId="{E2855676-9855-49B9-A677-FCD030C43C96}" destId="{2625FA3C-51B2-4C97-B961-9B8E5444AAEB}" srcOrd="2" destOrd="0" presId="urn:microsoft.com/office/officeart/2005/8/layout/matrix3"/>
    <dgm:cxn modelId="{D62031E6-CB06-40F7-A39C-27C377D6DCB5}" type="presParOf" srcId="{E2855676-9855-49B9-A677-FCD030C43C96}" destId="{F0B40683-9E44-4936-A5CE-5D7E7707C377}" srcOrd="3" destOrd="0" presId="urn:microsoft.com/office/officeart/2005/8/layout/matrix3"/>
    <dgm:cxn modelId="{26332603-14C6-4D68-8F88-80F9E413F951}" type="presParOf" srcId="{E2855676-9855-49B9-A677-FCD030C43C96}" destId="{24302DB2-AECC-49AD-8F4D-ADA968A26D2C}" srcOrd="4"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94C00B1-654A-42F0-99BC-18EDB31D3D0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A0B1A17-379E-4CE7-AD71-673E4249A0DD}">
      <dgm:prSet/>
      <dgm:spPr/>
      <dgm:t>
        <a:bodyPr/>
        <a:lstStyle/>
        <a:p>
          <a:r>
            <a:rPr lang="en-GB"/>
            <a:t>What does "Meaning" mean in the context of PERMA?</a:t>
          </a:r>
          <a:endParaRPr lang="en-US"/>
        </a:p>
      </dgm:t>
    </dgm:pt>
    <dgm:pt modelId="{9CAD08C8-DE97-48D1-836D-AD2C99A5D7D1}" type="parTrans" cxnId="{7C9195F4-86F2-4383-B51D-24AD77CA0B2C}">
      <dgm:prSet/>
      <dgm:spPr/>
      <dgm:t>
        <a:bodyPr/>
        <a:lstStyle/>
        <a:p>
          <a:endParaRPr lang="en-US"/>
        </a:p>
      </dgm:t>
    </dgm:pt>
    <dgm:pt modelId="{16A49CE3-1D64-46DB-B4DB-95BC8FD0144F}" type="sibTrans" cxnId="{7C9195F4-86F2-4383-B51D-24AD77CA0B2C}">
      <dgm:prSet/>
      <dgm:spPr/>
      <dgm:t>
        <a:bodyPr/>
        <a:lstStyle/>
        <a:p>
          <a:endParaRPr lang="en-US"/>
        </a:p>
      </dgm:t>
    </dgm:pt>
    <dgm:pt modelId="{1F5A1BE8-D650-43BD-9AF6-6DF8BF9E7A5D}">
      <dgm:prSet/>
      <dgm:spPr/>
      <dgm:t>
        <a:bodyPr/>
        <a:lstStyle/>
        <a:p>
          <a:r>
            <a:rPr lang="en-GB"/>
            <a:t>Why is Meaning important for well-being?</a:t>
          </a:r>
          <a:endParaRPr lang="en-US"/>
        </a:p>
      </dgm:t>
    </dgm:pt>
    <dgm:pt modelId="{1226778A-6DC2-48DA-B6EA-E67E954EB6B6}" type="parTrans" cxnId="{DE971943-79FD-4A0B-812F-1CD129FD0FF1}">
      <dgm:prSet/>
      <dgm:spPr/>
      <dgm:t>
        <a:bodyPr/>
        <a:lstStyle/>
        <a:p>
          <a:endParaRPr lang="en-US"/>
        </a:p>
      </dgm:t>
    </dgm:pt>
    <dgm:pt modelId="{E74AFAD4-843D-4DF9-8D7D-86ED6DF65ACF}" type="sibTrans" cxnId="{DE971943-79FD-4A0B-812F-1CD129FD0FF1}">
      <dgm:prSet/>
      <dgm:spPr/>
      <dgm:t>
        <a:bodyPr/>
        <a:lstStyle/>
        <a:p>
          <a:endParaRPr lang="en-US"/>
        </a:p>
      </dgm:t>
    </dgm:pt>
    <dgm:pt modelId="{BF17E43D-0AA8-4747-B808-7282D951C027}">
      <dgm:prSet/>
      <dgm:spPr/>
      <dgm:t>
        <a:bodyPr/>
        <a:lstStyle/>
        <a:p>
          <a:r>
            <a:rPr lang="en-GB"/>
            <a:t>The role of purpose in education.</a:t>
          </a:r>
          <a:endParaRPr lang="en-US"/>
        </a:p>
      </dgm:t>
    </dgm:pt>
    <dgm:pt modelId="{20280A01-915F-43EA-B248-23AA870E34F2}" type="parTrans" cxnId="{0903EBC0-4271-49CD-ACCC-3156CBCE093B}">
      <dgm:prSet/>
      <dgm:spPr/>
      <dgm:t>
        <a:bodyPr/>
        <a:lstStyle/>
        <a:p>
          <a:endParaRPr lang="en-US"/>
        </a:p>
      </dgm:t>
    </dgm:pt>
    <dgm:pt modelId="{A2F2A58E-8327-4328-937E-38F2E749CDAF}" type="sibTrans" cxnId="{0903EBC0-4271-49CD-ACCC-3156CBCE093B}">
      <dgm:prSet/>
      <dgm:spPr/>
      <dgm:t>
        <a:bodyPr/>
        <a:lstStyle/>
        <a:p>
          <a:endParaRPr lang="en-US"/>
        </a:p>
      </dgm:t>
    </dgm:pt>
    <dgm:pt modelId="{5348F924-0673-49D3-BA7D-4817C96EBC36}">
      <dgm:prSet/>
      <dgm:spPr/>
      <dgm:t>
        <a:bodyPr/>
        <a:lstStyle/>
        <a:p>
          <a:r>
            <a:rPr lang="en-GB"/>
            <a:t>Practical ways to find meaning in your work.</a:t>
          </a:r>
          <a:endParaRPr lang="en-US"/>
        </a:p>
      </dgm:t>
    </dgm:pt>
    <dgm:pt modelId="{CDF08A06-7129-4EF2-A14D-0DDBC33CF940}" type="parTrans" cxnId="{332A90A4-2310-493F-8AA0-F993F2BD92A5}">
      <dgm:prSet/>
      <dgm:spPr/>
      <dgm:t>
        <a:bodyPr/>
        <a:lstStyle/>
        <a:p>
          <a:endParaRPr lang="en-US"/>
        </a:p>
      </dgm:t>
    </dgm:pt>
    <dgm:pt modelId="{0F0E67E4-5110-467B-9377-D742D7844E7B}" type="sibTrans" cxnId="{332A90A4-2310-493F-8AA0-F993F2BD92A5}">
      <dgm:prSet/>
      <dgm:spPr/>
      <dgm:t>
        <a:bodyPr/>
        <a:lstStyle/>
        <a:p>
          <a:endParaRPr lang="en-US"/>
        </a:p>
      </dgm:t>
    </dgm:pt>
    <dgm:pt modelId="{99E8BC67-CACB-42A0-96B2-16A4C7B36977}" type="pres">
      <dgm:prSet presAssocID="{094C00B1-654A-42F0-99BC-18EDB31D3D08}" presName="root" presStyleCnt="0">
        <dgm:presLayoutVars>
          <dgm:dir/>
          <dgm:resizeHandles val="exact"/>
        </dgm:presLayoutVars>
      </dgm:prSet>
      <dgm:spPr/>
    </dgm:pt>
    <dgm:pt modelId="{B11BBB97-DB0E-4843-90E3-CD86BA384426}" type="pres">
      <dgm:prSet presAssocID="{4A0B1A17-379E-4CE7-AD71-673E4249A0DD}" presName="compNode" presStyleCnt="0"/>
      <dgm:spPr/>
    </dgm:pt>
    <dgm:pt modelId="{3D0E8EA9-81BA-458A-AB47-A3864E4C9F51}" type="pres">
      <dgm:prSet presAssocID="{4A0B1A17-379E-4CE7-AD71-673E4249A0DD}" presName="bgRect" presStyleLbl="bgShp" presStyleIdx="0" presStyleCnt="4"/>
      <dgm:spPr/>
    </dgm:pt>
    <dgm:pt modelId="{08959899-7A6C-4B05-883E-ACB0296F6939}" type="pres">
      <dgm:prSet presAssocID="{4A0B1A17-379E-4CE7-AD71-673E4249A0D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vil Face Outline"/>
        </a:ext>
      </dgm:extLst>
    </dgm:pt>
    <dgm:pt modelId="{EF386CEA-4384-44E6-B21A-318EAD9F25CE}" type="pres">
      <dgm:prSet presAssocID="{4A0B1A17-379E-4CE7-AD71-673E4249A0DD}" presName="spaceRect" presStyleCnt="0"/>
      <dgm:spPr/>
    </dgm:pt>
    <dgm:pt modelId="{CA054444-10E2-4C72-A527-B84DE0EE7327}" type="pres">
      <dgm:prSet presAssocID="{4A0B1A17-379E-4CE7-AD71-673E4249A0DD}" presName="parTx" presStyleLbl="revTx" presStyleIdx="0" presStyleCnt="4">
        <dgm:presLayoutVars>
          <dgm:chMax val="0"/>
          <dgm:chPref val="0"/>
        </dgm:presLayoutVars>
      </dgm:prSet>
      <dgm:spPr/>
    </dgm:pt>
    <dgm:pt modelId="{8BAAF089-4703-44B0-B970-D5376559F5AE}" type="pres">
      <dgm:prSet presAssocID="{16A49CE3-1D64-46DB-B4DB-95BC8FD0144F}" presName="sibTrans" presStyleCnt="0"/>
      <dgm:spPr/>
    </dgm:pt>
    <dgm:pt modelId="{E98FE98F-56DC-4527-8D53-07590D570FE2}" type="pres">
      <dgm:prSet presAssocID="{1F5A1BE8-D650-43BD-9AF6-6DF8BF9E7A5D}" presName="compNode" presStyleCnt="0"/>
      <dgm:spPr/>
    </dgm:pt>
    <dgm:pt modelId="{44E47392-7173-41D2-B36E-13FA022D78D4}" type="pres">
      <dgm:prSet presAssocID="{1F5A1BE8-D650-43BD-9AF6-6DF8BF9E7A5D}" presName="bgRect" presStyleLbl="bgShp" presStyleIdx="1" presStyleCnt="4"/>
      <dgm:spPr/>
    </dgm:pt>
    <dgm:pt modelId="{C144B5E4-9D5F-4E3E-B4B1-7738077A8ACB}" type="pres">
      <dgm:prSet presAssocID="{1F5A1BE8-D650-43BD-9AF6-6DF8BF9E7A5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AFE4BBC7-088D-4AC7-98B3-B1BA44A09FC9}" type="pres">
      <dgm:prSet presAssocID="{1F5A1BE8-D650-43BD-9AF6-6DF8BF9E7A5D}" presName="spaceRect" presStyleCnt="0"/>
      <dgm:spPr/>
    </dgm:pt>
    <dgm:pt modelId="{4BC81D5F-F594-4FD4-B4E5-838199531BD2}" type="pres">
      <dgm:prSet presAssocID="{1F5A1BE8-D650-43BD-9AF6-6DF8BF9E7A5D}" presName="parTx" presStyleLbl="revTx" presStyleIdx="1" presStyleCnt="4">
        <dgm:presLayoutVars>
          <dgm:chMax val="0"/>
          <dgm:chPref val="0"/>
        </dgm:presLayoutVars>
      </dgm:prSet>
      <dgm:spPr/>
    </dgm:pt>
    <dgm:pt modelId="{7DBA373C-FC08-45B0-B2C1-897B6522911A}" type="pres">
      <dgm:prSet presAssocID="{E74AFAD4-843D-4DF9-8D7D-86ED6DF65ACF}" presName="sibTrans" presStyleCnt="0"/>
      <dgm:spPr/>
    </dgm:pt>
    <dgm:pt modelId="{6062515C-FAA4-4722-98DD-DC8944E833BF}" type="pres">
      <dgm:prSet presAssocID="{BF17E43D-0AA8-4747-B808-7282D951C027}" presName="compNode" presStyleCnt="0"/>
      <dgm:spPr/>
    </dgm:pt>
    <dgm:pt modelId="{7C85BF0B-5804-4F02-8B2D-AE7358DDDA09}" type="pres">
      <dgm:prSet presAssocID="{BF17E43D-0AA8-4747-B808-7282D951C027}" presName="bgRect" presStyleLbl="bgShp" presStyleIdx="2" presStyleCnt="4"/>
      <dgm:spPr/>
    </dgm:pt>
    <dgm:pt modelId="{538C8F38-B498-470B-A416-BFABF56251A1}" type="pres">
      <dgm:prSet presAssocID="{BF17E43D-0AA8-4747-B808-7282D951C02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hoolhouse"/>
        </a:ext>
      </dgm:extLst>
    </dgm:pt>
    <dgm:pt modelId="{4FBD4C6D-8A95-45F0-A9A1-90C6F9279DF7}" type="pres">
      <dgm:prSet presAssocID="{BF17E43D-0AA8-4747-B808-7282D951C027}" presName="spaceRect" presStyleCnt="0"/>
      <dgm:spPr/>
    </dgm:pt>
    <dgm:pt modelId="{A9478C87-BC53-47EB-A021-9DA90C94DB54}" type="pres">
      <dgm:prSet presAssocID="{BF17E43D-0AA8-4747-B808-7282D951C027}" presName="parTx" presStyleLbl="revTx" presStyleIdx="2" presStyleCnt="4">
        <dgm:presLayoutVars>
          <dgm:chMax val="0"/>
          <dgm:chPref val="0"/>
        </dgm:presLayoutVars>
      </dgm:prSet>
      <dgm:spPr/>
    </dgm:pt>
    <dgm:pt modelId="{720B2FA8-81B5-4296-B743-221D668355E2}" type="pres">
      <dgm:prSet presAssocID="{A2F2A58E-8327-4328-937E-38F2E749CDAF}" presName="sibTrans" presStyleCnt="0"/>
      <dgm:spPr/>
    </dgm:pt>
    <dgm:pt modelId="{D505F52E-A9EF-4D43-AA31-CFB463C31FD9}" type="pres">
      <dgm:prSet presAssocID="{5348F924-0673-49D3-BA7D-4817C96EBC36}" presName="compNode" presStyleCnt="0"/>
      <dgm:spPr/>
    </dgm:pt>
    <dgm:pt modelId="{F24006C8-6ECC-4BB5-BB43-65964DD91709}" type="pres">
      <dgm:prSet presAssocID="{5348F924-0673-49D3-BA7D-4817C96EBC36}" presName="bgRect" presStyleLbl="bgShp" presStyleIdx="3" presStyleCnt="4"/>
      <dgm:spPr/>
    </dgm:pt>
    <dgm:pt modelId="{D8FD65FE-6DB9-4F66-9FA0-F2307544ED4E}" type="pres">
      <dgm:prSet presAssocID="{5348F924-0673-49D3-BA7D-4817C96EBC3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BA2AC3D1-260B-4F0B-B470-BC5D36D57256}" type="pres">
      <dgm:prSet presAssocID="{5348F924-0673-49D3-BA7D-4817C96EBC36}" presName="spaceRect" presStyleCnt="0"/>
      <dgm:spPr/>
    </dgm:pt>
    <dgm:pt modelId="{3E47AC9E-777F-4B85-9945-BFF9F4B19218}" type="pres">
      <dgm:prSet presAssocID="{5348F924-0673-49D3-BA7D-4817C96EBC36}" presName="parTx" presStyleLbl="revTx" presStyleIdx="3" presStyleCnt="4">
        <dgm:presLayoutVars>
          <dgm:chMax val="0"/>
          <dgm:chPref val="0"/>
        </dgm:presLayoutVars>
      </dgm:prSet>
      <dgm:spPr/>
    </dgm:pt>
  </dgm:ptLst>
  <dgm:cxnLst>
    <dgm:cxn modelId="{C51AAC3D-4924-457E-8542-636FB855A105}" type="presOf" srcId="{1F5A1BE8-D650-43BD-9AF6-6DF8BF9E7A5D}" destId="{4BC81D5F-F594-4FD4-B4E5-838199531BD2}" srcOrd="0" destOrd="0" presId="urn:microsoft.com/office/officeart/2018/2/layout/IconVerticalSolidList"/>
    <dgm:cxn modelId="{DE971943-79FD-4A0B-812F-1CD129FD0FF1}" srcId="{094C00B1-654A-42F0-99BC-18EDB31D3D08}" destId="{1F5A1BE8-D650-43BD-9AF6-6DF8BF9E7A5D}" srcOrd="1" destOrd="0" parTransId="{1226778A-6DC2-48DA-B6EA-E67E954EB6B6}" sibTransId="{E74AFAD4-843D-4DF9-8D7D-86ED6DF65ACF}"/>
    <dgm:cxn modelId="{8B142047-1FD7-4F44-8245-DE30603E7C1C}" type="presOf" srcId="{5348F924-0673-49D3-BA7D-4817C96EBC36}" destId="{3E47AC9E-777F-4B85-9945-BFF9F4B19218}" srcOrd="0" destOrd="0" presId="urn:microsoft.com/office/officeart/2018/2/layout/IconVerticalSolidList"/>
    <dgm:cxn modelId="{0C4E9C48-E1CE-4579-AF38-67CE68D85E9C}" type="presOf" srcId="{BF17E43D-0AA8-4747-B808-7282D951C027}" destId="{A9478C87-BC53-47EB-A021-9DA90C94DB54}" srcOrd="0" destOrd="0" presId="urn:microsoft.com/office/officeart/2018/2/layout/IconVerticalSolidList"/>
    <dgm:cxn modelId="{E49D646D-1533-4443-B467-05E68CF33FA3}" type="presOf" srcId="{094C00B1-654A-42F0-99BC-18EDB31D3D08}" destId="{99E8BC67-CACB-42A0-96B2-16A4C7B36977}" srcOrd="0" destOrd="0" presId="urn:microsoft.com/office/officeart/2018/2/layout/IconVerticalSolidList"/>
    <dgm:cxn modelId="{3B2074A4-9E1D-42CE-9FB3-9D14ECB95FC9}" type="presOf" srcId="{4A0B1A17-379E-4CE7-AD71-673E4249A0DD}" destId="{CA054444-10E2-4C72-A527-B84DE0EE7327}" srcOrd="0" destOrd="0" presId="urn:microsoft.com/office/officeart/2018/2/layout/IconVerticalSolidList"/>
    <dgm:cxn modelId="{332A90A4-2310-493F-8AA0-F993F2BD92A5}" srcId="{094C00B1-654A-42F0-99BC-18EDB31D3D08}" destId="{5348F924-0673-49D3-BA7D-4817C96EBC36}" srcOrd="3" destOrd="0" parTransId="{CDF08A06-7129-4EF2-A14D-0DDBC33CF940}" sibTransId="{0F0E67E4-5110-467B-9377-D742D7844E7B}"/>
    <dgm:cxn modelId="{0903EBC0-4271-49CD-ACCC-3156CBCE093B}" srcId="{094C00B1-654A-42F0-99BC-18EDB31D3D08}" destId="{BF17E43D-0AA8-4747-B808-7282D951C027}" srcOrd="2" destOrd="0" parTransId="{20280A01-915F-43EA-B248-23AA870E34F2}" sibTransId="{A2F2A58E-8327-4328-937E-38F2E749CDAF}"/>
    <dgm:cxn modelId="{7C9195F4-86F2-4383-B51D-24AD77CA0B2C}" srcId="{094C00B1-654A-42F0-99BC-18EDB31D3D08}" destId="{4A0B1A17-379E-4CE7-AD71-673E4249A0DD}" srcOrd="0" destOrd="0" parTransId="{9CAD08C8-DE97-48D1-836D-AD2C99A5D7D1}" sibTransId="{16A49CE3-1D64-46DB-B4DB-95BC8FD0144F}"/>
    <dgm:cxn modelId="{C9530A79-8449-471E-94E7-326E08E5311A}" type="presParOf" srcId="{99E8BC67-CACB-42A0-96B2-16A4C7B36977}" destId="{B11BBB97-DB0E-4843-90E3-CD86BA384426}" srcOrd="0" destOrd="0" presId="urn:microsoft.com/office/officeart/2018/2/layout/IconVerticalSolidList"/>
    <dgm:cxn modelId="{E4FE93CB-052E-444A-B291-C94EB498C120}" type="presParOf" srcId="{B11BBB97-DB0E-4843-90E3-CD86BA384426}" destId="{3D0E8EA9-81BA-458A-AB47-A3864E4C9F51}" srcOrd="0" destOrd="0" presId="urn:microsoft.com/office/officeart/2018/2/layout/IconVerticalSolidList"/>
    <dgm:cxn modelId="{A10AED98-F7A3-46D2-9AFF-B22A0475FB88}" type="presParOf" srcId="{B11BBB97-DB0E-4843-90E3-CD86BA384426}" destId="{08959899-7A6C-4B05-883E-ACB0296F6939}" srcOrd="1" destOrd="0" presId="urn:microsoft.com/office/officeart/2018/2/layout/IconVerticalSolidList"/>
    <dgm:cxn modelId="{3D2986E8-23BA-438D-9FEA-53BEC04FE74C}" type="presParOf" srcId="{B11BBB97-DB0E-4843-90E3-CD86BA384426}" destId="{EF386CEA-4384-44E6-B21A-318EAD9F25CE}" srcOrd="2" destOrd="0" presId="urn:microsoft.com/office/officeart/2018/2/layout/IconVerticalSolidList"/>
    <dgm:cxn modelId="{F787199B-7A2A-427B-B94F-33EB0A1073C4}" type="presParOf" srcId="{B11BBB97-DB0E-4843-90E3-CD86BA384426}" destId="{CA054444-10E2-4C72-A527-B84DE0EE7327}" srcOrd="3" destOrd="0" presId="urn:microsoft.com/office/officeart/2018/2/layout/IconVerticalSolidList"/>
    <dgm:cxn modelId="{97A03AA6-218C-4429-A231-02DAD088071D}" type="presParOf" srcId="{99E8BC67-CACB-42A0-96B2-16A4C7B36977}" destId="{8BAAF089-4703-44B0-B970-D5376559F5AE}" srcOrd="1" destOrd="0" presId="urn:microsoft.com/office/officeart/2018/2/layout/IconVerticalSolidList"/>
    <dgm:cxn modelId="{FC37F02E-CF29-4F64-85E3-A86E86B8C27F}" type="presParOf" srcId="{99E8BC67-CACB-42A0-96B2-16A4C7B36977}" destId="{E98FE98F-56DC-4527-8D53-07590D570FE2}" srcOrd="2" destOrd="0" presId="urn:microsoft.com/office/officeart/2018/2/layout/IconVerticalSolidList"/>
    <dgm:cxn modelId="{C8E8E5F4-2E4B-41F4-8320-679E563B7A63}" type="presParOf" srcId="{E98FE98F-56DC-4527-8D53-07590D570FE2}" destId="{44E47392-7173-41D2-B36E-13FA022D78D4}" srcOrd="0" destOrd="0" presId="urn:microsoft.com/office/officeart/2018/2/layout/IconVerticalSolidList"/>
    <dgm:cxn modelId="{25D4C0C5-6515-4ECF-B8F3-47117F5ED546}" type="presParOf" srcId="{E98FE98F-56DC-4527-8D53-07590D570FE2}" destId="{C144B5E4-9D5F-4E3E-B4B1-7738077A8ACB}" srcOrd="1" destOrd="0" presId="urn:microsoft.com/office/officeart/2018/2/layout/IconVerticalSolidList"/>
    <dgm:cxn modelId="{A8533BAD-9FA2-4BDE-A18B-9BC334B5C1CC}" type="presParOf" srcId="{E98FE98F-56DC-4527-8D53-07590D570FE2}" destId="{AFE4BBC7-088D-4AC7-98B3-B1BA44A09FC9}" srcOrd="2" destOrd="0" presId="urn:microsoft.com/office/officeart/2018/2/layout/IconVerticalSolidList"/>
    <dgm:cxn modelId="{22870925-3BA3-4C8E-82FC-FB8C89522818}" type="presParOf" srcId="{E98FE98F-56DC-4527-8D53-07590D570FE2}" destId="{4BC81D5F-F594-4FD4-B4E5-838199531BD2}" srcOrd="3" destOrd="0" presId="urn:microsoft.com/office/officeart/2018/2/layout/IconVerticalSolidList"/>
    <dgm:cxn modelId="{BD2B81FC-CBDF-40D6-890B-C147D7B081AD}" type="presParOf" srcId="{99E8BC67-CACB-42A0-96B2-16A4C7B36977}" destId="{7DBA373C-FC08-45B0-B2C1-897B6522911A}" srcOrd="3" destOrd="0" presId="urn:microsoft.com/office/officeart/2018/2/layout/IconVerticalSolidList"/>
    <dgm:cxn modelId="{1F2847E0-9182-4BCD-A0A0-98160843D0CC}" type="presParOf" srcId="{99E8BC67-CACB-42A0-96B2-16A4C7B36977}" destId="{6062515C-FAA4-4722-98DD-DC8944E833BF}" srcOrd="4" destOrd="0" presId="urn:microsoft.com/office/officeart/2018/2/layout/IconVerticalSolidList"/>
    <dgm:cxn modelId="{FE573264-CB69-4AD7-98AC-8F71540A12D5}" type="presParOf" srcId="{6062515C-FAA4-4722-98DD-DC8944E833BF}" destId="{7C85BF0B-5804-4F02-8B2D-AE7358DDDA09}" srcOrd="0" destOrd="0" presId="urn:microsoft.com/office/officeart/2018/2/layout/IconVerticalSolidList"/>
    <dgm:cxn modelId="{C699B589-7159-42AC-BB04-01E4C92A9C4D}" type="presParOf" srcId="{6062515C-FAA4-4722-98DD-DC8944E833BF}" destId="{538C8F38-B498-470B-A416-BFABF56251A1}" srcOrd="1" destOrd="0" presId="urn:microsoft.com/office/officeart/2018/2/layout/IconVerticalSolidList"/>
    <dgm:cxn modelId="{C931183F-2D3F-45C1-B5CF-C31FC5173A04}" type="presParOf" srcId="{6062515C-FAA4-4722-98DD-DC8944E833BF}" destId="{4FBD4C6D-8A95-45F0-A9A1-90C6F9279DF7}" srcOrd="2" destOrd="0" presId="urn:microsoft.com/office/officeart/2018/2/layout/IconVerticalSolidList"/>
    <dgm:cxn modelId="{55F27BB5-BCF5-47D4-8F63-FB06C2B1DEB6}" type="presParOf" srcId="{6062515C-FAA4-4722-98DD-DC8944E833BF}" destId="{A9478C87-BC53-47EB-A021-9DA90C94DB54}" srcOrd="3" destOrd="0" presId="urn:microsoft.com/office/officeart/2018/2/layout/IconVerticalSolidList"/>
    <dgm:cxn modelId="{88A06D8B-56D1-42F7-9DD5-E44308696CAC}" type="presParOf" srcId="{99E8BC67-CACB-42A0-96B2-16A4C7B36977}" destId="{720B2FA8-81B5-4296-B743-221D668355E2}" srcOrd="5" destOrd="0" presId="urn:microsoft.com/office/officeart/2018/2/layout/IconVerticalSolidList"/>
    <dgm:cxn modelId="{F2E0B80B-A393-4FB8-BF14-104C08AA7516}" type="presParOf" srcId="{99E8BC67-CACB-42A0-96B2-16A4C7B36977}" destId="{D505F52E-A9EF-4D43-AA31-CFB463C31FD9}" srcOrd="6" destOrd="0" presId="urn:microsoft.com/office/officeart/2018/2/layout/IconVerticalSolidList"/>
    <dgm:cxn modelId="{9375676E-D4A2-4373-9B0D-9E4A193BBDAC}" type="presParOf" srcId="{D505F52E-A9EF-4D43-AA31-CFB463C31FD9}" destId="{F24006C8-6ECC-4BB5-BB43-65964DD91709}" srcOrd="0" destOrd="0" presId="urn:microsoft.com/office/officeart/2018/2/layout/IconVerticalSolidList"/>
    <dgm:cxn modelId="{6A883A54-9D59-4797-93A5-1C46AAA6586D}" type="presParOf" srcId="{D505F52E-A9EF-4D43-AA31-CFB463C31FD9}" destId="{D8FD65FE-6DB9-4F66-9FA0-F2307544ED4E}" srcOrd="1" destOrd="0" presId="urn:microsoft.com/office/officeart/2018/2/layout/IconVerticalSolidList"/>
    <dgm:cxn modelId="{560B7442-3AB3-4D25-997A-1F7D4BC5ED41}" type="presParOf" srcId="{D505F52E-A9EF-4D43-AA31-CFB463C31FD9}" destId="{BA2AC3D1-260B-4F0B-B470-BC5D36D57256}" srcOrd="2" destOrd="0" presId="urn:microsoft.com/office/officeart/2018/2/layout/IconVerticalSolidList"/>
    <dgm:cxn modelId="{A4B08576-6112-4590-8A59-B40374D2A98A}" type="presParOf" srcId="{D505F52E-A9EF-4D43-AA31-CFB463C31FD9}" destId="{3E47AC9E-777F-4B85-9945-BFF9F4B1921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469877B-5982-4A4B-9320-248FCDC7ACC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92954AA-B834-4BA0-B6B7-119F74E6A33E}">
      <dgm:prSet/>
      <dgm:spPr/>
      <dgm:t>
        <a:bodyPr/>
        <a:lstStyle/>
        <a:p>
          <a:r>
            <a:rPr lang="en-GB"/>
            <a:t>What does "Accomplishments" mean in the PERMA model?</a:t>
          </a:r>
          <a:endParaRPr lang="en-US"/>
        </a:p>
      </dgm:t>
    </dgm:pt>
    <dgm:pt modelId="{4E711FF0-8EC6-4FEE-B757-2A99D49F33A7}" type="parTrans" cxnId="{EF32D740-BFDB-4D18-B046-FA895A758E13}">
      <dgm:prSet/>
      <dgm:spPr/>
      <dgm:t>
        <a:bodyPr/>
        <a:lstStyle/>
        <a:p>
          <a:endParaRPr lang="en-US"/>
        </a:p>
      </dgm:t>
    </dgm:pt>
    <dgm:pt modelId="{D4DD88BE-66B6-46C4-9D3D-34B40B19143F}" type="sibTrans" cxnId="{EF32D740-BFDB-4D18-B046-FA895A758E13}">
      <dgm:prSet/>
      <dgm:spPr/>
      <dgm:t>
        <a:bodyPr/>
        <a:lstStyle/>
        <a:p>
          <a:endParaRPr lang="en-US"/>
        </a:p>
      </dgm:t>
    </dgm:pt>
    <dgm:pt modelId="{97D8D9D3-8D89-420C-8090-EE723CEAA7E2}">
      <dgm:prSet/>
      <dgm:spPr/>
      <dgm:t>
        <a:bodyPr/>
        <a:lstStyle/>
        <a:p>
          <a:r>
            <a:rPr lang="en-GB"/>
            <a:t>The importance of celebrating wins, both big and small.</a:t>
          </a:r>
          <a:endParaRPr lang="en-US"/>
        </a:p>
      </dgm:t>
    </dgm:pt>
    <dgm:pt modelId="{984D5602-05C8-437B-93D6-3656AA41C4B9}" type="parTrans" cxnId="{C29256A2-AE4C-45D9-AF20-6EE927AAC6AB}">
      <dgm:prSet/>
      <dgm:spPr/>
      <dgm:t>
        <a:bodyPr/>
        <a:lstStyle/>
        <a:p>
          <a:endParaRPr lang="en-US"/>
        </a:p>
      </dgm:t>
    </dgm:pt>
    <dgm:pt modelId="{CFEF8FB0-8C38-426D-9FB7-A301E909ADA9}" type="sibTrans" cxnId="{C29256A2-AE4C-45D9-AF20-6EE927AAC6AB}">
      <dgm:prSet/>
      <dgm:spPr/>
      <dgm:t>
        <a:bodyPr/>
        <a:lstStyle/>
        <a:p>
          <a:endParaRPr lang="en-US"/>
        </a:p>
      </dgm:t>
    </dgm:pt>
    <dgm:pt modelId="{71A14D82-FCF1-4F61-B1C1-4FF08A072F40}">
      <dgm:prSet/>
      <dgm:spPr/>
      <dgm:t>
        <a:bodyPr/>
        <a:lstStyle/>
        <a:p>
          <a:r>
            <a:rPr lang="en-GB"/>
            <a:t>How accomplishments tie into school goals.</a:t>
          </a:r>
          <a:endParaRPr lang="en-US"/>
        </a:p>
      </dgm:t>
    </dgm:pt>
    <dgm:pt modelId="{B9F97969-CE8B-4E7F-B2F7-6A7A83F9E972}" type="parTrans" cxnId="{7B632115-F3DA-406E-918E-6DDE05BBF946}">
      <dgm:prSet/>
      <dgm:spPr/>
      <dgm:t>
        <a:bodyPr/>
        <a:lstStyle/>
        <a:p>
          <a:endParaRPr lang="en-US"/>
        </a:p>
      </dgm:t>
    </dgm:pt>
    <dgm:pt modelId="{E43A04E7-D5D9-4171-8B0A-52367D070CF8}" type="sibTrans" cxnId="{7B632115-F3DA-406E-918E-6DDE05BBF946}">
      <dgm:prSet/>
      <dgm:spPr/>
      <dgm:t>
        <a:bodyPr/>
        <a:lstStyle/>
        <a:p>
          <a:endParaRPr lang="en-US"/>
        </a:p>
      </dgm:t>
    </dgm:pt>
    <dgm:pt modelId="{34B0B8EB-08A5-49D2-906B-F1024804FF4D}">
      <dgm:prSet/>
      <dgm:spPr/>
      <dgm:t>
        <a:bodyPr/>
        <a:lstStyle/>
        <a:p>
          <a:r>
            <a:rPr lang="en-GB"/>
            <a:t>Setting and achieving realistic targets.</a:t>
          </a:r>
          <a:endParaRPr lang="en-US"/>
        </a:p>
      </dgm:t>
    </dgm:pt>
    <dgm:pt modelId="{C7A25639-672B-4DA7-8975-AE571E4CE2E4}" type="parTrans" cxnId="{F4344B50-C278-4947-AAA7-508DF182394D}">
      <dgm:prSet/>
      <dgm:spPr/>
      <dgm:t>
        <a:bodyPr/>
        <a:lstStyle/>
        <a:p>
          <a:endParaRPr lang="en-US"/>
        </a:p>
      </dgm:t>
    </dgm:pt>
    <dgm:pt modelId="{B550D5EF-1D88-4B12-9A10-35BC6BD200D2}" type="sibTrans" cxnId="{F4344B50-C278-4947-AAA7-508DF182394D}">
      <dgm:prSet/>
      <dgm:spPr/>
      <dgm:t>
        <a:bodyPr/>
        <a:lstStyle/>
        <a:p>
          <a:endParaRPr lang="en-US"/>
        </a:p>
      </dgm:t>
    </dgm:pt>
    <dgm:pt modelId="{5B8A398D-6EA7-48CB-AC73-92C4E5F8D2C3}" type="pres">
      <dgm:prSet presAssocID="{2469877B-5982-4A4B-9320-248FCDC7ACC1}" presName="root" presStyleCnt="0">
        <dgm:presLayoutVars>
          <dgm:dir/>
          <dgm:resizeHandles val="exact"/>
        </dgm:presLayoutVars>
      </dgm:prSet>
      <dgm:spPr/>
    </dgm:pt>
    <dgm:pt modelId="{C136526A-6137-443B-B0D6-CFEED4B05CDC}" type="pres">
      <dgm:prSet presAssocID="{292954AA-B834-4BA0-B6B7-119F74E6A33E}" presName="compNode" presStyleCnt="0"/>
      <dgm:spPr/>
    </dgm:pt>
    <dgm:pt modelId="{A45AC535-E3A0-4458-B6A6-E5A2AAD488B9}" type="pres">
      <dgm:prSet presAssocID="{292954AA-B834-4BA0-B6B7-119F74E6A33E}" presName="bgRect" presStyleLbl="bgShp" presStyleIdx="0" presStyleCnt="4"/>
      <dgm:spPr/>
    </dgm:pt>
    <dgm:pt modelId="{C63B6EAF-8956-4595-86B5-01029ACE5CBA}" type="pres">
      <dgm:prSet presAssocID="{292954AA-B834-4BA0-B6B7-119F74E6A33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8AA17887-70C1-428D-A747-A7CABFFEB2D1}" type="pres">
      <dgm:prSet presAssocID="{292954AA-B834-4BA0-B6B7-119F74E6A33E}" presName="spaceRect" presStyleCnt="0"/>
      <dgm:spPr/>
    </dgm:pt>
    <dgm:pt modelId="{8A237C44-EF30-4DA3-94F1-18FC1EA672CA}" type="pres">
      <dgm:prSet presAssocID="{292954AA-B834-4BA0-B6B7-119F74E6A33E}" presName="parTx" presStyleLbl="revTx" presStyleIdx="0" presStyleCnt="4">
        <dgm:presLayoutVars>
          <dgm:chMax val="0"/>
          <dgm:chPref val="0"/>
        </dgm:presLayoutVars>
      </dgm:prSet>
      <dgm:spPr/>
    </dgm:pt>
    <dgm:pt modelId="{B4FD161F-3632-49A6-B7E5-34F0ABAF9148}" type="pres">
      <dgm:prSet presAssocID="{D4DD88BE-66B6-46C4-9D3D-34B40B19143F}" presName="sibTrans" presStyleCnt="0"/>
      <dgm:spPr/>
    </dgm:pt>
    <dgm:pt modelId="{2E8BB6E0-69BF-4694-AD32-27C9B6D40AB8}" type="pres">
      <dgm:prSet presAssocID="{97D8D9D3-8D89-420C-8090-EE723CEAA7E2}" presName="compNode" presStyleCnt="0"/>
      <dgm:spPr/>
    </dgm:pt>
    <dgm:pt modelId="{D2358C96-1261-42CD-9EC5-C97172DB6720}" type="pres">
      <dgm:prSet presAssocID="{97D8D9D3-8D89-420C-8090-EE723CEAA7E2}" presName="bgRect" presStyleLbl="bgShp" presStyleIdx="1" presStyleCnt="4"/>
      <dgm:spPr/>
    </dgm:pt>
    <dgm:pt modelId="{0F614952-0FA2-44B2-8914-113D9D0E8839}" type="pres">
      <dgm:prSet presAssocID="{97D8D9D3-8D89-420C-8090-EE723CEAA7E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bbon"/>
        </a:ext>
      </dgm:extLst>
    </dgm:pt>
    <dgm:pt modelId="{6CAF1843-BF05-4B69-9E03-BA96A613DF89}" type="pres">
      <dgm:prSet presAssocID="{97D8D9D3-8D89-420C-8090-EE723CEAA7E2}" presName="spaceRect" presStyleCnt="0"/>
      <dgm:spPr/>
    </dgm:pt>
    <dgm:pt modelId="{4EE30D8B-3EE5-4C11-8E27-61E92226CB69}" type="pres">
      <dgm:prSet presAssocID="{97D8D9D3-8D89-420C-8090-EE723CEAA7E2}" presName="parTx" presStyleLbl="revTx" presStyleIdx="1" presStyleCnt="4">
        <dgm:presLayoutVars>
          <dgm:chMax val="0"/>
          <dgm:chPref val="0"/>
        </dgm:presLayoutVars>
      </dgm:prSet>
      <dgm:spPr/>
    </dgm:pt>
    <dgm:pt modelId="{7C1C717A-E2EC-4BED-8C4B-D1846F0E2C8B}" type="pres">
      <dgm:prSet presAssocID="{CFEF8FB0-8C38-426D-9FB7-A301E909ADA9}" presName="sibTrans" presStyleCnt="0"/>
      <dgm:spPr/>
    </dgm:pt>
    <dgm:pt modelId="{177FE727-B8AA-4706-A942-784883381606}" type="pres">
      <dgm:prSet presAssocID="{71A14D82-FCF1-4F61-B1C1-4FF08A072F40}" presName="compNode" presStyleCnt="0"/>
      <dgm:spPr/>
    </dgm:pt>
    <dgm:pt modelId="{13F38396-A1D9-48AD-BB0A-04222FB0085F}" type="pres">
      <dgm:prSet presAssocID="{71A14D82-FCF1-4F61-B1C1-4FF08A072F40}" presName="bgRect" presStyleLbl="bgShp" presStyleIdx="2" presStyleCnt="4"/>
      <dgm:spPr/>
    </dgm:pt>
    <dgm:pt modelId="{A3BD1264-A010-40D7-9741-9CC3E04C1F38}" type="pres">
      <dgm:prSet presAssocID="{71A14D82-FCF1-4F61-B1C1-4FF08A072F4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odium"/>
        </a:ext>
      </dgm:extLst>
    </dgm:pt>
    <dgm:pt modelId="{B58DF9C9-3994-40D8-B857-ACAB09547B45}" type="pres">
      <dgm:prSet presAssocID="{71A14D82-FCF1-4F61-B1C1-4FF08A072F40}" presName="spaceRect" presStyleCnt="0"/>
      <dgm:spPr/>
    </dgm:pt>
    <dgm:pt modelId="{876ABEDB-A624-4469-ADB1-51FE640AFA40}" type="pres">
      <dgm:prSet presAssocID="{71A14D82-FCF1-4F61-B1C1-4FF08A072F40}" presName="parTx" presStyleLbl="revTx" presStyleIdx="2" presStyleCnt="4">
        <dgm:presLayoutVars>
          <dgm:chMax val="0"/>
          <dgm:chPref val="0"/>
        </dgm:presLayoutVars>
      </dgm:prSet>
      <dgm:spPr/>
    </dgm:pt>
    <dgm:pt modelId="{D2D9DAD8-0C2D-4D5F-82F2-1D55C851617B}" type="pres">
      <dgm:prSet presAssocID="{E43A04E7-D5D9-4171-8B0A-52367D070CF8}" presName="sibTrans" presStyleCnt="0"/>
      <dgm:spPr/>
    </dgm:pt>
    <dgm:pt modelId="{3B3082CC-0945-49A8-B650-9A1D8F0AAFB9}" type="pres">
      <dgm:prSet presAssocID="{34B0B8EB-08A5-49D2-906B-F1024804FF4D}" presName="compNode" presStyleCnt="0"/>
      <dgm:spPr/>
    </dgm:pt>
    <dgm:pt modelId="{51B1E9DA-720C-4A31-944A-AEF73B2A56BE}" type="pres">
      <dgm:prSet presAssocID="{34B0B8EB-08A5-49D2-906B-F1024804FF4D}" presName="bgRect" presStyleLbl="bgShp" presStyleIdx="3" presStyleCnt="4"/>
      <dgm:spPr/>
    </dgm:pt>
    <dgm:pt modelId="{8E5CE39D-DCC4-46FF-A093-6FF8DC2465A9}" type="pres">
      <dgm:prSet presAssocID="{34B0B8EB-08A5-49D2-906B-F1024804FF4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37642927-B7EF-4207-A41C-394257BE3761}" type="pres">
      <dgm:prSet presAssocID="{34B0B8EB-08A5-49D2-906B-F1024804FF4D}" presName="spaceRect" presStyleCnt="0"/>
      <dgm:spPr/>
    </dgm:pt>
    <dgm:pt modelId="{87D60448-BA40-45F6-A180-8CB7999D75A2}" type="pres">
      <dgm:prSet presAssocID="{34B0B8EB-08A5-49D2-906B-F1024804FF4D}" presName="parTx" presStyleLbl="revTx" presStyleIdx="3" presStyleCnt="4">
        <dgm:presLayoutVars>
          <dgm:chMax val="0"/>
          <dgm:chPref val="0"/>
        </dgm:presLayoutVars>
      </dgm:prSet>
      <dgm:spPr/>
    </dgm:pt>
  </dgm:ptLst>
  <dgm:cxnLst>
    <dgm:cxn modelId="{7B632115-F3DA-406E-918E-6DDE05BBF946}" srcId="{2469877B-5982-4A4B-9320-248FCDC7ACC1}" destId="{71A14D82-FCF1-4F61-B1C1-4FF08A072F40}" srcOrd="2" destOrd="0" parTransId="{B9F97969-CE8B-4E7F-B2F7-6A7A83F9E972}" sibTransId="{E43A04E7-D5D9-4171-8B0A-52367D070CF8}"/>
    <dgm:cxn modelId="{6234142D-C65F-43BD-8D15-E0094455E126}" type="presOf" srcId="{71A14D82-FCF1-4F61-B1C1-4FF08A072F40}" destId="{876ABEDB-A624-4469-ADB1-51FE640AFA40}" srcOrd="0" destOrd="0" presId="urn:microsoft.com/office/officeart/2018/2/layout/IconVerticalSolidList"/>
    <dgm:cxn modelId="{E699D231-FF3C-45EF-8EAC-ACDFA0BC8DF6}" type="presOf" srcId="{97D8D9D3-8D89-420C-8090-EE723CEAA7E2}" destId="{4EE30D8B-3EE5-4C11-8E27-61E92226CB69}" srcOrd="0" destOrd="0" presId="urn:microsoft.com/office/officeart/2018/2/layout/IconVerticalSolidList"/>
    <dgm:cxn modelId="{EF32D740-BFDB-4D18-B046-FA895A758E13}" srcId="{2469877B-5982-4A4B-9320-248FCDC7ACC1}" destId="{292954AA-B834-4BA0-B6B7-119F74E6A33E}" srcOrd="0" destOrd="0" parTransId="{4E711FF0-8EC6-4FEE-B757-2A99D49F33A7}" sibTransId="{D4DD88BE-66B6-46C4-9D3D-34B40B19143F}"/>
    <dgm:cxn modelId="{F4344B50-C278-4947-AAA7-508DF182394D}" srcId="{2469877B-5982-4A4B-9320-248FCDC7ACC1}" destId="{34B0B8EB-08A5-49D2-906B-F1024804FF4D}" srcOrd="3" destOrd="0" parTransId="{C7A25639-672B-4DA7-8975-AE571E4CE2E4}" sibTransId="{B550D5EF-1D88-4B12-9A10-35BC6BD200D2}"/>
    <dgm:cxn modelId="{7D0CA482-04B7-417C-A583-C84C4D3D1544}" type="presOf" srcId="{292954AA-B834-4BA0-B6B7-119F74E6A33E}" destId="{8A237C44-EF30-4DA3-94F1-18FC1EA672CA}" srcOrd="0" destOrd="0" presId="urn:microsoft.com/office/officeart/2018/2/layout/IconVerticalSolidList"/>
    <dgm:cxn modelId="{5CB01A9B-D6C3-4A83-A261-DFE82581D591}" type="presOf" srcId="{34B0B8EB-08A5-49D2-906B-F1024804FF4D}" destId="{87D60448-BA40-45F6-A180-8CB7999D75A2}" srcOrd="0" destOrd="0" presId="urn:microsoft.com/office/officeart/2018/2/layout/IconVerticalSolidList"/>
    <dgm:cxn modelId="{C29256A2-AE4C-45D9-AF20-6EE927AAC6AB}" srcId="{2469877B-5982-4A4B-9320-248FCDC7ACC1}" destId="{97D8D9D3-8D89-420C-8090-EE723CEAA7E2}" srcOrd="1" destOrd="0" parTransId="{984D5602-05C8-437B-93D6-3656AA41C4B9}" sibTransId="{CFEF8FB0-8C38-426D-9FB7-A301E909ADA9}"/>
    <dgm:cxn modelId="{B661F4C0-5367-4228-9F00-84CA50B994E5}" type="presOf" srcId="{2469877B-5982-4A4B-9320-248FCDC7ACC1}" destId="{5B8A398D-6EA7-48CB-AC73-92C4E5F8D2C3}" srcOrd="0" destOrd="0" presId="urn:microsoft.com/office/officeart/2018/2/layout/IconVerticalSolidList"/>
    <dgm:cxn modelId="{56298347-E8E8-49FC-9E6E-4732C1A50457}" type="presParOf" srcId="{5B8A398D-6EA7-48CB-AC73-92C4E5F8D2C3}" destId="{C136526A-6137-443B-B0D6-CFEED4B05CDC}" srcOrd="0" destOrd="0" presId="urn:microsoft.com/office/officeart/2018/2/layout/IconVerticalSolidList"/>
    <dgm:cxn modelId="{DFD935F2-8C62-4579-9023-B9CD19C8334E}" type="presParOf" srcId="{C136526A-6137-443B-B0D6-CFEED4B05CDC}" destId="{A45AC535-E3A0-4458-B6A6-E5A2AAD488B9}" srcOrd="0" destOrd="0" presId="urn:microsoft.com/office/officeart/2018/2/layout/IconVerticalSolidList"/>
    <dgm:cxn modelId="{23AA3147-2C37-4B73-B60E-C7B1738FD1FB}" type="presParOf" srcId="{C136526A-6137-443B-B0D6-CFEED4B05CDC}" destId="{C63B6EAF-8956-4595-86B5-01029ACE5CBA}" srcOrd="1" destOrd="0" presId="urn:microsoft.com/office/officeart/2018/2/layout/IconVerticalSolidList"/>
    <dgm:cxn modelId="{40AA2476-21F7-4E7A-AA6F-BBEAE9C2B68F}" type="presParOf" srcId="{C136526A-6137-443B-B0D6-CFEED4B05CDC}" destId="{8AA17887-70C1-428D-A747-A7CABFFEB2D1}" srcOrd="2" destOrd="0" presId="urn:microsoft.com/office/officeart/2018/2/layout/IconVerticalSolidList"/>
    <dgm:cxn modelId="{8A84E9EB-9EDB-4A78-B799-2F201A2DD617}" type="presParOf" srcId="{C136526A-6137-443B-B0D6-CFEED4B05CDC}" destId="{8A237C44-EF30-4DA3-94F1-18FC1EA672CA}" srcOrd="3" destOrd="0" presId="urn:microsoft.com/office/officeart/2018/2/layout/IconVerticalSolidList"/>
    <dgm:cxn modelId="{4A1B5DDA-B3FF-4AB9-8237-6E82D4D1DBBE}" type="presParOf" srcId="{5B8A398D-6EA7-48CB-AC73-92C4E5F8D2C3}" destId="{B4FD161F-3632-49A6-B7E5-34F0ABAF9148}" srcOrd="1" destOrd="0" presId="urn:microsoft.com/office/officeart/2018/2/layout/IconVerticalSolidList"/>
    <dgm:cxn modelId="{52BF50EF-2557-4F9C-BBDB-0A059F5B8637}" type="presParOf" srcId="{5B8A398D-6EA7-48CB-AC73-92C4E5F8D2C3}" destId="{2E8BB6E0-69BF-4694-AD32-27C9B6D40AB8}" srcOrd="2" destOrd="0" presId="urn:microsoft.com/office/officeart/2018/2/layout/IconVerticalSolidList"/>
    <dgm:cxn modelId="{34F8CA13-11C8-48C8-985F-DB1DB25CBE98}" type="presParOf" srcId="{2E8BB6E0-69BF-4694-AD32-27C9B6D40AB8}" destId="{D2358C96-1261-42CD-9EC5-C97172DB6720}" srcOrd="0" destOrd="0" presId="urn:microsoft.com/office/officeart/2018/2/layout/IconVerticalSolidList"/>
    <dgm:cxn modelId="{4D2C0EDD-6D26-46C3-B854-292C78B3312F}" type="presParOf" srcId="{2E8BB6E0-69BF-4694-AD32-27C9B6D40AB8}" destId="{0F614952-0FA2-44B2-8914-113D9D0E8839}" srcOrd="1" destOrd="0" presId="urn:microsoft.com/office/officeart/2018/2/layout/IconVerticalSolidList"/>
    <dgm:cxn modelId="{52019157-1AA2-4A6A-AE1B-7BDE10D8371B}" type="presParOf" srcId="{2E8BB6E0-69BF-4694-AD32-27C9B6D40AB8}" destId="{6CAF1843-BF05-4B69-9E03-BA96A613DF89}" srcOrd="2" destOrd="0" presId="urn:microsoft.com/office/officeart/2018/2/layout/IconVerticalSolidList"/>
    <dgm:cxn modelId="{07D5C93F-FCD9-46AB-9EC9-5DE270083479}" type="presParOf" srcId="{2E8BB6E0-69BF-4694-AD32-27C9B6D40AB8}" destId="{4EE30D8B-3EE5-4C11-8E27-61E92226CB69}" srcOrd="3" destOrd="0" presId="urn:microsoft.com/office/officeart/2018/2/layout/IconVerticalSolidList"/>
    <dgm:cxn modelId="{7AB2E297-9735-44C6-AE20-F9A459E8AEC0}" type="presParOf" srcId="{5B8A398D-6EA7-48CB-AC73-92C4E5F8D2C3}" destId="{7C1C717A-E2EC-4BED-8C4B-D1846F0E2C8B}" srcOrd="3" destOrd="0" presId="urn:microsoft.com/office/officeart/2018/2/layout/IconVerticalSolidList"/>
    <dgm:cxn modelId="{FE3A8880-E8A5-4378-9C81-58C5498DB038}" type="presParOf" srcId="{5B8A398D-6EA7-48CB-AC73-92C4E5F8D2C3}" destId="{177FE727-B8AA-4706-A942-784883381606}" srcOrd="4" destOrd="0" presId="urn:microsoft.com/office/officeart/2018/2/layout/IconVerticalSolidList"/>
    <dgm:cxn modelId="{6D557894-A74C-49FA-A37C-327A48A2EC02}" type="presParOf" srcId="{177FE727-B8AA-4706-A942-784883381606}" destId="{13F38396-A1D9-48AD-BB0A-04222FB0085F}" srcOrd="0" destOrd="0" presId="urn:microsoft.com/office/officeart/2018/2/layout/IconVerticalSolidList"/>
    <dgm:cxn modelId="{40660D84-1892-40A4-A190-6E5DDE71DC8F}" type="presParOf" srcId="{177FE727-B8AA-4706-A942-784883381606}" destId="{A3BD1264-A010-40D7-9741-9CC3E04C1F38}" srcOrd="1" destOrd="0" presId="urn:microsoft.com/office/officeart/2018/2/layout/IconVerticalSolidList"/>
    <dgm:cxn modelId="{08421785-4848-4FAA-9C49-1FF8928DDA48}" type="presParOf" srcId="{177FE727-B8AA-4706-A942-784883381606}" destId="{B58DF9C9-3994-40D8-B857-ACAB09547B45}" srcOrd="2" destOrd="0" presId="urn:microsoft.com/office/officeart/2018/2/layout/IconVerticalSolidList"/>
    <dgm:cxn modelId="{799CE02E-0636-4689-B00D-5BAADEFEF5B6}" type="presParOf" srcId="{177FE727-B8AA-4706-A942-784883381606}" destId="{876ABEDB-A624-4469-ADB1-51FE640AFA40}" srcOrd="3" destOrd="0" presId="urn:microsoft.com/office/officeart/2018/2/layout/IconVerticalSolidList"/>
    <dgm:cxn modelId="{47FEB07B-6D61-498B-9169-C82C0AD61337}" type="presParOf" srcId="{5B8A398D-6EA7-48CB-AC73-92C4E5F8D2C3}" destId="{D2D9DAD8-0C2D-4D5F-82F2-1D55C851617B}" srcOrd="5" destOrd="0" presId="urn:microsoft.com/office/officeart/2018/2/layout/IconVerticalSolidList"/>
    <dgm:cxn modelId="{37927AA3-0C6C-48BC-A12A-1809C0A7E764}" type="presParOf" srcId="{5B8A398D-6EA7-48CB-AC73-92C4E5F8D2C3}" destId="{3B3082CC-0945-49A8-B650-9A1D8F0AAFB9}" srcOrd="6" destOrd="0" presId="urn:microsoft.com/office/officeart/2018/2/layout/IconVerticalSolidList"/>
    <dgm:cxn modelId="{2DDC465A-A10D-469A-9444-F8296D33939F}" type="presParOf" srcId="{3B3082CC-0945-49A8-B650-9A1D8F0AAFB9}" destId="{51B1E9DA-720C-4A31-944A-AEF73B2A56BE}" srcOrd="0" destOrd="0" presId="urn:microsoft.com/office/officeart/2018/2/layout/IconVerticalSolidList"/>
    <dgm:cxn modelId="{57B2F94E-DD57-42B2-9EF4-477395F29065}" type="presParOf" srcId="{3B3082CC-0945-49A8-B650-9A1D8F0AAFB9}" destId="{8E5CE39D-DCC4-46FF-A093-6FF8DC2465A9}" srcOrd="1" destOrd="0" presId="urn:microsoft.com/office/officeart/2018/2/layout/IconVerticalSolidList"/>
    <dgm:cxn modelId="{8D436DA6-6488-453E-9B0F-875EDF0563AF}" type="presParOf" srcId="{3B3082CC-0945-49A8-B650-9A1D8F0AAFB9}" destId="{37642927-B7EF-4207-A41C-394257BE3761}" srcOrd="2" destOrd="0" presId="urn:microsoft.com/office/officeart/2018/2/layout/IconVerticalSolidList"/>
    <dgm:cxn modelId="{D30CCE4C-7764-4631-A15B-537AA00C767A}" type="presParOf" srcId="{3B3082CC-0945-49A8-B650-9A1D8F0AAFB9}" destId="{87D60448-BA40-45F6-A180-8CB7999D75A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3FA9932-C75C-4F1F-A882-731AB27DBA69}"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8D59888A-F44E-4163-B5B8-D45605D6F1FE}">
      <dgm:prSet/>
      <dgm:spPr/>
      <dgm:t>
        <a:bodyPr/>
        <a:lstStyle/>
        <a:p>
          <a:pPr>
            <a:defRPr cap="all"/>
          </a:pPr>
          <a:r>
            <a:rPr lang="en-GB"/>
            <a:t>Introduction to AuthenticHappiness.org</a:t>
          </a:r>
          <a:endParaRPr lang="en-US"/>
        </a:p>
      </dgm:t>
    </dgm:pt>
    <dgm:pt modelId="{20721306-F46D-4563-9836-DF973637891D}" type="parTrans" cxnId="{37ADFD4E-A6E2-4E47-8A96-EBD913EE3E3A}">
      <dgm:prSet/>
      <dgm:spPr/>
      <dgm:t>
        <a:bodyPr/>
        <a:lstStyle/>
        <a:p>
          <a:endParaRPr lang="en-US"/>
        </a:p>
      </dgm:t>
    </dgm:pt>
    <dgm:pt modelId="{E181DEC7-B1BC-40A1-A990-2A854D0458B0}" type="sibTrans" cxnId="{37ADFD4E-A6E2-4E47-8A96-EBD913EE3E3A}">
      <dgm:prSet/>
      <dgm:spPr/>
      <dgm:t>
        <a:bodyPr/>
        <a:lstStyle/>
        <a:p>
          <a:endParaRPr lang="en-US"/>
        </a:p>
      </dgm:t>
    </dgm:pt>
    <dgm:pt modelId="{FC6C9078-6621-4DF1-A57B-8D04C5F3BA24}">
      <dgm:prSet/>
      <dgm:spPr/>
      <dgm:t>
        <a:bodyPr/>
        <a:lstStyle/>
        <a:p>
          <a:pPr>
            <a:defRPr cap="all"/>
          </a:pPr>
          <a:r>
            <a:rPr lang="en-GB" dirty="0"/>
            <a:t>Instructions for completing a WORKPLACE Perma Profile</a:t>
          </a:r>
          <a:endParaRPr lang="en-US" dirty="0"/>
        </a:p>
      </dgm:t>
    </dgm:pt>
    <dgm:pt modelId="{A118F623-CE2A-4EAC-9D47-71AFF4A17C97}" type="parTrans" cxnId="{45854AA4-54A6-49B7-A9EC-6F781A882427}">
      <dgm:prSet/>
      <dgm:spPr/>
      <dgm:t>
        <a:bodyPr/>
        <a:lstStyle/>
        <a:p>
          <a:endParaRPr lang="en-US"/>
        </a:p>
      </dgm:t>
    </dgm:pt>
    <dgm:pt modelId="{760932ED-DD5E-42D3-B147-EA53CC9FEF5D}" type="sibTrans" cxnId="{45854AA4-54A6-49B7-A9EC-6F781A882427}">
      <dgm:prSet/>
      <dgm:spPr/>
      <dgm:t>
        <a:bodyPr/>
        <a:lstStyle/>
        <a:p>
          <a:endParaRPr lang="en-US"/>
        </a:p>
      </dgm:t>
    </dgm:pt>
    <dgm:pt modelId="{B26F4993-1612-4C06-BB42-A14CBB806C7C}" type="pres">
      <dgm:prSet presAssocID="{E3FA9932-C75C-4F1F-A882-731AB27DBA69}" presName="root" presStyleCnt="0">
        <dgm:presLayoutVars>
          <dgm:dir/>
          <dgm:resizeHandles val="exact"/>
        </dgm:presLayoutVars>
      </dgm:prSet>
      <dgm:spPr/>
    </dgm:pt>
    <dgm:pt modelId="{53AFD93C-67AE-47D2-9A60-FA71A43882D7}" type="pres">
      <dgm:prSet presAssocID="{8D59888A-F44E-4163-B5B8-D45605D6F1FE}" presName="compNode" presStyleCnt="0"/>
      <dgm:spPr/>
    </dgm:pt>
    <dgm:pt modelId="{8704C712-1501-42CC-854C-18C3994DE043}" type="pres">
      <dgm:prSet presAssocID="{8D59888A-F44E-4163-B5B8-D45605D6F1FE}" presName="iconBgRect" presStyleLbl="bgShp" presStyleIdx="0" presStyleCnt="2"/>
      <dgm:spPr/>
    </dgm:pt>
    <dgm:pt modelId="{BAB87AE0-932E-4A57-89B2-B7F3D26CCA27}" type="pres">
      <dgm:prSet presAssocID="{8D59888A-F44E-4163-B5B8-D45605D6F1F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ker"/>
        </a:ext>
      </dgm:extLst>
    </dgm:pt>
    <dgm:pt modelId="{A083B279-D4FA-48C6-A1A6-C118A729B7ED}" type="pres">
      <dgm:prSet presAssocID="{8D59888A-F44E-4163-B5B8-D45605D6F1FE}" presName="spaceRect" presStyleCnt="0"/>
      <dgm:spPr/>
    </dgm:pt>
    <dgm:pt modelId="{36A4D2E8-B481-442A-8BC9-3E34CE38C841}" type="pres">
      <dgm:prSet presAssocID="{8D59888A-F44E-4163-B5B8-D45605D6F1FE}" presName="textRect" presStyleLbl="revTx" presStyleIdx="0" presStyleCnt="2">
        <dgm:presLayoutVars>
          <dgm:chMax val="1"/>
          <dgm:chPref val="1"/>
        </dgm:presLayoutVars>
      </dgm:prSet>
      <dgm:spPr/>
    </dgm:pt>
    <dgm:pt modelId="{3AB09854-D215-4FBB-A037-8767C295EA5F}" type="pres">
      <dgm:prSet presAssocID="{E181DEC7-B1BC-40A1-A990-2A854D0458B0}" presName="sibTrans" presStyleCnt="0"/>
      <dgm:spPr/>
    </dgm:pt>
    <dgm:pt modelId="{EB542333-BB51-4FE6-892D-4C32A860D9D7}" type="pres">
      <dgm:prSet presAssocID="{FC6C9078-6621-4DF1-A57B-8D04C5F3BA24}" presName="compNode" presStyleCnt="0"/>
      <dgm:spPr/>
    </dgm:pt>
    <dgm:pt modelId="{B8231C33-8F59-48E9-8FC2-5111A834FE11}" type="pres">
      <dgm:prSet presAssocID="{FC6C9078-6621-4DF1-A57B-8D04C5F3BA24}" presName="iconBgRect" presStyleLbl="bgShp" presStyleIdx="1" presStyleCnt="2"/>
      <dgm:spPr/>
    </dgm:pt>
    <dgm:pt modelId="{E970DD44-CAB5-4B1A-B7B8-244F34997F75}" type="pres">
      <dgm:prSet presAssocID="{FC6C9078-6621-4DF1-A57B-8D04C5F3BA2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FA242691-73BF-4D51-8737-943B32441451}" type="pres">
      <dgm:prSet presAssocID="{FC6C9078-6621-4DF1-A57B-8D04C5F3BA24}" presName="spaceRect" presStyleCnt="0"/>
      <dgm:spPr/>
    </dgm:pt>
    <dgm:pt modelId="{D35004A6-47D4-409C-A850-B035410693FE}" type="pres">
      <dgm:prSet presAssocID="{FC6C9078-6621-4DF1-A57B-8D04C5F3BA24}" presName="textRect" presStyleLbl="revTx" presStyleIdx="1" presStyleCnt="2">
        <dgm:presLayoutVars>
          <dgm:chMax val="1"/>
          <dgm:chPref val="1"/>
        </dgm:presLayoutVars>
      </dgm:prSet>
      <dgm:spPr/>
    </dgm:pt>
  </dgm:ptLst>
  <dgm:cxnLst>
    <dgm:cxn modelId="{0B7E9719-8D4D-4648-94C7-09690CD5A536}" type="presOf" srcId="{E3FA9932-C75C-4F1F-A882-731AB27DBA69}" destId="{B26F4993-1612-4C06-BB42-A14CBB806C7C}" srcOrd="0" destOrd="0" presId="urn:microsoft.com/office/officeart/2018/5/layout/IconCircleLabelList"/>
    <dgm:cxn modelId="{B9956729-2296-4D29-8C7F-72CDDE9AD302}" type="presOf" srcId="{8D59888A-F44E-4163-B5B8-D45605D6F1FE}" destId="{36A4D2E8-B481-442A-8BC9-3E34CE38C841}" srcOrd="0" destOrd="0" presId="urn:microsoft.com/office/officeart/2018/5/layout/IconCircleLabelList"/>
    <dgm:cxn modelId="{2A6E103A-BBCA-4A57-BC10-EC65A299EB70}" type="presOf" srcId="{FC6C9078-6621-4DF1-A57B-8D04C5F3BA24}" destId="{D35004A6-47D4-409C-A850-B035410693FE}" srcOrd="0" destOrd="0" presId="urn:microsoft.com/office/officeart/2018/5/layout/IconCircleLabelList"/>
    <dgm:cxn modelId="{37ADFD4E-A6E2-4E47-8A96-EBD913EE3E3A}" srcId="{E3FA9932-C75C-4F1F-A882-731AB27DBA69}" destId="{8D59888A-F44E-4163-B5B8-D45605D6F1FE}" srcOrd="0" destOrd="0" parTransId="{20721306-F46D-4563-9836-DF973637891D}" sibTransId="{E181DEC7-B1BC-40A1-A990-2A854D0458B0}"/>
    <dgm:cxn modelId="{45854AA4-54A6-49B7-A9EC-6F781A882427}" srcId="{E3FA9932-C75C-4F1F-A882-731AB27DBA69}" destId="{FC6C9078-6621-4DF1-A57B-8D04C5F3BA24}" srcOrd="1" destOrd="0" parTransId="{A118F623-CE2A-4EAC-9D47-71AFF4A17C97}" sibTransId="{760932ED-DD5E-42D3-B147-EA53CC9FEF5D}"/>
    <dgm:cxn modelId="{CCA748F4-9F3E-440D-B0D8-B19D84EDD6B0}" type="presParOf" srcId="{B26F4993-1612-4C06-BB42-A14CBB806C7C}" destId="{53AFD93C-67AE-47D2-9A60-FA71A43882D7}" srcOrd="0" destOrd="0" presId="urn:microsoft.com/office/officeart/2018/5/layout/IconCircleLabelList"/>
    <dgm:cxn modelId="{B00C838D-9916-4BB4-A8C8-532A9B080533}" type="presParOf" srcId="{53AFD93C-67AE-47D2-9A60-FA71A43882D7}" destId="{8704C712-1501-42CC-854C-18C3994DE043}" srcOrd="0" destOrd="0" presId="urn:microsoft.com/office/officeart/2018/5/layout/IconCircleLabelList"/>
    <dgm:cxn modelId="{D1B33AFF-88A0-4297-8FDC-C4DD230F8AEA}" type="presParOf" srcId="{53AFD93C-67AE-47D2-9A60-FA71A43882D7}" destId="{BAB87AE0-932E-4A57-89B2-B7F3D26CCA27}" srcOrd="1" destOrd="0" presId="urn:microsoft.com/office/officeart/2018/5/layout/IconCircleLabelList"/>
    <dgm:cxn modelId="{E3F063BF-3137-4B28-9E5F-75355852B51E}" type="presParOf" srcId="{53AFD93C-67AE-47D2-9A60-FA71A43882D7}" destId="{A083B279-D4FA-48C6-A1A6-C118A729B7ED}" srcOrd="2" destOrd="0" presId="urn:microsoft.com/office/officeart/2018/5/layout/IconCircleLabelList"/>
    <dgm:cxn modelId="{66AD8F63-854D-4852-A46E-60300EE18B4B}" type="presParOf" srcId="{53AFD93C-67AE-47D2-9A60-FA71A43882D7}" destId="{36A4D2E8-B481-442A-8BC9-3E34CE38C841}" srcOrd="3" destOrd="0" presId="urn:microsoft.com/office/officeart/2018/5/layout/IconCircleLabelList"/>
    <dgm:cxn modelId="{1FC449A3-E0CF-4D43-BC4A-94FD587CDEE5}" type="presParOf" srcId="{B26F4993-1612-4C06-BB42-A14CBB806C7C}" destId="{3AB09854-D215-4FBB-A037-8767C295EA5F}" srcOrd="1" destOrd="0" presId="urn:microsoft.com/office/officeart/2018/5/layout/IconCircleLabelList"/>
    <dgm:cxn modelId="{4BCBC38C-471F-4E8F-BA8F-89E38CE83AEA}" type="presParOf" srcId="{B26F4993-1612-4C06-BB42-A14CBB806C7C}" destId="{EB542333-BB51-4FE6-892D-4C32A860D9D7}" srcOrd="2" destOrd="0" presId="urn:microsoft.com/office/officeart/2018/5/layout/IconCircleLabelList"/>
    <dgm:cxn modelId="{9B5E950F-BA48-4CEB-A553-A5BA9F5F2C20}" type="presParOf" srcId="{EB542333-BB51-4FE6-892D-4C32A860D9D7}" destId="{B8231C33-8F59-48E9-8FC2-5111A834FE11}" srcOrd="0" destOrd="0" presId="urn:microsoft.com/office/officeart/2018/5/layout/IconCircleLabelList"/>
    <dgm:cxn modelId="{B634A76B-0B11-4CA2-9CD9-6E8012391E6F}" type="presParOf" srcId="{EB542333-BB51-4FE6-892D-4C32A860D9D7}" destId="{E970DD44-CAB5-4B1A-B7B8-244F34997F75}" srcOrd="1" destOrd="0" presId="urn:microsoft.com/office/officeart/2018/5/layout/IconCircleLabelList"/>
    <dgm:cxn modelId="{63AABCB9-5D65-4E6E-BE21-1F468E8E49C3}" type="presParOf" srcId="{EB542333-BB51-4FE6-892D-4C32A860D9D7}" destId="{FA242691-73BF-4D51-8737-943B32441451}" srcOrd="2" destOrd="0" presId="urn:microsoft.com/office/officeart/2018/5/layout/IconCircleLabelList"/>
    <dgm:cxn modelId="{DD954D70-55A7-4C56-AE9E-DC18DAE59074}" type="presParOf" srcId="{EB542333-BB51-4FE6-892D-4C32A860D9D7}" destId="{D35004A6-47D4-409C-A850-B035410693FE}"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E7CACE3-9D28-43CE-9D17-09C7143B70F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AD902B4-0B08-41C0-89EA-110F75E6D335}">
      <dgm:prSet/>
      <dgm:spPr/>
      <dgm:t>
        <a:bodyPr/>
        <a:lstStyle/>
        <a:p>
          <a:r>
            <a:rPr lang="en-GB"/>
            <a:t>What is Appreciative Inquiry?</a:t>
          </a:r>
          <a:endParaRPr lang="en-US"/>
        </a:p>
      </dgm:t>
    </dgm:pt>
    <dgm:pt modelId="{D1E16AAE-FA2A-4ED4-8417-4847C8052018}" type="parTrans" cxnId="{A5E0944C-2AA2-45A8-91AA-0AE624248943}">
      <dgm:prSet/>
      <dgm:spPr/>
      <dgm:t>
        <a:bodyPr/>
        <a:lstStyle/>
        <a:p>
          <a:endParaRPr lang="en-US"/>
        </a:p>
      </dgm:t>
    </dgm:pt>
    <dgm:pt modelId="{9C24E6E2-500A-4D18-9506-3FA7A04838E7}" type="sibTrans" cxnId="{A5E0944C-2AA2-45A8-91AA-0AE624248943}">
      <dgm:prSet/>
      <dgm:spPr/>
      <dgm:t>
        <a:bodyPr/>
        <a:lstStyle/>
        <a:p>
          <a:endParaRPr lang="en-US"/>
        </a:p>
      </dgm:t>
    </dgm:pt>
    <dgm:pt modelId="{95E09EF7-43B7-4731-AB5D-428D6FFC77FD}">
      <dgm:prSet/>
      <dgm:spPr/>
      <dgm:t>
        <a:bodyPr/>
        <a:lstStyle/>
        <a:p>
          <a:r>
            <a:rPr lang="en-GB"/>
            <a:t>Why it’s Good for Schools</a:t>
          </a:r>
          <a:endParaRPr lang="en-US"/>
        </a:p>
      </dgm:t>
    </dgm:pt>
    <dgm:pt modelId="{BB042E45-E353-4B02-A478-ADC59B83F880}" type="parTrans" cxnId="{B95CB372-F311-4230-8AA9-DE1A5B3A4966}">
      <dgm:prSet/>
      <dgm:spPr/>
      <dgm:t>
        <a:bodyPr/>
        <a:lstStyle/>
        <a:p>
          <a:endParaRPr lang="en-US"/>
        </a:p>
      </dgm:t>
    </dgm:pt>
    <dgm:pt modelId="{BD5540A2-FCA8-45E0-A8EC-718625A86F44}" type="sibTrans" cxnId="{B95CB372-F311-4230-8AA9-DE1A5B3A4966}">
      <dgm:prSet/>
      <dgm:spPr/>
      <dgm:t>
        <a:bodyPr/>
        <a:lstStyle/>
        <a:p>
          <a:endParaRPr lang="en-US"/>
        </a:p>
      </dgm:t>
    </dgm:pt>
    <dgm:pt modelId="{9BF6BFB4-2CD2-440E-8D65-0A1DC4ACD5B8}">
      <dgm:prSet/>
      <dgm:spPr/>
      <dgm:t>
        <a:bodyPr/>
        <a:lstStyle/>
        <a:p>
          <a:r>
            <a:rPr lang="en-GB"/>
            <a:t>Practical Exercise: The 4-D Cycle</a:t>
          </a:r>
          <a:endParaRPr lang="en-US"/>
        </a:p>
      </dgm:t>
    </dgm:pt>
    <dgm:pt modelId="{AB5E8802-ACEC-4077-9670-36AE919E7E71}" type="parTrans" cxnId="{1B552DBC-3FD1-4528-BCA7-5C9B92983B67}">
      <dgm:prSet/>
      <dgm:spPr/>
      <dgm:t>
        <a:bodyPr/>
        <a:lstStyle/>
        <a:p>
          <a:endParaRPr lang="en-US"/>
        </a:p>
      </dgm:t>
    </dgm:pt>
    <dgm:pt modelId="{76086F0B-9BE3-487D-A1F2-068D6A4440C2}" type="sibTrans" cxnId="{1B552DBC-3FD1-4528-BCA7-5C9B92983B67}">
      <dgm:prSet/>
      <dgm:spPr/>
      <dgm:t>
        <a:bodyPr/>
        <a:lstStyle/>
        <a:p>
          <a:endParaRPr lang="en-US"/>
        </a:p>
      </dgm:t>
    </dgm:pt>
    <dgm:pt modelId="{B7B6808E-61F5-4EBC-84DB-4F320F0759A4}" type="pres">
      <dgm:prSet presAssocID="{DE7CACE3-9D28-43CE-9D17-09C7143B70F1}" presName="root" presStyleCnt="0">
        <dgm:presLayoutVars>
          <dgm:dir/>
          <dgm:resizeHandles val="exact"/>
        </dgm:presLayoutVars>
      </dgm:prSet>
      <dgm:spPr/>
    </dgm:pt>
    <dgm:pt modelId="{918A2EFF-B64C-49A7-8DB6-2B857A91CFD9}" type="pres">
      <dgm:prSet presAssocID="{6AD902B4-0B08-41C0-89EA-110F75E6D335}" presName="compNode" presStyleCnt="0"/>
      <dgm:spPr/>
    </dgm:pt>
    <dgm:pt modelId="{CF975842-3B60-42EF-BF99-8FD1E2AC6CA3}" type="pres">
      <dgm:prSet presAssocID="{6AD902B4-0B08-41C0-89EA-110F75E6D335}" presName="bgRect" presStyleLbl="bgShp" presStyleIdx="0" presStyleCnt="3"/>
      <dgm:spPr/>
    </dgm:pt>
    <dgm:pt modelId="{488B12BB-AE29-41D3-8ADC-30A487886600}" type="pres">
      <dgm:prSet presAssocID="{6AD902B4-0B08-41C0-89EA-110F75E6D33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stomer Review"/>
        </a:ext>
      </dgm:extLst>
    </dgm:pt>
    <dgm:pt modelId="{3C48FF3A-B18D-450C-973B-87876AE50681}" type="pres">
      <dgm:prSet presAssocID="{6AD902B4-0B08-41C0-89EA-110F75E6D335}" presName="spaceRect" presStyleCnt="0"/>
      <dgm:spPr/>
    </dgm:pt>
    <dgm:pt modelId="{203B592A-B6F4-4D31-9130-EFF990089298}" type="pres">
      <dgm:prSet presAssocID="{6AD902B4-0B08-41C0-89EA-110F75E6D335}" presName="parTx" presStyleLbl="revTx" presStyleIdx="0" presStyleCnt="3">
        <dgm:presLayoutVars>
          <dgm:chMax val="0"/>
          <dgm:chPref val="0"/>
        </dgm:presLayoutVars>
      </dgm:prSet>
      <dgm:spPr/>
    </dgm:pt>
    <dgm:pt modelId="{8F28FB95-C251-4AD6-A566-F59F69C7A90F}" type="pres">
      <dgm:prSet presAssocID="{9C24E6E2-500A-4D18-9506-3FA7A04838E7}" presName="sibTrans" presStyleCnt="0"/>
      <dgm:spPr/>
    </dgm:pt>
    <dgm:pt modelId="{8FBF645F-174A-428A-BB7C-269BF6798AAC}" type="pres">
      <dgm:prSet presAssocID="{95E09EF7-43B7-4731-AB5D-428D6FFC77FD}" presName="compNode" presStyleCnt="0"/>
      <dgm:spPr/>
    </dgm:pt>
    <dgm:pt modelId="{6B643C03-49C1-4552-9028-37E74BBC6D6C}" type="pres">
      <dgm:prSet presAssocID="{95E09EF7-43B7-4731-AB5D-428D6FFC77FD}" presName="bgRect" presStyleLbl="bgShp" presStyleIdx="1" presStyleCnt="3"/>
      <dgm:spPr/>
    </dgm:pt>
    <dgm:pt modelId="{43E4F71F-6173-44E8-BDEF-222CF9D12F6F}" type="pres">
      <dgm:prSet presAssocID="{95E09EF7-43B7-4731-AB5D-428D6FFC77F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2651E8F6-FEDE-491F-AE36-51F383917660}" type="pres">
      <dgm:prSet presAssocID="{95E09EF7-43B7-4731-AB5D-428D6FFC77FD}" presName="spaceRect" presStyleCnt="0"/>
      <dgm:spPr/>
    </dgm:pt>
    <dgm:pt modelId="{009F59CA-F051-45A2-9E9C-C08C604D8D30}" type="pres">
      <dgm:prSet presAssocID="{95E09EF7-43B7-4731-AB5D-428D6FFC77FD}" presName="parTx" presStyleLbl="revTx" presStyleIdx="1" presStyleCnt="3">
        <dgm:presLayoutVars>
          <dgm:chMax val="0"/>
          <dgm:chPref val="0"/>
        </dgm:presLayoutVars>
      </dgm:prSet>
      <dgm:spPr/>
    </dgm:pt>
    <dgm:pt modelId="{D867605E-0E1C-4D45-B7C7-124FCEA30A5C}" type="pres">
      <dgm:prSet presAssocID="{BD5540A2-FCA8-45E0-A8EC-718625A86F44}" presName="sibTrans" presStyleCnt="0"/>
      <dgm:spPr/>
    </dgm:pt>
    <dgm:pt modelId="{E11D74EC-5B78-4F99-B395-737E7248AF35}" type="pres">
      <dgm:prSet presAssocID="{9BF6BFB4-2CD2-440E-8D65-0A1DC4ACD5B8}" presName="compNode" presStyleCnt="0"/>
      <dgm:spPr/>
    </dgm:pt>
    <dgm:pt modelId="{FE95636E-AFBB-486C-BC53-380BEFF8DEC9}" type="pres">
      <dgm:prSet presAssocID="{9BF6BFB4-2CD2-440E-8D65-0A1DC4ACD5B8}" presName="bgRect" presStyleLbl="bgShp" presStyleIdx="2" presStyleCnt="3"/>
      <dgm:spPr/>
    </dgm:pt>
    <dgm:pt modelId="{C4474A1F-4C96-4DE6-A0E0-AF31EE6EEF1D}" type="pres">
      <dgm:prSet presAssocID="{9BF6BFB4-2CD2-440E-8D65-0A1DC4ACD5B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n"/>
        </a:ext>
      </dgm:extLst>
    </dgm:pt>
    <dgm:pt modelId="{B6FA08E5-07F9-4CF1-B5CE-E48A70AC010F}" type="pres">
      <dgm:prSet presAssocID="{9BF6BFB4-2CD2-440E-8D65-0A1DC4ACD5B8}" presName="spaceRect" presStyleCnt="0"/>
      <dgm:spPr/>
    </dgm:pt>
    <dgm:pt modelId="{ECDA49DA-01CA-4A18-A1C2-6A64655F0C03}" type="pres">
      <dgm:prSet presAssocID="{9BF6BFB4-2CD2-440E-8D65-0A1DC4ACD5B8}" presName="parTx" presStyleLbl="revTx" presStyleIdx="2" presStyleCnt="3">
        <dgm:presLayoutVars>
          <dgm:chMax val="0"/>
          <dgm:chPref val="0"/>
        </dgm:presLayoutVars>
      </dgm:prSet>
      <dgm:spPr/>
    </dgm:pt>
  </dgm:ptLst>
  <dgm:cxnLst>
    <dgm:cxn modelId="{9DF7EF09-B574-468C-ADF1-021BA9574485}" type="presOf" srcId="{9BF6BFB4-2CD2-440E-8D65-0A1DC4ACD5B8}" destId="{ECDA49DA-01CA-4A18-A1C2-6A64655F0C03}" srcOrd="0" destOrd="0" presId="urn:microsoft.com/office/officeart/2018/2/layout/IconVerticalSolidList"/>
    <dgm:cxn modelId="{CD49F82A-EACF-4387-8A77-68931F7C776F}" type="presOf" srcId="{95E09EF7-43B7-4731-AB5D-428D6FFC77FD}" destId="{009F59CA-F051-45A2-9E9C-C08C604D8D30}" srcOrd="0" destOrd="0" presId="urn:microsoft.com/office/officeart/2018/2/layout/IconVerticalSolidList"/>
    <dgm:cxn modelId="{C0375349-E69F-4362-944B-637D93A78C67}" type="presOf" srcId="{DE7CACE3-9D28-43CE-9D17-09C7143B70F1}" destId="{B7B6808E-61F5-4EBC-84DB-4F320F0759A4}" srcOrd="0" destOrd="0" presId="urn:microsoft.com/office/officeart/2018/2/layout/IconVerticalSolidList"/>
    <dgm:cxn modelId="{A5E0944C-2AA2-45A8-91AA-0AE624248943}" srcId="{DE7CACE3-9D28-43CE-9D17-09C7143B70F1}" destId="{6AD902B4-0B08-41C0-89EA-110F75E6D335}" srcOrd="0" destOrd="0" parTransId="{D1E16AAE-FA2A-4ED4-8417-4847C8052018}" sibTransId="{9C24E6E2-500A-4D18-9506-3FA7A04838E7}"/>
    <dgm:cxn modelId="{B95CB372-F311-4230-8AA9-DE1A5B3A4966}" srcId="{DE7CACE3-9D28-43CE-9D17-09C7143B70F1}" destId="{95E09EF7-43B7-4731-AB5D-428D6FFC77FD}" srcOrd="1" destOrd="0" parTransId="{BB042E45-E353-4B02-A478-ADC59B83F880}" sibTransId="{BD5540A2-FCA8-45E0-A8EC-718625A86F44}"/>
    <dgm:cxn modelId="{BB499274-DF52-4E80-918B-D2290291A7C0}" type="presOf" srcId="{6AD902B4-0B08-41C0-89EA-110F75E6D335}" destId="{203B592A-B6F4-4D31-9130-EFF990089298}" srcOrd="0" destOrd="0" presId="urn:microsoft.com/office/officeart/2018/2/layout/IconVerticalSolidList"/>
    <dgm:cxn modelId="{1B552DBC-3FD1-4528-BCA7-5C9B92983B67}" srcId="{DE7CACE3-9D28-43CE-9D17-09C7143B70F1}" destId="{9BF6BFB4-2CD2-440E-8D65-0A1DC4ACD5B8}" srcOrd="2" destOrd="0" parTransId="{AB5E8802-ACEC-4077-9670-36AE919E7E71}" sibTransId="{76086F0B-9BE3-487D-A1F2-068D6A4440C2}"/>
    <dgm:cxn modelId="{3022ECD1-E5B6-4447-935B-22CACA147E6C}" type="presParOf" srcId="{B7B6808E-61F5-4EBC-84DB-4F320F0759A4}" destId="{918A2EFF-B64C-49A7-8DB6-2B857A91CFD9}" srcOrd="0" destOrd="0" presId="urn:microsoft.com/office/officeart/2018/2/layout/IconVerticalSolidList"/>
    <dgm:cxn modelId="{18023F97-27D8-44AE-A496-A3416AFB8896}" type="presParOf" srcId="{918A2EFF-B64C-49A7-8DB6-2B857A91CFD9}" destId="{CF975842-3B60-42EF-BF99-8FD1E2AC6CA3}" srcOrd="0" destOrd="0" presId="urn:microsoft.com/office/officeart/2018/2/layout/IconVerticalSolidList"/>
    <dgm:cxn modelId="{AFAD0ADE-4DE9-4973-A7C7-40ABF18DC7F2}" type="presParOf" srcId="{918A2EFF-B64C-49A7-8DB6-2B857A91CFD9}" destId="{488B12BB-AE29-41D3-8ADC-30A487886600}" srcOrd="1" destOrd="0" presId="urn:microsoft.com/office/officeart/2018/2/layout/IconVerticalSolidList"/>
    <dgm:cxn modelId="{64B18769-D136-43FF-8E33-5D7D30450DB7}" type="presParOf" srcId="{918A2EFF-B64C-49A7-8DB6-2B857A91CFD9}" destId="{3C48FF3A-B18D-450C-973B-87876AE50681}" srcOrd="2" destOrd="0" presId="urn:microsoft.com/office/officeart/2018/2/layout/IconVerticalSolidList"/>
    <dgm:cxn modelId="{67387E08-24F3-4B86-9820-B7727CF5AED2}" type="presParOf" srcId="{918A2EFF-B64C-49A7-8DB6-2B857A91CFD9}" destId="{203B592A-B6F4-4D31-9130-EFF990089298}" srcOrd="3" destOrd="0" presId="urn:microsoft.com/office/officeart/2018/2/layout/IconVerticalSolidList"/>
    <dgm:cxn modelId="{19C899E8-13B4-41CA-A165-836EBD42A9BA}" type="presParOf" srcId="{B7B6808E-61F5-4EBC-84DB-4F320F0759A4}" destId="{8F28FB95-C251-4AD6-A566-F59F69C7A90F}" srcOrd="1" destOrd="0" presId="urn:microsoft.com/office/officeart/2018/2/layout/IconVerticalSolidList"/>
    <dgm:cxn modelId="{A4418FE7-0C62-4610-8E40-9B047C3BAC28}" type="presParOf" srcId="{B7B6808E-61F5-4EBC-84DB-4F320F0759A4}" destId="{8FBF645F-174A-428A-BB7C-269BF6798AAC}" srcOrd="2" destOrd="0" presId="urn:microsoft.com/office/officeart/2018/2/layout/IconVerticalSolidList"/>
    <dgm:cxn modelId="{D736304F-A9A1-4007-8D20-CC64417AEF5D}" type="presParOf" srcId="{8FBF645F-174A-428A-BB7C-269BF6798AAC}" destId="{6B643C03-49C1-4552-9028-37E74BBC6D6C}" srcOrd="0" destOrd="0" presId="urn:microsoft.com/office/officeart/2018/2/layout/IconVerticalSolidList"/>
    <dgm:cxn modelId="{9A0276AA-FC91-4F27-9350-C1DBE9B18A5F}" type="presParOf" srcId="{8FBF645F-174A-428A-BB7C-269BF6798AAC}" destId="{43E4F71F-6173-44E8-BDEF-222CF9D12F6F}" srcOrd="1" destOrd="0" presId="urn:microsoft.com/office/officeart/2018/2/layout/IconVerticalSolidList"/>
    <dgm:cxn modelId="{633068F6-D085-43F3-B7C8-FE252E947E40}" type="presParOf" srcId="{8FBF645F-174A-428A-BB7C-269BF6798AAC}" destId="{2651E8F6-FEDE-491F-AE36-51F383917660}" srcOrd="2" destOrd="0" presId="urn:microsoft.com/office/officeart/2018/2/layout/IconVerticalSolidList"/>
    <dgm:cxn modelId="{97EDD794-244E-4A00-A6E4-1D860516BF9E}" type="presParOf" srcId="{8FBF645F-174A-428A-BB7C-269BF6798AAC}" destId="{009F59CA-F051-45A2-9E9C-C08C604D8D30}" srcOrd="3" destOrd="0" presId="urn:microsoft.com/office/officeart/2018/2/layout/IconVerticalSolidList"/>
    <dgm:cxn modelId="{132218EA-6626-41F6-AA27-47E59D19E70E}" type="presParOf" srcId="{B7B6808E-61F5-4EBC-84DB-4F320F0759A4}" destId="{D867605E-0E1C-4D45-B7C7-124FCEA30A5C}" srcOrd="3" destOrd="0" presId="urn:microsoft.com/office/officeart/2018/2/layout/IconVerticalSolidList"/>
    <dgm:cxn modelId="{7260474C-DA61-495B-8F1A-0080E440C8FE}" type="presParOf" srcId="{B7B6808E-61F5-4EBC-84DB-4F320F0759A4}" destId="{E11D74EC-5B78-4F99-B395-737E7248AF35}" srcOrd="4" destOrd="0" presId="urn:microsoft.com/office/officeart/2018/2/layout/IconVerticalSolidList"/>
    <dgm:cxn modelId="{A6731B83-B34F-4FE6-BED7-DDA4B4AC381F}" type="presParOf" srcId="{E11D74EC-5B78-4F99-B395-737E7248AF35}" destId="{FE95636E-AFBB-486C-BC53-380BEFF8DEC9}" srcOrd="0" destOrd="0" presId="urn:microsoft.com/office/officeart/2018/2/layout/IconVerticalSolidList"/>
    <dgm:cxn modelId="{E49567EE-F613-411C-83F7-46693A488503}" type="presParOf" srcId="{E11D74EC-5B78-4F99-B395-737E7248AF35}" destId="{C4474A1F-4C96-4DE6-A0E0-AF31EE6EEF1D}" srcOrd="1" destOrd="0" presId="urn:microsoft.com/office/officeart/2018/2/layout/IconVerticalSolidList"/>
    <dgm:cxn modelId="{4A8BD60F-62FF-4509-87A2-F22B9B5E9995}" type="presParOf" srcId="{E11D74EC-5B78-4F99-B395-737E7248AF35}" destId="{B6FA08E5-07F9-4CF1-B5CE-E48A70AC010F}" srcOrd="2" destOrd="0" presId="urn:microsoft.com/office/officeart/2018/2/layout/IconVerticalSolidList"/>
    <dgm:cxn modelId="{0993279E-58E3-434E-9260-90D3A6473BFB}" type="presParOf" srcId="{E11D74EC-5B78-4F99-B395-737E7248AF35}" destId="{ECDA49DA-01CA-4A18-A1C2-6A64655F0C0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B3E0B03-DC8E-466C-87F1-A4B46C8282A6}"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75248F3E-AA67-44EA-AA44-3958C86B8D93}">
      <dgm:prSet/>
      <dgm:spPr/>
      <dgm:t>
        <a:bodyPr/>
        <a:lstStyle/>
        <a:p>
          <a:pPr>
            <a:defRPr cap="all"/>
          </a:pPr>
          <a:r>
            <a:rPr lang="en-GB"/>
            <a:t>Discover</a:t>
          </a:r>
          <a:endParaRPr lang="en-US"/>
        </a:p>
      </dgm:t>
    </dgm:pt>
    <dgm:pt modelId="{766D4752-E802-47E1-AB00-C890E503B851}" type="parTrans" cxnId="{58DB4F2D-0D07-41FA-BC38-A1C80A213328}">
      <dgm:prSet/>
      <dgm:spPr/>
      <dgm:t>
        <a:bodyPr/>
        <a:lstStyle/>
        <a:p>
          <a:endParaRPr lang="en-US"/>
        </a:p>
      </dgm:t>
    </dgm:pt>
    <dgm:pt modelId="{3F57818E-C6F4-4948-BA6F-B8228CA76431}" type="sibTrans" cxnId="{58DB4F2D-0D07-41FA-BC38-A1C80A213328}">
      <dgm:prSet/>
      <dgm:spPr/>
      <dgm:t>
        <a:bodyPr/>
        <a:lstStyle/>
        <a:p>
          <a:endParaRPr lang="en-US"/>
        </a:p>
      </dgm:t>
    </dgm:pt>
    <dgm:pt modelId="{68C19433-F180-4045-91FB-9F572820B196}">
      <dgm:prSet/>
      <dgm:spPr/>
      <dgm:t>
        <a:bodyPr/>
        <a:lstStyle/>
        <a:p>
          <a:pPr>
            <a:defRPr cap="all"/>
          </a:pPr>
          <a:r>
            <a:rPr lang="en-GB"/>
            <a:t>Dream</a:t>
          </a:r>
          <a:endParaRPr lang="en-US"/>
        </a:p>
      </dgm:t>
    </dgm:pt>
    <dgm:pt modelId="{C4440E2B-D029-494E-B731-1808EFE6AE75}" type="parTrans" cxnId="{5AE58988-54B7-49F2-A77F-95ED5CC2BF3F}">
      <dgm:prSet/>
      <dgm:spPr/>
      <dgm:t>
        <a:bodyPr/>
        <a:lstStyle/>
        <a:p>
          <a:endParaRPr lang="en-US"/>
        </a:p>
      </dgm:t>
    </dgm:pt>
    <dgm:pt modelId="{4BC27FAD-AB7A-475A-AFCD-9631837D3DEB}" type="sibTrans" cxnId="{5AE58988-54B7-49F2-A77F-95ED5CC2BF3F}">
      <dgm:prSet/>
      <dgm:spPr/>
      <dgm:t>
        <a:bodyPr/>
        <a:lstStyle/>
        <a:p>
          <a:endParaRPr lang="en-US"/>
        </a:p>
      </dgm:t>
    </dgm:pt>
    <dgm:pt modelId="{4F84EB91-5A13-43B4-90C7-1673CC52B8DC}">
      <dgm:prSet/>
      <dgm:spPr/>
      <dgm:t>
        <a:bodyPr/>
        <a:lstStyle/>
        <a:p>
          <a:pPr>
            <a:defRPr cap="all"/>
          </a:pPr>
          <a:r>
            <a:rPr lang="en-GB"/>
            <a:t>Design</a:t>
          </a:r>
          <a:endParaRPr lang="en-US"/>
        </a:p>
      </dgm:t>
    </dgm:pt>
    <dgm:pt modelId="{566988C9-9907-4172-B75A-E8D4E974EE4A}" type="parTrans" cxnId="{5CA42682-6B4F-4C0E-ADC5-40E2A9BDC157}">
      <dgm:prSet/>
      <dgm:spPr/>
      <dgm:t>
        <a:bodyPr/>
        <a:lstStyle/>
        <a:p>
          <a:endParaRPr lang="en-US"/>
        </a:p>
      </dgm:t>
    </dgm:pt>
    <dgm:pt modelId="{EF145179-E488-4FC2-BBEC-079C034E1C8C}" type="sibTrans" cxnId="{5CA42682-6B4F-4C0E-ADC5-40E2A9BDC157}">
      <dgm:prSet/>
      <dgm:spPr/>
      <dgm:t>
        <a:bodyPr/>
        <a:lstStyle/>
        <a:p>
          <a:endParaRPr lang="en-US"/>
        </a:p>
      </dgm:t>
    </dgm:pt>
    <dgm:pt modelId="{11442895-12D9-4ACF-857A-9875DE5D6A62}">
      <dgm:prSet/>
      <dgm:spPr/>
      <dgm:t>
        <a:bodyPr/>
        <a:lstStyle/>
        <a:p>
          <a:pPr>
            <a:defRPr cap="all"/>
          </a:pPr>
          <a:r>
            <a:rPr lang="en-GB"/>
            <a:t>Deliver</a:t>
          </a:r>
          <a:endParaRPr lang="en-US"/>
        </a:p>
      </dgm:t>
    </dgm:pt>
    <dgm:pt modelId="{ADD3397B-F57D-4D6F-AD22-2B6F08C6625B}" type="parTrans" cxnId="{3887E43C-D33F-4D1B-8E0B-4D93A360CEA6}">
      <dgm:prSet/>
      <dgm:spPr/>
      <dgm:t>
        <a:bodyPr/>
        <a:lstStyle/>
        <a:p>
          <a:endParaRPr lang="en-US"/>
        </a:p>
      </dgm:t>
    </dgm:pt>
    <dgm:pt modelId="{9AE0D644-73EF-42D9-8CEE-BFCCA62F12AE}" type="sibTrans" cxnId="{3887E43C-D33F-4D1B-8E0B-4D93A360CEA6}">
      <dgm:prSet/>
      <dgm:spPr/>
      <dgm:t>
        <a:bodyPr/>
        <a:lstStyle/>
        <a:p>
          <a:endParaRPr lang="en-US"/>
        </a:p>
      </dgm:t>
    </dgm:pt>
    <dgm:pt modelId="{29169E2C-ECBD-4EA4-BE5C-B6615E640710}" type="pres">
      <dgm:prSet presAssocID="{3B3E0B03-DC8E-466C-87F1-A4B46C8282A6}" presName="root" presStyleCnt="0">
        <dgm:presLayoutVars>
          <dgm:dir/>
          <dgm:resizeHandles val="exact"/>
        </dgm:presLayoutVars>
      </dgm:prSet>
      <dgm:spPr/>
    </dgm:pt>
    <dgm:pt modelId="{2CE5F8EE-07D0-4DEA-981F-BFF85D9BC860}" type="pres">
      <dgm:prSet presAssocID="{75248F3E-AA67-44EA-AA44-3958C86B8D93}" presName="compNode" presStyleCnt="0"/>
      <dgm:spPr/>
    </dgm:pt>
    <dgm:pt modelId="{28BA9809-01D5-4B4D-8FC3-142BE48B25A2}" type="pres">
      <dgm:prSet presAssocID="{75248F3E-AA67-44EA-AA44-3958C86B8D93}" presName="iconBgRect" presStyleLbl="bgShp" presStyleIdx="0" presStyleCnt="4"/>
      <dgm:spPr/>
    </dgm:pt>
    <dgm:pt modelId="{82B4FD20-AC3B-43A2-B9DF-1C1565BCEF8D}" type="pres">
      <dgm:prSet presAssocID="{75248F3E-AA67-44EA-AA44-3958C86B8D9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A8175E84-2735-4F4F-832F-CCB613834258}" type="pres">
      <dgm:prSet presAssocID="{75248F3E-AA67-44EA-AA44-3958C86B8D93}" presName="spaceRect" presStyleCnt="0"/>
      <dgm:spPr/>
    </dgm:pt>
    <dgm:pt modelId="{7E161684-B90E-46F4-ABCC-BA841D3313B4}" type="pres">
      <dgm:prSet presAssocID="{75248F3E-AA67-44EA-AA44-3958C86B8D93}" presName="textRect" presStyleLbl="revTx" presStyleIdx="0" presStyleCnt="4">
        <dgm:presLayoutVars>
          <dgm:chMax val="1"/>
          <dgm:chPref val="1"/>
        </dgm:presLayoutVars>
      </dgm:prSet>
      <dgm:spPr/>
    </dgm:pt>
    <dgm:pt modelId="{4311BEE1-6998-4650-BEFD-5A49FE524D44}" type="pres">
      <dgm:prSet presAssocID="{3F57818E-C6F4-4948-BA6F-B8228CA76431}" presName="sibTrans" presStyleCnt="0"/>
      <dgm:spPr/>
    </dgm:pt>
    <dgm:pt modelId="{C212296F-398A-4C3C-B277-F763348EBBED}" type="pres">
      <dgm:prSet presAssocID="{68C19433-F180-4045-91FB-9F572820B196}" presName="compNode" presStyleCnt="0"/>
      <dgm:spPr/>
    </dgm:pt>
    <dgm:pt modelId="{709E5AC8-C568-4285-B3CA-0DBF5BAC904D}" type="pres">
      <dgm:prSet presAssocID="{68C19433-F180-4045-91FB-9F572820B196}" presName="iconBgRect" presStyleLbl="bgShp" presStyleIdx="1" presStyleCnt="4"/>
      <dgm:spPr/>
    </dgm:pt>
    <dgm:pt modelId="{52894EE0-6791-4354-8780-5EDA6C6234FA}" type="pres">
      <dgm:prSet presAssocID="{68C19433-F180-4045-91FB-9F572820B19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ought bubble"/>
        </a:ext>
      </dgm:extLst>
    </dgm:pt>
    <dgm:pt modelId="{BC34750A-2B50-45BC-B5D0-E43CFE75D365}" type="pres">
      <dgm:prSet presAssocID="{68C19433-F180-4045-91FB-9F572820B196}" presName="spaceRect" presStyleCnt="0"/>
      <dgm:spPr/>
    </dgm:pt>
    <dgm:pt modelId="{2BA3D2E7-DF34-49E0-BA1B-7EE869967941}" type="pres">
      <dgm:prSet presAssocID="{68C19433-F180-4045-91FB-9F572820B196}" presName="textRect" presStyleLbl="revTx" presStyleIdx="1" presStyleCnt="4">
        <dgm:presLayoutVars>
          <dgm:chMax val="1"/>
          <dgm:chPref val="1"/>
        </dgm:presLayoutVars>
      </dgm:prSet>
      <dgm:spPr/>
    </dgm:pt>
    <dgm:pt modelId="{AA1DC725-6EF2-4EF3-8008-6F29E7CA44FD}" type="pres">
      <dgm:prSet presAssocID="{4BC27FAD-AB7A-475A-AFCD-9631837D3DEB}" presName="sibTrans" presStyleCnt="0"/>
      <dgm:spPr/>
    </dgm:pt>
    <dgm:pt modelId="{F799963F-6E94-480C-9876-7C250FDFD789}" type="pres">
      <dgm:prSet presAssocID="{4F84EB91-5A13-43B4-90C7-1673CC52B8DC}" presName="compNode" presStyleCnt="0"/>
      <dgm:spPr/>
    </dgm:pt>
    <dgm:pt modelId="{776FE2B7-3DD0-4830-9E5E-44F38170D08E}" type="pres">
      <dgm:prSet presAssocID="{4F84EB91-5A13-43B4-90C7-1673CC52B8DC}" presName="iconBgRect" presStyleLbl="bgShp" presStyleIdx="2" presStyleCnt="4"/>
      <dgm:spPr/>
    </dgm:pt>
    <dgm:pt modelId="{525527F5-395E-4048-9D08-5E0235D61E4C}" type="pres">
      <dgm:prSet presAssocID="{4F84EB91-5A13-43B4-90C7-1673CC52B8D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6FDC1A4F-DFBA-4D23-A8E7-C78102E04DED}" type="pres">
      <dgm:prSet presAssocID="{4F84EB91-5A13-43B4-90C7-1673CC52B8DC}" presName="spaceRect" presStyleCnt="0"/>
      <dgm:spPr/>
    </dgm:pt>
    <dgm:pt modelId="{55D13880-4DA9-44FE-AC42-DF9FE7C0E6E5}" type="pres">
      <dgm:prSet presAssocID="{4F84EB91-5A13-43B4-90C7-1673CC52B8DC}" presName="textRect" presStyleLbl="revTx" presStyleIdx="2" presStyleCnt="4">
        <dgm:presLayoutVars>
          <dgm:chMax val="1"/>
          <dgm:chPref val="1"/>
        </dgm:presLayoutVars>
      </dgm:prSet>
      <dgm:spPr/>
    </dgm:pt>
    <dgm:pt modelId="{FC696AE3-1423-4383-8FD0-FA4A0306454D}" type="pres">
      <dgm:prSet presAssocID="{EF145179-E488-4FC2-BBEC-079C034E1C8C}" presName="sibTrans" presStyleCnt="0"/>
      <dgm:spPr/>
    </dgm:pt>
    <dgm:pt modelId="{F2D0597D-41CD-419D-9B4A-1483136946B6}" type="pres">
      <dgm:prSet presAssocID="{11442895-12D9-4ACF-857A-9875DE5D6A62}" presName="compNode" presStyleCnt="0"/>
      <dgm:spPr/>
    </dgm:pt>
    <dgm:pt modelId="{21B6B527-7775-4FFC-A19F-90FC38484002}" type="pres">
      <dgm:prSet presAssocID="{11442895-12D9-4ACF-857A-9875DE5D6A62}" presName="iconBgRect" presStyleLbl="bgShp" presStyleIdx="3" presStyleCnt="4"/>
      <dgm:spPr/>
    </dgm:pt>
    <dgm:pt modelId="{DC33EB83-438C-4F81-8ABC-362EAD31DB36}" type="pres">
      <dgm:prSet presAssocID="{11442895-12D9-4ACF-857A-9875DE5D6A6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uck"/>
        </a:ext>
      </dgm:extLst>
    </dgm:pt>
    <dgm:pt modelId="{22FA76F7-A7F0-4300-9AE2-3EAC0257A8C4}" type="pres">
      <dgm:prSet presAssocID="{11442895-12D9-4ACF-857A-9875DE5D6A62}" presName="spaceRect" presStyleCnt="0"/>
      <dgm:spPr/>
    </dgm:pt>
    <dgm:pt modelId="{096EE722-DF12-44E0-BC80-81423F70E4F0}" type="pres">
      <dgm:prSet presAssocID="{11442895-12D9-4ACF-857A-9875DE5D6A62}" presName="textRect" presStyleLbl="revTx" presStyleIdx="3" presStyleCnt="4">
        <dgm:presLayoutVars>
          <dgm:chMax val="1"/>
          <dgm:chPref val="1"/>
        </dgm:presLayoutVars>
      </dgm:prSet>
      <dgm:spPr/>
    </dgm:pt>
  </dgm:ptLst>
  <dgm:cxnLst>
    <dgm:cxn modelId="{58DB4F2D-0D07-41FA-BC38-A1C80A213328}" srcId="{3B3E0B03-DC8E-466C-87F1-A4B46C8282A6}" destId="{75248F3E-AA67-44EA-AA44-3958C86B8D93}" srcOrd="0" destOrd="0" parTransId="{766D4752-E802-47E1-AB00-C890E503B851}" sibTransId="{3F57818E-C6F4-4948-BA6F-B8228CA76431}"/>
    <dgm:cxn modelId="{7FB5D92F-9EA6-4669-AA44-E812A26A5A1C}" type="presOf" srcId="{4F84EB91-5A13-43B4-90C7-1673CC52B8DC}" destId="{55D13880-4DA9-44FE-AC42-DF9FE7C0E6E5}" srcOrd="0" destOrd="0" presId="urn:microsoft.com/office/officeart/2018/5/layout/IconCircleLabelList"/>
    <dgm:cxn modelId="{3887E43C-D33F-4D1B-8E0B-4D93A360CEA6}" srcId="{3B3E0B03-DC8E-466C-87F1-A4B46C8282A6}" destId="{11442895-12D9-4ACF-857A-9875DE5D6A62}" srcOrd="3" destOrd="0" parTransId="{ADD3397B-F57D-4D6F-AD22-2B6F08C6625B}" sibTransId="{9AE0D644-73EF-42D9-8CEE-BFCCA62F12AE}"/>
    <dgm:cxn modelId="{E1AC3C79-54A7-42AD-A784-1D48FE701DA6}" type="presOf" srcId="{75248F3E-AA67-44EA-AA44-3958C86B8D93}" destId="{7E161684-B90E-46F4-ABCC-BA841D3313B4}" srcOrd="0" destOrd="0" presId="urn:microsoft.com/office/officeart/2018/5/layout/IconCircleLabelList"/>
    <dgm:cxn modelId="{5CA42682-6B4F-4C0E-ADC5-40E2A9BDC157}" srcId="{3B3E0B03-DC8E-466C-87F1-A4B46C8282A6}" destId="{4F84EB91-5A13-43B4-90C7-1673CC52B8DC}" srcOrd="2" destOrd="0" parTransId="{566988C9-9907-4172-B75A-E8D4E974EE4A}" sibTransId="{EF145179-E488-4FC2-BBEC-079C034E1C8C}"/>
    <dgm:cxn modelId="{5AE58988-54B7-49F2-A77F-95ED5CC2BF3F}" srcId="{3B3E0B03-DC8E-466C-87F1-A4B46C8282A6}" destId="{68C19433-F180-4045-91FB-9F572820B196}" srcOrd="1" destOrd="0" parTransId="{C4440E2B-D029-494E-B731-1808EFE6AE75}" sibTransId="{4BC27FAD-AB7A-475A-AFCD-9631837D3DEB}"/>
    <dgm:cxn modelId="{FA8A95B3-F634-4E74-85F7-58B931BF0459}" type="presOf" srcId="{3B3E0B03-DC8E-466C-87F1-A4B46C8282A6}" destId="{29169E2C-ECBD-4EA4-BE5C-B6615E640710}" srcOrd="0" destOrd="0" presId="urn:microsoft.com/office/officeart/2018/5/layout/IconCircleLabelList"/>
    <dgm:cxn modelId="{EFCD83EE-905B-4F8D-878C-CB614E845B11}" type="presOf" srcId="{11442895-12D9-4ACF-857A-9875DE5D6A62}" destId="{096EE722-DF12-44E0-BC80-81423F70E4F0}" srcOrd="0" destOrd="0" presId="urn:microsoft.com/office/officeart/2018/5/layout/IconCircleLabelList"/>
    <dgm:cxn modelId="{EBDF44F8-F781-4588-9775-3C0EE4AD7998}" type="presOf" srcId="{68C19433-F180-4045-91FB-9F572820B196}" destId="{2BA3D2E7-DF34-49E0-BA1B-7EE869967941}" srcOrd="0" destOrd="0" presId="urn:microsoft.com/office/officeart/2018/5/layout/IconCircleLabelList"/>
    <dgm:cxn modelId="{87E5FA66-BCF2-4045-888F-D2E62ED9840A}" type="presParOf" srcId="{29169E2C-ECBD-4EA4-BE5C-B6615E640710}" destId="{2CE5F8EE-07D0-4DEA-981F-BFF85D9BC860}" srcOrd="0" destOrd="0" presId="urn:microsoft.com/office/officeart/2018/5/layout/IconCircleLabelList"/>
    <dgm:cxn modelId="{3D858C70-3184-421B-A6E4-87BF5D9BE8AF}" type="presParOf" srcId="{2CE5F8EE-07D0-4DEA-981F-BFF85D9BC860}" destId="{28BA9809-01D5-4B4D-8FC3-142BE48B25A2}" srcOrd="0" destOrd="0" presId="urn:microsoft.com/office/officeart/2018/5/layout/IconCircleLabelList"/>
    <dgm:cxn modelId="{D41131C3-6349-4757-92DA-30C43AE490F3}" type="presParOf" srcId="{2CE5F8EE-07D0-4DEA-981F-BFF85D9BC860}" destId="{82B4FD20-AC3B-43A2-B9DF-1C1565BCEF8D}" srcOrd="1" destOrd="0" presId="urn:microsoft.com/office/officeart/2018/5/layout/IconCircleLabelList"/>
    <dgm:cxn modelId="{0DC3FFC2-ABC4-4837-A19B-A46F82AD9B2D}" type="presParOf" srcId="{2CE5F8EE-07D0-4DEA-981F-BFF85D9BC860}" destId="{A8175E84-2735-4F4F-832F-CCB613834258}" srcOrd="2" destOrd="0" presId="urn:microsoft.com/office/officeart/2018/5/layout/IconCircleLabelList"/>
    <dgm:cxn modelId="{D33A56D7-6B59-46A4-8B21-78B4AF6707CC}" type="presParOf" srcId="{2CE5F8EE-07D0-4DEA-981F-BFF85D9BC860}" destId="{7E161684-B90E-46F4-ABCC-BA841D3313B4}" srcOrd="3" destOrd="0" presId="urn:microsoft.com/office/officeart/2018/5/layout/IconCircleLabelList"/>
    <dgm:cxn modelId="{AB474997-B9B8-4DD1-81BA-B8DD8EBBD368}" type="presParOf" srcId="{29169E2C-ECBD-4EA4-BE5C-B6615E640710}" destId="{4311BEE1-6998-4650-BEFD-5A49FE524D44}" srcOrd="1" destOrd="0" presId="urn:microsoft.com/office/officeart/2018/5/layout/IconCircleLabelList"/>
    <dgm:cxn modelId="{3F506A0C-BF5E-4FF6-A697-0441CF81FB9D}" type="presParOf" srcId="{29169E2C-ECBD-4EA4-BE5C-B6615E640710}" destId="{C212296F-398A-4C3C-B277-F763348EBBED}" srcOrd="2" destOrd="0" presId="urn:microsoft.com/office/officeart/2018/5/layout/IconCircleLabelList"/>
    <dgm:cxn modelId="{C9181FC9-041F-4CDC-81F2-46B77AB56056}" type="presParOf" srcId="{C212296F-398A-4C3C-B277-F763348EBBED}" destId="{709E5AC8-C568-4285-B3CA-0DBF5BAC904D}" srcOrd="0" destOrd="0" presId="urn:microsoft.com/office/officeart/2018/5/layout/IconCircleLabelList"/>
    <dgm:cxn modelId="{1BBD5261-E016-4B26-AF2B-28617FEFA646}" type="presParOf" srcId="{C212296F-398A-4C3C-B277-F763348EBBED}" destId="{52894EE0-6791-4354-8780-5EDA6C6234FA}" srcOrd="1" destOrd="0" presId="urn:microsoft.com/office/officeart/2018/5/layout/IconCircleLabelList"/>
    <dgm:cxn modelId="{AC1D5275-9215-4071-95E1-5E63C8A67749}" type="presParOf" srcId="{C212296F-398A-4C3C-B277-F763348EBBED}" destId="{BC34750A-2B50-45BC-B5D0-E43CFE75D365}" srcOrd="2" destOrd="0" presId="urn:microsoft.com/office/officeart/2018/5/layout/IconCircleLabelList"/>
    <dgm:cxn modelId="{6459B812-5C27-4B40-B65E-462C7D24D3CF}" type="presParOf" srcId="{C212296F-398A-4C3C-B277-F763348EBBED}" destId="{2BA3D2E7-DF34-49E0-BA1B-7EE869967941}" srcOrd="3" destOrd="0" presId="urn:microsoft.com/office/officeart/2018/5/layout/IconCircleLabelList"/>
    <dgm:cxn modelId="{2773B5D4-1112-401D-B619-B5E4F51ABA1C}" type="presParOf" srcId="{29169E2C-ECBD-4EA4-BE5C-B6615E640710}" destId="{AA1DC725-6EF2-4EF3-8008-6F29E7CA44FD}" srcOrd="3" destOrd="0" presId="urn:microsoft.com/office/officeart/2018/5/layout/IconCircleLabelList"/>
    <dgm:cxn modelId="{E89D3F85-F68A-4BD7-B5BF-9BB86E3EDC58}" type="presParOf" srcId="{29169E2C-ECBD-4EA4-BE5C-B6615E640710}" destId="{F799963F-6E94-480C-9876-7C250FDFD789}" srcOrd="4" destOrd="0" presId="urn:microsoft.com/office/officeart/2018/5/layout/IconCircleLabelList"/>
    <dgm:cxn modelId="{9B2C5306-489D-4545-931B-443A99BB2CCA}" type="presParOf" srcId="{F799963F-6E94-480C-9876-7C250FDFD789}" destId="{776FE2B7-3DD0-4830-9E5E-44F38170D08E}" srcOrd="0" destOrd="0" presId="urn:microsoft.com/office/officeart/2018/5/layout/IconCircleLabelList"/>
    <dgm:cxn modelId="{7576515A-BB63-45E4-B0AE-F25FCF6480C7}" type="presParOf" srcId="{F799963F-6E94-480C-9876-7C250FDFD789}" destId="{525527F5-395E-4048-9D08-5E0235D61E4C}" srcOrd="1" destOrd="0" presId="urn:microsoft.com/office/officeart/2018/5/layout/IconCircleLabelList"/>
    <dgm:cxn modelId="{06930EA3-A408-4115-97EC-F59967489CFD}" type="presParOf" srcId="{F799963F-6E94-480C-9876-7C250FDFD789}" destId="{6FDC1A4F-DFBA-4D23-A8E7-C78102E04DED}" srcOrd="2" destOrd="0" presId="urn:microsoft.com/office/officeart/2018/5/layout/IconCircleLabelList"/>
    <dgm:cxn modelId="{DDE2E096-8428-452A-995D-EBB36AD4671A}" type="presParOf" srcId="{F799963F-6E94-480C-9876-7C250FDFD789}" destId="{55D13880-4DA9-44FE-AC42-DF9FE7C0E6E5}" srcOrd="3" destOrd="0" presId="urn:microsoft.com/office/officeart/2018/5/layout/IconCircleLabelList"/>
    <dgm:cxn modelId="{BEC19F3D-8F10-4972-8790-FFFEE4C17B79}" type="presParOf" srcId="{29169E2C-ECBD-4EA4-BE5C-B6615E640710}" destId="{FC696AE3-1423-4383-8FD0-FA4A0306454D}" srcOrd="5" destOrd="0" presId="urn:microsoft.com/office/officeart/2018/5/layout/IconCircleLabelList"/>
    <dgm:cxn modelId="{E963DCFC-AF59-4014-B792-603977933E1C}" type="presParOf" srcId="{29169E2C-ECBD-4EA4-BE5C-B6615E640710}" destId="{F2D0597D-41CD-419D-9B4A-1483136946B6}" srcOrd="6" destOrd="0" presId="urn:microsoft.com/office/officeart/2018/5/layout/IconCircleLabelList"/>
    <dgm:cxn modelId="{C609FF37-EAF1-46B7-B6DF-354A320A1D6C}" type="presParOf" srcId="{F2D0597D-41CD-419D-9B4A-1483136946B6}" destId="{21B6B527-7775-4FFC-A19F-90FC38484002}" srcOrd="0" destOrd="0" presId="urn:microsoft.com/office/officeart/2018/5/layout/IconCircleLabelList"/>
    <dgm:cxn modelId="{159D9560-6DDA-4950-A767-F787CD9D31C0}" type="presParOf" srcId="{F2D0597D-41CD-419D-9B4A-1483136946B6}" destId="{DC33EB83-438C-4F81-8ABC-362EAD31DB36}" srcOrd="1" destOrd="0" presId="urn:microsoft.com/office/officeart/2018/5/layout/IconCircleLabelList"/>
    <dgm:cxn modelId="{2EE7AE1E-A544-4C54-ADE0-4A634E154A29}" type="presParOf" srcId="{F2D0597D-41CD-419D-9B4A-1483136946B6}" destId="{22FA76F7-A7F0-4300-9AE2-3EAC0257A8C4}" srcOrd="2" destOrd="0" presId="urn:microsoft.com/office/officeart/2018/5/layout/IconCircleLabelList"/>
    <dgm:cxn modelId="{A1EE98CB-372F-4529-ACD2-8761C5FBED07}" type="presParOf" srcId="{F2D0597D-41CD-419D-9B4A-1483136946B6}" destId="{096EE722-DF12-44E0-BC80-81423F70E4F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277C3AD-3BC7-4AD2-A9F2-E05E13F7EC83}" type="doc">
      <dgm:prSet loTypeId="urn:microsoft.com/office/officeart/2005/8/layout/vList5" loCatId="list" qsTypeId="urn:microsoft.com/office/officeart/2005/8/quickstyle/simple5" qsCatId="simple" csTypeId="urn:microsoft.com/office/officeart/2005/8/colors/accent2_2" csCatId="accent2" phldr="1"/>
      <dgm:spPr/>
      <dgm:t>
        <a:bodyPr/>
        <a:lstStyle/>
        <a:p>
          <a:endParaRPr lang="en-US"/>
        </a:p>
      </dgm:t>
    </dgm:pt>
    <dgm:pt modelId="{F14475D7-3A73-4E49-BED0-CD46AE562B9C}">
      <dgm:prSet/>
      <dgm:spPr/>
      <dgm:t>
        <a:bodyPr/>
        <a:lstStyle/>
        <a:p>
          <a:pPr>
            <a:defRPr cap="all"/>
          </a:pPr>
          <a:r>
            <a:rPr lang="en-GB" dirty="0"/>
            <a:t>let's break into  small groups of 4. </a:t>
          </a:r>
          <a:endParaRPr lang="en-US" dirty="0"/>
        </a:p>
      </dgm:t>
    </dgm:pt>
    <dgm:pt modelId="{0D07263D-980F-492C-8413-2D27873D59BC}" type="parTrans" cxnId="{95D162EC-FFCB-4984-903E-1AF5F79173CC}">
      <dgm:prSet/>
      <dgm:spPr/>
      <dgm:t>
        <a:bodyPr/>
        <a:lstStyle/>
        <a:p>
          <a:endParaRPr lang="en-US"/>
        </a:p>
      </dgm:t>
    </dgm:pt>
    <dgm:pt modelId="{5567482D-4612-4766-8066-358BEB9CD0CC}" type="sibTrans" cxnId="{95D162EC-FFCB-4984-903E-1AF5F79173CC}">
      <dgm:prSet/>
      <dgm:spPr/>
      <dgm:t>
        <a:bodyPr/>
        <a:lstStyle/>
        <a:p>
          <a:endParaRPr lang="en-US"/>
        </a:p>
      </dgm:t>
    </dgm:pt>
    <dgm:pt modelId="{C93235A7-E99A-49F7-A5D7-D70C781F94A3}">
      <dgm:prSet/>
      <dgm:spPr/>
      <dgm:t>
        <a:bodyPr/>
        <a:lstStyle/>
        <a:p>
          <a:pPr>
            <a:defRPr cap="all"/>
          </a:pPr>
          <a:r>
            <a:rPr lang="en-GB"/>
            <a:t>In your groups, think about something good that recently happened at your school. </a:t>
          </a:r>
          <a:endParaRPr lang="en-US"/>
        </a:p>
      </dgm:t>
    </dgm:pt>
    <dgm:pt modelId="{10473CE1-FFB8-46F1-B366-0A2BF3C37FB1}" type="parTrans" cxnId="{EC247E21-273F-4551-B8B4-D41F6BAD8D13}">
      <dgm:prSet/>
      <dgm:spPr/>
      <dgm:t>
        <a:bodyPr/>
        <a:lstStyle/>
        <a:p>
          <a:endParaRPr lang="en-US"/>
        </a:p>
      </dgm:t>
    </dgm:pt>
    <dgm:pt modelId="{B470CF9A-B54D-4539-AC1D-5D87A09B3A1D}" type="sibTrans" cxnId="{EC247E21-273F-4551-B8B4-D41F6BAD8D13}">
      <dgm:prSet/>
      <dgm:spPr/>
      <dgm:t>
        <a:bodyPr/>
        <a:lstStyle/>
        <a:p>
          <a:endParaRPr lang="en-US"/>
        </a:p>
      </dgm:t>
    </dgm:pt>
    <dgm:pt modelId="{F070E4AF-7C9D-4D38-8D87-E4A542AEEDBC}">
      <dgm:prSet/>
      <dgm:spPr/>
      <dgm:t>
        <a:bodyPr/>
        <a:lstStyle/>
        <a:p>
          <a:pPr>
            <a:defRPr cap="all"/>
          </a:pPr>
          <a:r>
            <a:rPr lang="en-GB"/>
            <a:t>Chat about why it was good—this is your 'Discover' stage. </a:t>
          </a:r>
          <a:endParaRPr lang="en-US"/>
        </a:p>
      </dgm:t>
    </dgm:pt>
    <dgm:pt modelId="{DC1C3681-8BB3-4C35-95C8-81FF5F6C1678}" type="parTrans" cxnId="{5814D4B6-C3FB-406E-A662-C692CF3FCFAF}">
      <dgm:prSet/>
      <dgm:spPr/>
      <dgm:t>
        <a:bodyPr/>
        <a:lstStyle/>
        <a:p>
          <a:endParaRPr lang="en-US"/>
        </a:p>
      </dgm:t>
    </dgm:pt>
    <dgm:pt modelId="{7D1C5172-06D0-4FBE-8842-69B2DE963113}" type="sibTrans" cxnId="{5814D4B6-C3FB-406E-A662-C692CF3FCFAF}">
      <dgm:prSet/>
      <dgm:spPr/>
      <dgm:t>
        <a:bodyPr/>
        <a:lstStyle/>
        <a:p>
          <a:endParaRPr lang="en-US"/>
        </a:p>
      </dgm:t>
    </dgm:pt>
    <dgm:pt modelId="{A880433D-D5C4-4F7E-B84A-7B72E6120F75}">
      <dgm:prSet/>
      <dgm:spPr/>
      <dgm:t>
        <a:bodyPr/>
        <a:lstStyle/>
        <a:p>
          <a:pPr>
            <a:defRPr cap="all"/>
          </a:pPr>
          <a:r>
            <a:rPr lang="en-GB"/>
            <a:t>Then, let your imagination run wild in the 'Dream' stage. </a:t>
          </a:r>
          <a:endParaRPr lang="en-US"/>
        </a:p>
      </dgm:t>
    </dgm:pt>
    <dgm:pt modelId="{69275536-9468-4519-8B92-38EAB0D43004}" type="parTrans" cxnId="{862786B2-A7EB-48E0-A8B9-4C488DB82AD4}">
      <dgm:prSet/>
      <dgm:spPr/>
      <dgm:t>
        <a:bodyPr/>
        <a:lstStyle/>
        <a:p>
          <a:endParaRPr lang="en-US"/>
        </a:p>
      </dgm:t>
    </dgm:pt>
    <dgm:pt modelId="{A5D0BA90-6BAE-4BD6-BC04-3C75CD37DEF4}" type="sibTrans" cxnId="{862786B2-A7EB-48E0-A8B9-4C488DB82AD4}">
      <dgm:prSet/>
      <dgm:spPr/>
      <dgm:t>
        <a:bodyPr/>
        <a:lstStyle/>
        <a:p>
          <a:endParaRPr lang="en-US"/>
        </a:p>
      </dgm:t>
    </dgm:pt>
    <dgm:pt modelId="{2EDBD7FA-BB84-4228-9612-4BBC08B40711}">
      <dgm:prSet/>
      <dgm:spPr/>
      <dgm:t>
        <a:bodyPr/>
        <a:lstStyle/>
        <a:p>
          <a:pPr>
            <a:defRPr cap="all"/>
          </a:pPr>
          <a:r>
            <a:rPr lang="en-GB"/>
            <a:t>What could make this even better? </a:t>
          </a:r>
          <a:endParaRPr lang="en-US"/>
        </a:p>
      </dgm:t>
    </dgm:pt>
    <dgm:pt modelId="{1CCACF7A-FADE-4C19-ADC6-D86F8F5C9D02}" type="parTrans" cxnId="{B4732066-972C-4D03-A3CF-3F1B713F9243}">
      <dgm:prSet/>
      <dgm:spPr/>
      <dgm:t>
        <a:bodyPr/>
        <a:lstStyle/>
        <a:p>
          <a:endParaRPr lang="en-US"/>
        </a:p>
      </dgm:t>
    </dgm:pt>
    <dgm:pt modelId="{51CBF61F-4C89-4821-9134-3794D62060AA}" type="sibTrans" cxnId="{B4732066-972C-4D03-A3CF-3F1B713F9243}">
      <dgm:prSet/>
      <dgm:spPr/>
      <dgm:t>
        <a:bodyPr/>
        <a:lstStyle/>
        <a:p>
          <a:endParaRPr lang="en-US"/>
        </a:p>
      </dgm:t>
    </dgm:pt>
    <dgm:pt modelId="{74986706-FAFB-436B-A450-947AB26AEC4D}">
      <dgm:prSet/>
      <dgm:spPr/>
      <dgm:t>
        <a:bodyPr/>
        <a:lstStyle/>
        <a:p>
          <a:pPr>
            <a:defRPr cap="all"/>
          </a:pPr>
          <a:r>
            <a:rPr lang="en-GB"/>
            <a:t>Next, come up with a simple plan in the 'Design' stage.</a:t>
          </a:r>
          <a:endParaRPr lang="en-US"/>
        </a:p>
      </dgm:t>
    </dgm:pt>
    <dgm:pt modelId="{4446C2EC-5A8C-4A14-8AF4-D024EAF8F3F5}" type="parTrans" cxnId="{6AA7E32F-770A-4126-A0AA-A72CDB11C3FA}">
      <dgm:prSet/>
      <dgm:spPr/>
      <dgm:t>
        <a:bodyPr/>
        <a:lstStyle/>
        <a:p>
          <a:endParaRPr lang="en-US"/>
        </a:p>
      </dgm:t>
    </dgm:pt>
    <dgm:pt modelId="{026582A4-6E46-4C25-9A0E-81A1B5386B5B}" type="sibTrans" cxnId="{6AA7E32F-770A-4126-A0AA-A72CDB11C3FA}">
      <dgm:prSet/>
      <dgm:spPr/>
      <dgm:t>
        <a:bodyPr/>
        <a:lstStyle/>
        <a:p>
          <a:endParaRPr lang="en-US"/>
        </a:p>
      </dgm:t>
    </dgm:pt>
    <dgm:pt modelId="{1E86EF19-AB0C-453B-AA92-78F77F2D4F91}">
      <dgm:prSet/>
      <dgm:spPr/>
      <dgm:t>
        <a:bodyPr/>
        <a:lstStyle/>
        <a:p>
          <a:pPr>
            <a:defRPr cap="all"/>
          </a:pPr>
          <a:r>
            <a:rPr lang="en-GB"/>
            <a:t>And lastly, talk about how to make it real in the 'Deliver' stage.</a:t>
          </a:r>
          <a:endParaRPr lang="en-US"/>
        </a:p>
      </dgm:t>
    </dgm:pt>
    <dgm:pt modelId="{5FB82414-1EAE-48D2-B000-EC2CF5357514}" type="parTrans" cxnId="{114749A1-81BA-40AE-ACF6-7B6AA212072B}">
      <dgm:prSet/>
      <dgm:spPr/>
      <dgm:t>
        <a:bodyPr/>
        <a:lstStyle/>
        <a:p>
          <a:endParaRPr lang="en-US"/>
        </a:p>
      </dgm:t>
    </dgm:pt>
    <dgm:pt modelId="{C625A56E-E17B-4469-9C48-50463D30DBAF}" type="sibTrans" cxnId="{114749A1-81BA-40AE-ACF6-7B6AA212072B}">
      <dgm:prSet/>
      <dgm:spPr/>
      <dgm:t>
        <a:bodyPr/>
        <a:lstStyle/>
        <a:p>
          <a:endParaRPr lang="en-US"/>
        </a:p>
      </dgm:t>
    </dgm:pt>
    <dgm:pt modelId="{C854257F-FDE6-482C-9567-8ED803BDD7ED}" type="pres">
      <dgm:prSet presAssocID="{5277C3AD-3BC7-4AD2-A9F2-E05E13F7EC83}" presName="Name0" presStyleCnt="0">
        <dgm:presLayoutVars>
          <dgm:dir/>
          <dgm:animLvl val="lvl"/>
          <dgm:resizeHandles val="exact"/>
        </dgm:presLayoutVars>
      </dgm:prSet>
      <dgm:spPr/>
    </dgm:pt>
    <dgm:pt modelId="{F9183468-20E2-4BB8-9E01-1C83B8FBD442}" type="pres">
      <dgm:prSet presAssocID="{F14475D7-3A73-4E49-BED0-CD46AE562B9C}" presName="linNode" presStyleCnt="0"/>
      <dgm:spPr/>
    </dgm:pt>
    <dgm:pt modelId="{D6D4C99A-6919-441D-903F-44866DB28DE2}" type="pres">
      <dgm:prSet presAssocID="{F14475D7-3A73-4E49-BED0-CD46AE562B9C}" presName="parentText" presStyleLbl="node1" presStyleIdx="0" presStyleCnt="7">
        <dgm:presLayoutVars>
          <dgm:chMax val="1"/>
          <dgm:bulletEnabled val="1"/>
        </dgm:presLayoutVars>
      </dgm:prSet>
      <dgm:spPr/>
    </dgm:pt>
    <dgm:pt modelId="{A5667038-7DB8-4920-BE45-84B0602315FC}" type="pres">
      <dgm:prSet presAssocID="{5567482D-4612-4766-8066-358BEB9CD0CC}" presName="sp" presStyleCnt="0"/>
      <dgm:spPr/>
    </dgm:pt>
    <dgm:pt modelId="{2B6C09CF-55A7-4C84-9BF9-ED9024C160B5}" type="pres">
      <dgm:prSet presAssocID="{C93235A7-E99A-49F7-A5D7-D70C781F94A3}" presName="linNode" presStyleCnt="0"/>
      <dgm:spPr/>
    </dgm:pt>
    <dgm:pt modelId="{FEC160A4-D951-4AC2-ACA4-3DDACBAADFFD}" type="pres">
      <dgm:prSet presAssocID="{C93235A7-E99A-49F7-A5D7-D70C781F94A3}" presName="parentText" presStyleLbl="node1" presStyleIdx="1" presStyleCnt="7">
        <dgm:presLayoutVars>
          <dgm:chMax val="1"/>
          <dgm:bulletEnabled val="1"/>
        </dgm:presLayoutVars>
      </dgm:prSet>
      <dgm:spPr/>
    </dgm:pt>
    <dgm:pt modelId="{CA9E447D-1E49-4C36-8E4F-8FC80251E5E0}" type="pres">
      <dgm:prSet presAssocID="{B470CF9A-B54D-4539-AC1D-5D87A09B3A1D}" presName="sp" presStyleCnt="0"/>
      <dgm:spPr/>
    </dgm:pt>
    <dgm:pt modelId="{F0BF2E39-1C81-4258-9104-CBC33611BDD7}" type="pres">
      <dgm:prSet presAssocID="{F070E4AF-7C9D-4D38-8D87-E4A542AEEDBC}" presName="linNode" presStyleCnt="0"/>
      <dgm:spPr/>
    </dgm:pt>
    <dgm:pt modelId="{F023E4A0-2C17-4DE7-9BC1-024329105F36}" type="pres">
      <dgm:prSet presAssocID="{F070E4AF-7C9D-4D38-8D87-E4A542AEEDBC}" presName="parentText" presStyleLbl="node1" presStyleIdx="2" presStyleCnt="7">
        <dgm:presLayoutVars>
          <dgm:chMax val="1"/>
          <dgm:bulletEnabled val="1"/>
        </dgm:presLayoutVars>
      </dgm:prSet>
      <dgm:spPr/>
    </dgm:pt>
    <dgm:pt modelId="{3DA78A55-81F3-4EB4-97D6-F2220267868E}" type="pres">
      <dgm:prSet presAssocID="{7D1C5172-06D0-4FBE-8842-69B2DE963113}" presName="sp" presStyleCnt="0"/>
      <dgm:spPr/>
    </dgm:pt>
    <dgm:pt modelId="{69CC4253-E0A6-4499-BFC6-B9BDA8E4FB8B}" type="pres">
      <dgm:prSet presAssocID="{A880433D-D5C4-4F7E-B84A-7B72E6120F75}" presName="linNode" presStyleCnt="0"/>
      <dgm:spPr/>
    </dgm:pt>
    <dgm:pt modelId="{3B03B5F9-FA63-4B80-BC81-4528659232BA}" type="pres">
      <dgm:prSet presAssocID="{A880433D-D5C4-4F7E-B84A-7B72E6120F75}" presName="parentText" presStyleLbl="node1" presStyleIdx="3" presStyleCnt="7">
        <dgm:presLayoutVars>
          <dgm:chMax val="1"/>
          <dgm:bulletEnabled val="1"/>
        </dgm:presLayoutVars>
      </dgm:prSet>
      <dgm:spPr/>
    </dgm:pt>
    <dgm:pt modelId="{28C8C0FE-A205-4794-A9C3-F6C06CB20F1F}" type="pres">
      <dgm:prSet presAssocID="{A5D0BA90-6BAE-4BD6-BC04-3C75CD37DEF4}" presName="sp" presStyleCnt="0"/>
      <dgm:spPr/>
    </dgm:pt>
    <dgm:pt modelId="{BBE8839B-F4FD-4157-A6D8-7710A0A50D75}" type="pres">
      <dgm:prSet presAssocID="{2EDBD7FA-BB84-4228-9612-4BBC08B40711}" presName="linNode" presStyleCnt="0"/>
      <dgm:spPr/>
    </dgm:pt>
    <dgm:pt modelId="{76BC677E-76AC-40B9-BC58-0C7392FFE199}" type="pres">
      <dgm:prSet presAssocID="{2EDBD7FA-BB84-4228-9612-4BBC08B40711}" presName="parentText" presStyleLbl="node1" presStyleIdx="4" presStyleCnt="7">
        <dgm:presLayoutVars>
          <dgm:chMax val="1"/>
          <dgm:bulletEnabled val="1"/>
        </dgm:presLayoutVars>
      </dgm:prSet>
      <dgm:spPr/>
    </dgm:pt>
    <dgm:pt modelId="{6890DEF1-0B43-403E-93F6-78CB644E7297}" type="pres">
      <dgm:prSet presAssocID="{51CBF61F-4C89-4821-9134-3794D62060AA}" presName="sp" presStyleCnt="0"/>
      <dgm:spPr/>
    </dgm:pt>
    <dgm:pt modelId="{B3C6B0CF-EBE8-45DE-93D4-559E40EBFCDD}" type="pres">
      <dgm:prSet presAssocID="{74986706-FAFB-436B-A450-947AB26AEC4D}" presName="linNode" presStyleCnt="0"/>
      <dgm:spPr/>
    </dgm:pt>
    <dgm:pt modelId="{0636B4C6-BAF3-4427-AABB-9CBD043DD031}" type="pres">
      <dgm:prSet presAssocID="{74986706-FAFB-436B-A450-947AB26AEC4D}" presName="parentText" presStyleLbl="node1" presStyleIdx="5" presStyleCnt="7">
        <dgm:presLayoutVars>
          <dgm:chMax val="1"/>
          <dgm:bulletEnabled val="1"/>
        </dgm:presLayoutVars>
      </dgm:prSet>
      <dgm:spPr/>
    </dgm:pt>
    <dgm:pt modelId="{55819441-D3A1-4DFC-B0AA-4D1595FD1301}" type="pres">
      <dgm:prSet presAssocID="{026582A4-6E46-4C25-9A0E-81A1B5386B5B}" presName="sp" presStyleCnt="0"/>
      <dgm:spPr/>
    </dgm:pt>
    <dgm:pt modelId="{6F67C011-AA16-4286-9E6E-63EF010D41C2}" type="pres">
      <dgm:prSet presAssocID="{1E86EF19-AB0C-453B-AA92-78F77F2D4F91}" presName="linNode" presStyleCnt="0"/>
      <dgm:spPr/>
    </dgm:pt>
    <dgm:pt modelId="{BF8ECB2A-D0B2-4C45-9BC1-DC08AF759B02}" type="pres">
      <dgm:prSet presAssocID="{1E86EF19-AB0C-453B-AA92-78F77F2D4F91}" presName="parentText" presStyleLbl="node1" presStyleIdx="6" presStyleCnt="7">
        <dgm:presLayoutVars>
          <dgm:chMax val="1"/>
          <dgm:bulletEnabled val="1"/>
        </dgm:presLayoutVars>
      </dgm:prSet>
      <dgm:spPr/>
    </dgm:pt>
  </dgm:ptLst>
  <dgm:cxnLst>
    <dgm:cxn modelId="{864CFE0D-E6C7-4552-BB1F-AA54CC257DC9}" type="presOf" srcId="{F070E4AF-7C9D-4D38-8D87-E4A542AEEDBC}" destId="{F023E4A0-2C17-4DE7-9BC1-024329105F36}" srcOrd="0" destOrd="0" presId="urn:microsoft.com/office/officeart/2005/8/layout/vList5"/>
    <dgm:cxn modelId="{EC247E21-273F-4551-B8B4-D41F6BAD8D13}" srcId="{5277C3AD-3BC7-4AD2-A9F2-E05E13F7EC83}" destId="{C93235A7-E99A-49F7-A5D7-D70C781F94A3}" srcOrd="1" destOrd="0" parTransId="{10473CE1-FFB8-46F1-B366-0A2BF3C37FB1}" sibTransId="{B470CF9A-B54D-4539-AC1D-5D87A09B3A1D}"/>
    <dgm:cxn modelId="{6AA7E32F-770A-4126-A0AA-A72CDB11C3FA}" srcId="{5277C3AD-3BC7-4AD2-A9F2-E05E13F7EC83}" destId="{74986706-FAFB-436B-A450-947AB26AEC4D}" srcOrd="5" destOrd="0" parTransId="{4446C2EC-5A8C-4A14-8AF4-D024EAF8F3F5}" sibTransId="{026582A4-6E46-4C25-9A0E-81A1B5386B5B}"/>
    <dgm:cxn modelId="{5D962A5F-4A65-413D-9CEC-AD958788A3EC}" type="presOf" srcId="{1E86EF19-AB0C-453B-AA92-78F77F2D4F91}" destId="{BF8ECB2A-D0B2-4C45-9BC1-DC08AF759B02}" srcOrd="0" destOrd="0" presId="urn:microsoft.com/office/officeart/2005/8/layout/vList5"/>
    <dgm:cxn modelId="{D4D62743-2008-4673-8912-0BBDFC7765CA}" type="presOf" srcId="{F14475D7-3A73-4E49-BED0-CD46AE562B9C}" destId="{D6D4C99A-6919-441D-903F-44866DB28DE2}" srcOrd="0" destOrd="0" presId="urn:microsoft.com/office/officeart/2005/8/layout/vList5"/>
    <dgm:cxn modelId="{B4732066-972C-4D03-A3CF-3F1B713F9243}" srcId="{5277C3AD-3BC7-4AD2-A9F2-E05E13F7EC83}" destId="{2EDBD7FA-BB84-4228-9612-4BBC08B40711}" srcOrd="4" destOrd="0" parTransId="{1CCACF7A-FADE-4C19-ADC6-D86F8F5C9D02}" sibTransId="{51CBF61F-4C89-4821-9134-3794D62060AA}"/>
    <dgm:cxn modelId="{2A1C9E46-580C-47F0-A442-2148BFE67AC7}" type="presOf" srcId="{A880433D-D5C4-4F7E-B84A-7B72E6120F75}" destId="{3B03B5F9-FA63-4B80-BC81-4528659232BA}" srcOrd="0" destOrd="0" presId="urn:microsoft.com/office/officeart/2005/8/layout/vList5"/>
    <dgm:cxn modelId="{6C1E0A78-09AE-4A3E-A519-D96B0B51D4A7}" type="presOf" srcId="{C93235A7-E99A-49F7-A5D7-D70C781F94A3}" destId="{FEC160A4-D951-4AC2-ACA4-3DDACBAADFFD}" srcOrd="0" destOrd="0" presId="urn:microsoft.com/office/officeart/2005/8/layout/vList5"/>
    <dgm:cxn modelId="{BC8CD78D-DE7F-42F3-BE47-1AE691DDCCF5}" type="presOf" srcId="{74986706-FAFB-436B-A450-947AB26AEC4D}" destId="{0636B4C6-BAF3-4427-AABB-9CBD043DD031}" srcOrd="0" destOrd="0" presId="urn:microsoft.com/office/officeart/2005/8/layout/vList5"/>
    <dgm:cxn modelId="{114749A1-81BA-40AE-ACF6-7B6AA212072B}" srcId="{5277C3AD-3BC7-4AD2-A9F2-E05E13F7EC83}" destId="{1E86EF19-AB0C-453B-AA92-78F77F2D4F91}" srcOrd="6" destOrd="0" parTransId="{5FB82414-1EAE-48D2-B000-EC2CF5357514}" sibTransId="{C625A56E-E17B-4469-9C48-50463D30DBAF}"/>
    <dgm:cxn modelId="{862786B2-A7EB-48E0-A8B9-4C488DB82AD4}" srcId="{5277C3AD-3BC7-4AD2-A9F2-E05E13F7EC83}" destId="{A880433D-D5C4-4F7E-B84A-7B72E6120F75}" srcOrd="3" destOrd="0" parTransId="{69275536-9468-4519-8B92-38EAB0D43004}" sibTransId="{A5D0BA90-6BAE-4BD6-BC04-3C75CD37DEF4}"/>
    <dgm:cxn modelId="{5814D4B6-C3FB-406E-A662-C692CF3FCFAF}" srcId="{5277C3AD-3BC7-4AD2-A9F2-E05E13F7EC83}" destId="{F070E4AF-7C9D-4D38-8D87-E4A542AEEDBC}" srcOrd="2" destOrd="0" parTransId="{DC1C3681-8BB3-4C35-95C8-81FF5F6C1678}" sibTransId="{7D1C5172-06D0-4FBE-8842-69B2DE963113}"/>
    <dgm:cxn modelId="{DCD27FE4-D1AA-41F0-A9B3-AE15264D2097}" type="presOf" srcId="{5277C3AD-3BC7-4AD2-A9F2-E05E13F7EC83}" destId="{C854257F-FDE6-482C-9567-8ED803BDD7ED}" srcOrd="0" destOrd="0" presId="urn:microsoft.com/office/officeart/2005/8/layout/vList5"/>
    <dgm:cxn modelId="{95D162EC-FFCB-4984-903E-1AF5F79173CC}" srcId="{5277C3AD-3BC7-4AD2-A9F2-E05E13F7EC83}" destId="{F14475D7-3A73-4E49-BED0-CD46AE562B9C}" srcOrd="0" destOrd="0" parTransId="{0D07263D-980F-492C-8413-2D27873D59BC}" sibTransId="{5567482D-4612-4766-8066-358BEB9CD0CC}"/>
    <dgm:cxn modelId="{5EE6A8F7-CBBA-425D-8886-913291D047E1}" type="presOf" srcId="{2EDBD7FA-BB84-4228-9612-4BBC08B40711}" destId="{76BC677E-76AC-40B9-BC58-0C7392FFE199}" srcOrd="0" destOrd="0" presId="urn:microsoft.com/office/officeart/2005/8/layout/vList5"/>
    <dgm:cxn modelId="{4767D6A7-C4C4-43A5-847B-943A4F6578C9}" type="presParOf" srcId="{C854257F-FDE6-482C-9567-8ED803BDD7ED}" destId="{F9183468-20E2-4BB8-9E01-1C83B8FBD442}" srcOrd="0" destOrd="0" presId="urn:microsoft.com/office/officeart/2005/8/layout/vList5"/>
    <dgm:cxn modelId="{23B5C530-3317-43FA-BE8F-EB9D7DEB1E71}" type="presParOf" srcId="{F9183468-20E2-4BB8-9E01-1C83B8FBD442}" destId="{D6D4C99A-6919-441D-903F-44866DB28DE2}" srcOrd="0" destOrd="0" presId="urn:microsoft.com/office/officeart/2005/8/layout/vList5"/>
    <dgm:cxn modelId="{EA950DF1-DF92-48D6-86F8-0150E970AE90}" type="presParOf" srcId="{C854257F-FDE6-482C-9567-8ED803BDD7ED}" destId="{A5667038-7DB8-4920-BE45-84B0602315FC}" srcOrd="1" destOrd="0" presId="urn:microsoft.com/office/officeart/2005/8/layout/vList5"/>
    <dgm:cxn modelId="{B05E0D74-D575-482F-AA6C-92CABC927BC7}" type="presParOf" srcId="{C854257F-FDE6-482C-9567-8ED803BDD7ED}" destId="{2B6C09CF-55A7-4C84-9BF9-ED9024C160B5}" srcOrd="2" destOrd="0" presId="urn:microsoft.com/office/officeart/2005/8/layout/vList5"/>
    <dgm:cxn modelId="{D52929B9-97FC-4555-BE00-A5880784858A}" type="presParOf" srcId="{2B6C09CF-55A7-4C84-9BF9-ED9024C160B5}" destId="{FEC160A4-D951-4AC2-ACA4-3DDACBAADFFD}" srcOrd="0" destOrd="0" presId="urn:microsoft.com/office/officeart/2005/8/layout/vList5"/>
    <dgm:cxn modelId="{E09525C3-3797-47E0-BCDA-C007C58F35EC}" type="presParOf" srcId="{C854257F-FDE6-482C-9567-8ED803BDD7ED}" destId="{CA9E447D-1E49-4C36-8E4F-8FC80251E5E0}" srcOrd="3" destOrd="0" presId="urn:microsoft.com/office/officeart/2005/8/layout/vList5"/>
    <dgm:cxn modelId="{F60B480E-1A64-474A-86D4-126DE8BF7A13}" type="presParOf" srcId="{C854257F-FDE6-482C-9567-8ED803BDD7ED}" destId="{F0BF2E39-1C81-4258-9104-CBC33611BDD7}" srcOrd="4" destOrd="0" presId="urn:microsoft.com/office/officeart/2005/8/layout/vList5"/>
    <dgm:cxn modelId="{6620CBE5-7B9A-4421-8D6D-1B0B23EEEA85}" type="presParOf" srcId="{F0BF2E39-1C81-4258-9104-CBC33611BDD7}" destId="{F023E4A0-2C17-4DE7-9BC1-024329105F36}" srcOrd="0" destOrd="0" presId="urn:microsoft.com/office/officeart/2005/8/layout/vList5"/>
    <dgm:cxn modelId="{0733493E-51ED-4689-8982-1112AC0E4485}" type="presParOf" srcId="{C854257F-FDE6-482C-9567-8ED803BDD7ED}" destId="{3DA78A55-81F3-4EB4-97D6-F2220267868E}" srcOrd="5" destOrd="0" presId="urn:microsoft.com/office/officeart/2005/8/layout/vList5"/>
    <dgm:cxn modelId="{FA297111-D495-4B4A-9DBC-3AFC3643B6B7}" type="presParOf" srcId="{C854257F-FDE6-482C-9567-8ED803BDD7ED}" destId="{69CC4253-E0A6-4499-BFC6-B9BDA8E4FB8B}" srcOrd="6" destOrd="0" presId="urn:microsoft.com/office/officeart/2005/8/layout/vList5"/>
    <dgm:cxn modelId="{6C0EB247-9923-40A0-9EFC-CA50CEFB979C}" type="presParOf" srcId="{69CC4253-E0A6-4499-BFC6-B9BDA8E4FB8B}" destId="{3B03B5F9-FA63-4B80-BC81-4528659232BA}" srcOrd="0" destOrd="0" presId="urn:microsoft.com/office/officeart/2005/8/layout/vList5"/>
    <dgm:cxn modelId="{0776A96E-1844-4336-A00D-199FFAAFC198}" type="presParOf" srcId="{C854257F-FDE6-482C-9567-8ED803BDD7ED}" destId="{28C8C0FE-A205-4794-A9C3-F6C06CB20F1F}" srcOrd="7" destOrd="0" presId="urn:microsoft.com/office/officeart/2005/8/layout/vList5"/>
    <dgm:cxn modelId="{9F1D7078-0556-41A0-838B-7DC9745D8CCA}" type="presParOf" srcId="{C854257F-FDE6-482C-9567-8ED803BDD7ED}" destId="{BBE8839B-F4FD-4157-A6D8-7710A0A50D75}" srcOrd="8" destOrd="0" presId="urn:microsoft.com/office/officeart/2005/8/layout/vList5"/>
    <dgm:cxn modelId="{2D2D0F06-FFDF-4C5B-9215-F2A09EFE3A7B}" type="presParOf" srcId="{BBE8839B-F4FD-4157-A6D8-7710A0A50D75}" destId="{76BC677E-76AC-40B9-BC58-0C7392FFE199}" srcOrd="0" destOrd="0" presId="urn:microsoft.com/office/officeart/2005/8/layout/vList5"/>
    <dgm:cxn modelId="{0B69E583-928C-46A2-BD70-39670EF7067F}" type="presParOf" srcId="{C854257F-FDE6-482C-9567-8ED803BDD7ED}" destId="{6890DEF1-0B43-403E-93F6-78CB644E7297}" srcOrd="9" destOrd="0" presId="urn:microsoft.com/office/officeart/2005/8/layout/vList5"/>
    <dgm:cxn modelId="{4DB86FAD-1490-4CCC-BDA0-B294D0AD9499}" type="presParOf" srcId="{C854257F-FDE6-482C-9567-8ED803BDD7ED}" destId="{B3C6B0CF-EBE8-45DE-93D4-559E40EBFCDD}" srcOrd="10" destOrd="0" presId="urn:microsoft.com/office/officeart/2005/8/layout/vList5"/>
    <dgm:cxn modelId="{B18EDDCA-CCBE-4A21-AFD6-0EC65DAB62C7}" type="presParOf" srcId="{B3C6B0CF-EBE8-45DE-93D4-559E40EBFCDD}" destId="{0636B4C6-BAF3-4427-AABB-9CBD043DD031}" srcOrd="0" destOrd="0" presId="urn:microsoft.com/office/officeart/2005/8/layout/vList5"/>
    <dgm:cxn modelId="{57757DCF-F320-4A01-8B61-A37BF604EE43}" type="presParOf" srcId="{C854257F-FDE6-482C-9567-8ED803BDD7ED}" destId="{55819441-D3A1-4DFC-B0AA-4D1595FD1301}" srcOrd="11" destOrd="0" presId="urn:microsoft.com/office/officeart/2005/8/layout/vList5"/>
    <dgm:cxn modelId="{0EA1D0CE-3A80-457B-AB69-979FA40609A6}" type="presParOf" srcId="{C854257F-FDE6-482C-9567-8ED803BDD7ED}" destId="{6F67C011-AA16-4286-9E6E-63EF010D41C2}" srcOrd="12" destOrd="0" presId="urn:microsoft.com/office/officeart/2005/8/layout/vList5"/>
    <dgm:cxn modelId="{742A4D68-E14C-462D-A3F3-4F19982DEAB7}" type="presParOf" srcId="{6F67C011-AA16-4286-9E6E-63EF010D41C2}" destId="{BF8ECB2A-D0B2-4C45-9BC1-DC08AF759B02}"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3489306-6733-43B4-BDC6-240CF0379782}" type="doc">
      <dgm:prSet loTypeId="urn:microsoft.com/office/officeart/2005/8/layout/default" loCatId="list" qsTypeId="urn:microsoft.com/office/officeart/2005/8/quickstyle/simple4" qsCatId="simple" csTypeId="urn:microsoft.com/office/officeart/2005/8/colors/accent2_2" csCatId="accent2"/>
      <dgm:spPr/>
      <dgm:t>
        <a:bodyPr/>
        <a:lstStyle/>
        <a:p>
          <a:endParaRPr lang="en-US"/>
        </a:p>
      </dgm:t>
    </dgm:pt>
    <dgm:pt modelId="{FA4BCDDC-A7E6-42DC-BA99-B2515636BFC7}">
      <dgm:prSet/>
      <dgm:spPr/>
      <dgm:t>
        <a:bodyPr/>
        <a:lstStyle/>
        <a:p>
          <a:r>
            <a:rPr lang="en-GB"/>
            <a:t>How to Introduce PERMA in School</a:t>
          </a:r>
          <a:endParaRPr lang="en-US"/>
        </a:p>
      </dgm:t>
    </dgm:pt>
    <dgm:pt modelId="{641FAD0C-F274-44DA-8F33-000198F78FF3}" type="parTrans" cxnId="{ABA88861-181B-48A0-BD5C-7773E852CA78}">
      <dgm:prSet/>
      <dgm:spPr/>
      <dgm:t>
        <a:bodyPr/>
        <a:lstStyle/>
        <a:p>
          <a:endParaRPr lang="en-US"/>
        </a:p>
      </dgm:t>
    </dgm:pt>
    <dgm:pt modelId="{63AAD058-A090-4932-8BD6-8B29AC8D9D66}" type="sibTrans" cxnId="{ABA88861-181B-48A0-BD5C-7773E852CA78}">
      <dgm:prSet/>
      <dgm:spPr/>
      <dgm:t>
        <a:bodyPr/>
        <a:lstStyle/>
        <a:p>
          <a:endParaRPr lang="en-US"/>
        </a:p>
      </dgm:t>
    </dgm:pt>
    <dgm:pt modelId="{826D3C06-E27D-4133-BDBD-D0ED5228047D}">
      <dgm:prSet/>
      <dgm:spPr/>
      <dgm:t>
        <a:bodyPr/>
        <a:lstStyle/>
        <a:p>
          <a:r>
            <a:rPr lang="en-GB"/>
            <a:t>Fostering a Positive School Culture</a:t>
          </a:r>
          <a:endParaRPr lang="en-US"/>
        </a:p>
      </dgm:t>
    </dgm:pt>
    <dgm:pt modelId="{0053B2B9-BDA7-4A0E-A52C-806C92E47D22}" type="parTrans" cxnId="{577B6B10-8FB6-4ED7-A8DC-2CC63FC65F1E}">
      <dgm:prSet/>
      <dgm:spPr/>
      <dgm:t>
        <a:bodyPr/>
        <a:lstStyle/>
        <a:p>
          <a:endParaRPr lang="en-US"/>
        </a:p>
      </dgm:t>
    </dgm:pt>
    <dgm:pt modelId="{BD3D8D3E-B828-43B3-B937-0F30B7412DE3}" type="sibTrans" cxnId="{577B6B10-8FB6-4ED7-A8DC-2CC63FC65F1E}">
      <dgm:prSet/>
      <dgm:spPr/>
      <dgm:t>
        <a:bodyPr/>
        <a:lstStyle/>
        <a:p>
          <a:endParaRPr lang="en-US"/>
        </a:p>
      </dgm:t>
    </dgm:pt>
    <dgm:pt modelId="{42258F3A-FE49-48CD-900C-B790001D9EBD}">
      <dgm:prSet/>
      <dgm:spPr/>
      <dgm:t>
        <a:bodyPr/>
        <a:lstStyle/>
        <a:p>
          <a:r>
            <a:rPr lang="en-GB"/>
            <a:t>Resources and Next Steps</a:t>
          </a:r>
          <a:endParaRPr lang="en-US"/>
        </a:p>
      </dgm:t>
    </dgm:pt>
    <dgm:pt modelId="{60CDAB1D-F645-4244-AD23-49EC78908931}" type="parTrans" cxnId="{98445563-37EF-4421-A79C-6D618802B463}">
      <dgm:prSet/>
      <dgm:spPr/>
      <dgm:t>
        <a:bodyPr/>
        <a:lstStyle/>
        <a:p>
          <a:endParaRPr lang="en-US"/>
        </a:p>
      </dgm:t>
    </dgm:pt>
    <dgm:pt modelId="{CEAD85A8-F05C-407C-BE88-91586A420543}" type="sibTrans" cxnId="{98445563-37EF-4421-A79C-6D618802B463}">
      <dgm:prSet/>
      <dgm:spPr/>
      <dgm:t>
        <a:bodyPr/>
        <a:lstStyle/>
        <a:p>
          <a:endParaRPr lang="en-US"/>
        </a:p>
      </dgm:t>
    </dgm:pt>
    <dgm:pt modelId="{FB74BB99-938A-4AC3-B105-DE6AC98DEAF4}" type="pres">
      <dgm:prSet presAssocID="{D3489306-6733-43B4-BDC6-240CF0379782}" presName="diagram" presStyleCnt="0">
        <dgm:presLayoutVars>
          <dgm:dir/>
          <dgm:resizeHandles val="exact"/>
        </dgm:presLayoutVars>
      </dgm:prSet>
      <dgm:spPr/>
    </dgm:pt>
    <dgm:pt modelId="{340609B2-814B-4011-B87D-172538B16C5D}" type="pres">
      <dgm:prSet presAssocID="{FA4BCDDC-A7E6-42DC-BA99-B2515636BFC7}" presName="node" presStyleLbl="node1" presStyleIdx="0" presStyleCnt="3">
        <dgm:presLayoutVars>
          <dgm:bulletEnabled val="1"/>
        </dgm:presLayoutVars>
      </dgm:prSet>
      <dgm:spPr/>
    </dgm:pt>
    <dgm:pt modelId="{E38FFE7A-B9C6-4A9D-8625-30A8337549B5}" type="pres">
      <dgm:prSet presAssocID="{63AAD058-A090-4932-8BD6-8B29AC8D9D66}" presName="sibTrans" presStyleCnt="0"/>
      <dgm:spPr/>
    </dgm:pt>
    <dgm:pt modelId="{EFD67A94-923E-492E-8124-928C1BFF5FE8}" type="pres">
      <dgm:prSet presAssocID="{826D3C06-E27D-4133-BDBD-D0ED5228047D}" presName="node" presStyleLbl="node1" presStyleIdx="1" presStyleCnt="3">
        <dgm:presLayoutVars>
          <dgm:bulletEnabled val="1"/>
        </dgm:presLayoutVars>
      </dgm:prSet>
      <dgm:spPr/>
    </dgm:pt>
    <dgm:pt modelId="{3E122480-9A6E-4BC0-B420-FCE2279FFAAA}" type="pres">
      <dgm:prSet presAssocID="{BD3D8D3E-B828-43B3-B937-0F30B7412DE3}" presName="sibTrans" presStyleCnt="0"/>
      <dgm:spPr/>
    </dgm:pt>
    <dgm:pt modelId="{E95744EF-E9A6-41E4-9C8D-C1A9D6E33D56}" type="pres">
      <dgm:prSet presAssocID="{42258F3A-FE49-48CD-900C-B790001D9EBD}" presName="node" presStyleLbl="node1" presStyleIdx="2" presStyleCnt="3">
        <dgm:presLayoutVars>
          <dgm:bulletEnabled val="1"/>
        </dgm:presLayoutVars>
      </dgm:prSet>
      <dgm:spPr/>
    </dgm:pt>
  </dgm:ptLst>
  <dgm:cxnLst>
    <dgm:cxn modelId="{2873E409-8EF0-41FE-BD0C-CCC61E8E8D0B}" type="presOf" srcId="{42258F3A-FE49-48CD-900C-B790001D9EBD}" destId="{E95744EF-E9A6-41E4-9C8D-C1A9D6E33D56}" srcOrd="0" destOrd="0" presId="urn:microsoft.com/office/officeart/2005/8/layout/default"/>
    <dgm:cxn modelId="{577B6B10-8FB6-4ED7-A8DC-2CC63FC65F1E}" srcId="{D3489306-6733-43B4-BDC6-240CF0379782}" destId="{826D3C06-E27D-4133-BDBD-D0ED5228047D}" srcOrd="1" destOrd="0" parTransId="{0053B2B9-BDA7-4A0E-A52C-806C92E47D22}" sibTransId="{BD3D8D3E-B828-43B3-B937-0F30B7412DE3}"/>
    <dgm:cxn modelId="{6256F620-C702-44D0-B068-21832B75BF90}" type="presOf" srcId="{FA4BCDDC-A7E6-42DC-BA99-B2515636BFC7}" destId="{340609B2-814B-4011-B87D-172538B16C5D}" srcOrd="0" destOrd="0" presId="urn:microsoft.com/office/officeart/2005/8/layout/default"/>
    <dgm:cxn modelId="{A245DA37-8711-48FE-93D5-7A5155340F18}" type="presOf" srcId="{826D3C06-E27D-4133-BDBD-D0ED5228047D}" destId="{EFD67A94-923E-492E-8124-928C1BFF5FE8}" srcOrd="0" destOrd="0" presId="urn:microsoft.com/office/officeart/2005/8/layout/default"/>
    <dgm:cxn modelId="{ABA88861-181B-48A0-BD5C-7773E852CA78}" srcId="{D3489306-6733-43B4-BDC6-240CF0379782}" destId="{FA4BCDDC-A7E6-42DC-BA99-B2515636BFC7}" srcOrd="0" destOrd="0" parTransId="{641FAD0C-F274-44DA-8F33-000198F78FF3}" sibTransId="{63AAD058-A090-4932-8BD6-8B29AC8D9D66}"/>
    <dgm:cxn modelId="{98445563-37EF-4421-A79C-6D618802B463}" srcId="{D3489306-6733-43B4-BDC6-240CF0379782}" destId="{42258F3A-FE49-48CD-900C-B790001D9EBD}" srcOrd="2" destOrd="0" parTransId="{60CDAB1D-F645-4244-AD23-49EC78908931}" sibTransId="{CEAD85A8-F05C-407C-BE88-91586A420543}"/>
    <dgm:cxn modelId="{F3510C98-659B-405A-924E-FE164F9766E2}" type="presOf" srcId="{D3489306-6733-43B4-BDC6-240CF0379782}" destId="{FB74BB99-938A-4AC3-B105-DE6AC98DEAF4}" srcOrd="0" destOrd="0" presId="urn:microsoft.com/office/officeart/2005/8/layout/default"/>
    <dgm:cxn modelId="{658EDD2E-4891-4DCB-90A5-6486212DCEA1}" type="presParOf" srcId="{FB74BB99-938A-4AC3-B105-DE6AC98DEAF4}" destId="{340609B2-814B-4011-B87D-172538B16C5D}" srcOrd="0" destOrd="0" presId="urn:microsoft.com/office/officeart/2005/8/layout/default"/>
    <dgm:cxn modelId="{7F53644A-E605-4875-8868-BD4E014E26C6}" type="presParOf" srcId="{FB74BB99-938A-4AC3-B105-DE6AC98DEAF4}" destId="{E38FFE7A-B9C6-4A9D-8625-30A8337549B5}" srcOrd="1" destOrd="0" presId="urn:microsoft.com/office/officeart/2005/8/layout/default"/>
    <dgm:cxn modelId="{30869861-AF9E-42D7-AB5D-8C957AEDE5E1}" type="presParOf" srcId="{FB74BB99-938A-4AC3-B105-DE6AC98DEAF4}" destId="{EFD67A94-923E-492E-8124-928C1BFF5FE8}" srcOrd="2" destOrd="0" presId="urn:microsoft.com/office/officeart/2005/8/layout/default"/>
    <dgm:cxn modelId="{AD483A51-027E-4A3C-8AE8-849D2B55F371}" type="presParOf" srcId="{FB74BB99-938A-4AC3-B105-DE6AC98DEAF4}" destId="{3E122480-9A6E-4BC0-B420-FCE2279FFAAA}" srcOrd="3" destOrd="0" presId="urn:microsoft.com/office/officeart/2005/8/layout/default"/>
    <dgm:cxn modelId="{C5F49334-B97F-4ABB-95F0-439F3017F603}" type="presParOf" srcId="{FB74BB99-938A-4AC3-B105-DE6AC98DEAF4}" destId="{E95744EF-E9A6-41E4-9C8D-C1A9D6E33D56}"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3E96FE3-97E3-4A4C-9348-6DA8045FFE06}" type="doc">
      <dgm:prSet loTypeId="urn:microsoft.com/office/officeart/2005/8/layout/default" loCatId="list" qsTypeId="urn:microsoft.com/office/officeart/2005/8/quickstyle/simple5" qsCatId="simple" csTypeId="urn:microsoft.com/office/officeart/2005/8/colors/accent2_2" csCatId="accent2"/>
      <dgm:spPr/>
      <dgm:t>
        <a:bodyPr/>
        <a:lstStyle/>
        <a:p>
          <a:endParaRPr lang="en-US"/>
        </a:p>
      </dgm:t>
    </dgm:pt>
    <dgm:pt modelId="{CA053DE0-353A-4354-BFCA-85BAEC5471FF}">
      <dgm:prSet/>
      <dgm:spPr/>
      <dgm:t>
        <a:bodyPr/>
        <a:lstStyle/>
        <a:p>
          <a:r>
            <a:rPr lang="en-GB"/>
            <a:t>Elements to consider: Positive Emotions, Engagement, Relationships, Meaning, Accomplishments</a:t>
          </a:r>
          <a:endParaRPr lang="en-US"/>
        </a:p>
      </dgm:t>
    </dgm:pt>
    <dgm:pt modelId="{2C56264C-764E-4714-A112-A3152939AE35}" type="parTrans" cxnId="{01EE7042-6315-4F04-BB8F-1CA1C80E3843}">
      <dgm:prSet/>
      <dgm:spPr/>
      <dgm:t>
        <a:bodyPr/>
        <a:lstStyle/>
        <a:p>
          <a:endParaRPr lang="en-US"/>
        </a:p>
      </dgm:t>
    </dgm:pt>
    <dgm:pt modelId="{547F7940-88A1-410C-B099-9B36B9EBD39A}" type="sibTrans" cxnId="{01EE7042-6315-4F04-BB8F-1CA1C80E3843}">
      <dgm:prSet/>
      <dgm:spPr/>
      <dgm:t>
        <a:bodyPr/>
        <a:lstStyle/>
        <a:p>
          <a:endParaRPr lang="en-US"/>
        </a:p>
      </dgm:t>
    </dgm:pt>
    <dgm:pt modelId="{2DBF3A78-D9ED-47BD-89F5-09829CB8CB95}">
      <dgm:prSet/>
      <dgm:spPr/>
      <dgm:t>
        <a:bodyPr/>
        <a:lstStyle/>
        <a:p>
          <a:r>
            <a:rPr lang="en-GB"/>
            <a:t>Sharing and Feedback</a:t>
          </a:r>
          <a:endParaRPr lang="en-US"/>
        </a:p>
      </dgm:t>
    </dgm:pt>
    <dgm:pt modelId="{142853E2-D563-4D33-896C-1CCFF1CA3C5E}" type="parTrans" cxnId="{757015D3-56B6-48F8-9DAA-B8F8440C8B16}">
      <dgm:prSet/>
      <dgm:spPr/>
      <dgm:t>
        <a:bodyPr/>
        <a:lstStyle/>
        <a:p>
          <a:endParaRPr lang="en-US"/>
        </a:p>
      </dgm:t>
    </dgm:pt>
    <dgm:pt modelId="{8FAD6EDB-2450-4234-9C26-653BD5804222}" type="sibTrans" cxnId="{757015D3-56B6-48F8-9DAA-B8F8440C8B16}">
      <dgm:prSet/>
      <dgm:spPr/>
      <dgm:t>
        <a:bodyPr/>
        <a:lstStyle/>
        <a:p>
          <a:endParaRPr lang="en-US"/>
        </a:p>
      </dgm:t>
    </dgm:pt>
    <dgm:pt modelId="{7CD8E77D-48FF-4419-AA6F-7E2A2319BDAF}" type="pres">
      <dgm:prSet presAssocID="{63E96FE3-97E3-4A4C-9348-6DA8045FFE06}" presName="diagram" presStyleCnt="0">
        <dgm:presLayoutVars>
          <dgm:dir/>
          <dgm:resizeHandles val="exact"/>
        </dgm:presLayoutVars>
      </dgm:prSet>
      <dgm:spPr/>
    </dgm:pt>
    <dgm:pt modelId="{A4E38925-41DB-4FAE-BF8C-03FC3A8C4404}" type="pres">
      <dgm:prSet presAssocID="{CA053DE0-353A-4354-BFCA-85BAEC5471FF}" presName="node" presStyleLbl="node1" presStyleIdx="0" presStyleCnt="2">
        <dgm:presLayoutVars>
          <dgm:bulletEnabled val="1"/>
        </dgm:presLayoutVars>
      </dgm:prSet>
      <dgm:spPr/>
    </dgm:pt>
    <dgm:pt modelId="{FE619BF3-3C94-4084-AD07-9A1CF5DD1B90}" type="pres">
      <dgm:prSet presAssocID="{547F7940-88A1-410C-B099-9B36B9EBD39A}" presName="sibTrans" presStyleCnt="0"/>
      <dgm:spPr/>
    </dgm:pt>
    <dgm:pt modelId="{0488EA75-1227-4B58-8A33-D5D5DCB2D0A2}" type="pres">
      <dgm:prSet presAssocID="{2DBF3A78-D9ED-47BD-89F5-09829CB8CB95}" presName="node" presStyleLbl="node1" presStyleIdx="1" presStyleCnt="2">
        <dgm:presLayoutVars>
          <dgm:bulletEnabled val="1"/>
        </dgm:presLayoutVars>
      </dgm:prSet>
      <dgm:spPr/>
    </dgm:pt>
  </dgm:ptLst>
  <dgm:cxnLst>
    <dgm:cxn modelId="{D1511B11-05CE-4F84-A2FC-E90459FEDE5F}" type="presOf" srcId="{CA053DE0-353A-4354-BFCA-85BAEC5471FF}" destId="{A4E38925-41DB-4FAE-BF8C-03FC3A8C4404}" srcOrd="0" destOrd="0" presId="urn:microsoft.com/office/officeart/2005/8/layout/default"/>
    <dgm:cxn modelId="{01EE7042-6315-4F04-BB8F-1CA1C80E3843}" srcId="{63E96FE3-97E3-4A4C-9348-6DA8045FFE06}" destId="{CA053DE0-353A-4354-BFCA-85BAEC5471FF}" srcOrd="0" destOrd="0" parTransId="{2C56264C-764E-4714-A112-A3152939AE35}" sibTransId="{547F7940-88A1-410C-B099-9B36B9EBD39A}"/>
    <dgm:cxn modelId="{BB0C0059-A534-4738-B866-4FF764F73FC9}" type="presOf" srcId="{63E96FE3-97E3-4A4C-9348-6DA8045FFE06}" destId="{7CD8E77D-48FF-4419-AA6F-7E2A2319BDAF}" srcOrd="0" destOrd="0" presId="urn:microsoft.com/office/officeart/2005/8/layout/default"/>
    <dgm:cxn modelId="{FCE980B9-1CA5-4089-A032-A8587AC01E1C}" type="presOf" srcId="{2DBF3A78-D9ED-47BD-89F5-09829CB8CB95}" destId="{0488EA75-1227-4B58-8A33-D5D5DCB2D0A2}" srcOrd="0" destOrd="0" presId="urn:microsoft.com/office/officeart/2005/8/layout/default"/>
    <dgm:cxn modelId="{757015D3-56B6-48F8-9DAA-B8F8440C8B16}" srcId="{63E96FE3-97E3-4A4C-9348-6DA8045FFE06}" destId="{2DBF3A78-D9ED-47BD-89F5-09829CB8CB95}" srcOrd="1" destOrd="0" parTransId="{142853E2-D563-4D33-896C-1CCFF1CA3C5E}" sibTransId="{8FAD6EDB-2450-4234-9C26-653BD5804222}"/>
    <dgm:cxn modelId="{27D05702-3A36-4847-A3DF-AF7A98C80E9A}" type="presParOf" srcId="{7CD8E77D-48FF-4419-AA6F-7E2A2319BDAF}" destId="{A4E38925-41DB-4FAE-BF8C-03FC3A8C4404}" srcOrd="0" destOrd="0" presId="urn:microsoft.com/office/officeart/2005/8/layout/default"/>
    <dgm:cxn modelId="{47344F0C-0FF6-481A-9A41-0FE07BF9004A}" type="presParOf" srcId="{7CD8E77D-48FF-4419-AA6F-7E2A2319BDAF}" destId="{FE619BF3-3C94-4084-AD07-9A1CF5DD1B90}" srcOrd="1" destOrd="0" presId="urn:microsoft.com/office/officeart/2005/8/layout/default"/>
    <dgm:cxn modelId="{76AC7805-2F3C-4E64-9D0D-CDCDED25A9AA}" type="presParOf" srcId="{7CD8E77D-48FF-4419-AA6F-7E2A2319BDAF}" destId="{0488EA75-1227-4B58-8A33-D5D5DCB2D0A2}"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D87CBEA-ADB1-4CA5-B2A2-20BAF4BDE5AE}"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38203138-E414-4AAE-BF07-E09FD15F6123}">
      <dgm:prSet/>
      <dgm:spPr/>
      <dgm:t>
        <a:bodyPr/>
        <a:lstStyle/>
        <a:p>
          <a:r>
            <a:rPr lang="en-GB"/>
            <a:t>Importance of Personal Well-Being for Leadership</a:t>
          </a:r>
          <a:endParaRPr lang="en-US"/>
        </a:p>
      </dgm:t>
    </dgm:pt>
    <dgm:pt modelId="{7941FF76-9530-4C47-A8AF-4335072A7563}" type="parTrans" cxnId="{E70E94CE-5B75-413B-B758-4DFC063DF18C}">
      <dgm:prSet/>
      <dgm:spPr/>
      <dgm:t>
        <a:bodyPr/>
        <a:lstStyle/>
        <a:p>
          <a:endParaRPr lang="en-US"/>
        </a:p>
      </dgm:t>
    </dgm:pt>
    <dgm:pt modelId="{2827D72C-BA59-47E1-B674-9F757CC3955A}" type="sibTrans" cxnId="{E70E94CE-5B75-413B-B758-4DFC063DF18C}">
      <dgm:prSet/>
      <dgm:spPr/>
      <dgm:t>
        <a:bodyPr/>
        <a:lstStyle/>
        <a:p>
          <a:endParaRPr lang="en-US"/>
        </a:p>
      </dgm:t>
    </dgm:pt>
    <dgm:pt modelId="{B5949C24-355E-48AC-9C62-7904BB0283B6}">
      <dgm:prSet/>
      <dgm:spPr/>
      <dgm:t>
        <a:bodyPr/>
        <a:lstStyle/>
        <a:p>
          <a:r>
            <a:rPr lang="en-GB"/>
            <a:t>PERMA: A Framework for Well-Being</a:t>
          </a:r>
          <a:endParaRPr lang="en-US"/>
        </a:p>
      </dgm:t>
    </dgm:pt>
    <dgm:pt modelId="{187259C3-9563-4B97-AA18-6019AD804597}" type="parTrans" cxnId="{0DDF6B97-7104-4A8D-B074-9AB591D943A1}">
      <dgm:prSet/>
      <dgm:spPr/>
      <dgm:t>
        <a:bodyPr/>
        <a:lstStyle/>
        <a:p>
          <a:endParaRPr lang="en-US"/>
        </a:p>
      </dgm:t>
    </dgm:pt>
    <dgm:pt modelId="{CA6719DC-6762-482C-8D7C-A1E6570F8B48}" type="sibTrans" cxnId="{0DDF6B97-7104-4A8D-B074-9AB591D943A1}">
      <dgm:prSet/>
      <dgm:spPr/>
      <dgm:t>
        <a:bodyPr/>
        <a:lstStyle/>
        <a:p>
          <a:endParaRPr lang="en-US"/>
        </a:p>
      </dgm:t>
    </dgm:pt>
    <dgm:pt modelId="{294F3CEF-6699-4E38-A334-A856593C4C78}">
      <dgm:prSet/>
      <dgm:spPr/>
      <dgm:t>
        <a:bodyPr/>
        <a:lstStyle/>
        <a:p>
          <a:r>
            <a:rPr lang="en-GB"/>
            <a:t>Appreciative Inquiry: Focus on Strengths</a:t>
          </a:r>
          <a:endParaRPr lang="en-US"/>
        </a:p>
      </dgm:t>
    </dgm:pt>
    <dgm:pt modelId="{5BEF9478-F86B-4653-95F0-430EA0A007DC}" type="parTrans" cxnId="{AB9E5FC8-910D-43A8-85A9-C811E019BE43}">
      <dgm:prSet/>
      <dgm:spPr/>
      <dgm:t>
        <a:bodyPr/>
        <a:lstStyle/>
        <a:p>
          <a:endParaRPr lang="en-US"/>
        </a:p>
      </dgm:t>
    </dgm:pt>
    <dgm:pt modelId="{4E26F059-F528-417F-B351-53DB3B399208}" type="sibTrans" cxnId="{AB9E5FC8-910D-43A8-85A9-C811E019BE43}">
      <dgm:prSet/>
      <dgm:spPr/>
      <dgm:t>
        <a:bodyPr/>
        <a:lstStyle/>
        <a:p>
          <a:endParaRPr lang="en-US"/>
        </a:p>
      </dgm:t>
    </dgm:pt>
    <dgm:pt modelId="{49FAC346-38B7-47DF-A626-CFAFF5DFD3CE}">
      <dgm:prSet/>
      <dgm:spPr/>
      <dgm:t>
        <a:bodyPr/>
        <a:lstStyle/>
        <a:p>
          <a:r>
            <a:rPr lang="en-GB"/>
            <a:t>Crafting Your School's Well-Being Action Plan</a:t>
          </a:r>
          <a:endParaRPr lang="en-US"/>
        </a:p>
      </dgm:t>
    </dgm:pt>
    <dgm:pt modelId="{B6AAB0EB-44A5-48BE-BA00-E789F7A197EA}" type="parTrans" cxnId="{59F26BEA-A471-4DD6-A4F1-B456E036AF71}">
      <dgm:prSet/>
      <dgm:spPr/>
      <dgm:t>
        <a:bodyPr/>
        <a:lstStyle/>
        <a:p>
          <a:endParaRPr lang="en-US"/>
        </a:p>
      </dgm:t>
    </dgm:pt>
    <dgm:pt modelId="{C8A61012-ADC7-49D6-89D7-5DDB45A7E7F8}" type="sibTrans" cxnId="{59F26BEA-A471-4DD6-A4F1-B456E036AF71}">
      <dgm:prSet/>
      <dgm:spPr/>
      <dgm:t>
        <a:bodyPr/>
        <a:lstStyle/>
        <a:p>
          <a:endParaRPr lang="en-US"/>
        </a:p>
      </dgm:t>
    </dgm:pt>
    <dgm:pt modelId="{EE7C18E6-B5C4-4A40-A92E-EDD294C72B88}" type="pres">
      <dgm:prSet presAssocID="{5D87CBEA-ADB1-4CA5-B2A2-20BAF4BDE5AE}" presName="diagram" presStyleCnt="0">
        <dgm:presLayoutVars>
          <dgm:dir/>
          <dgm:resizeHandles val="exact"/>
        </dgm:presLayoutVars>
      </dgm:prSet>
      <dgm:spPr/>
    </dgm:pt>
    <dgm:pt modelId="{D8B3FCD6-82D3-4233-8969-56CB85B73631}" type="pres">
      <dgm:prSet presAssocID="{38203138-E414-4AAE-BF07-E09FD15F6123}" presName="node" presStyleLbl="node1" presStyleIdx="0" presStyleCnt="4">
        <dgm:presLayoutVars>
          <dgm:bulletEnabled val="1"/>
        </dgm:presLayoutVars>
      </dgm:prSet>
      <dgm:spPr/>
    </dgm:pt>
    <dgm:pt modelId="{952C2668-A24C-4097-B31D-DF099C55CF2D}" type="pres">
      <dgm:prSet presAssocID="{2827D72C-BA59-47E1-B674-9F757CC3955A}" presName="sibTrans" presStyleCnt="0"/>
      <dgm:spPr/>
    </dgm:pt>
    <dgm:pt modelId="{B38796CC-EE16-4660-90B2-BA1EB6E628DD}" type="pres">
      <dgm:prSet presAssocID="{B5949C24-355E-48AC-9C62-7904BB0283B6}" presName="node" presStyleLbl="node1" presStyleIdx="1" presStyleCnt="4">
        <dgm:presLayoutVars>
          <dgm:bulletEnabled val="1"/>
        </dgm:presLayoutVars>
      </dgm:prSet>
      <dgm:spPr/>
    </dgm:pt>
    <dgm:pt modelId="{5F9D90C1-AA89-427B-B64A-EED40F8B6E8E}" type="pres">
      <dgm:prSet presAssocID="{CA6719DC-6762-482C-8D7C-A1E6570F8B48}" presName="sibTrans" presStyleCnt="0"/>
      <dgm:spPr/>
    </dgm:pt>
    <dgm:pt modelId="{6622521F-DDB7-43B1-A937-55E5352368A0}" type="pres">
      <dgm:prSet presAssocID="{294F3CEF-6699-4E38-A334-A856593C4C78}" presName="node" presStyleLbl="node1" presStyleIdx="2" presStyleCnt="4">
        <dgm:presLayoutVars>
          <dgm:bulletEnabled val="1"/>
        </dgm:presLayoutVars>
      </dgm:prSet>
      <dgm:spPr/>
    </dgm:pt>
    <dgm:pt modelId="{A0EAE6DF-80D5-459F-9832-E5B7952F3E36}" type="pres">
      <dgm:prSet presAssocID="{4E26F059-F528-417F-B351-53DB3B399208}" presName="sibTrans" presStyleCnt="0"/>
      <dgm:spPr/>
    </dgm:pt>
    <dgm:pt modelId="{CF9714E6-2D31-446C-BD0C-F7DC4DF7D166}" type="pres">
      <dgm:prSet presAssocID="{49FAC346-38B7-47DF-A626-CFAFF5DFD3CE}" presName="node" presStyleLbl="node1" presStyleIdx="3" presStyleCnt="4">
        <dgm:presLayoutVars>
          <dgm:bulletEnabled val="1"/>
        </dgm:presLayoutVars>
      </dgm:prSet>
      <dgm:spPr/>
    </dgm:pt>
  </dgm:ptLst>
  <dgm:cxnLst>
    <dgm:cxn modelId="{DD2FFA3E-6312-4AB9-8A43-130112CB085B}" type="presOf" srcId="{B5949C24-355E-48AC-9C62-7904BB0283B6}" destId="{B38796CC-EE16-4660-90B2-BA1EB6E628DD}" srcOrd="0" destOrd="0" presId="urn:microsoft.com/office/officeart/2005/8/layout/default"/>
    <dgm:cxn modelId="{E8D4F568-0361-4C7F-A627-23C9C779FA89}" type="presOf" srcId="{294F3CEF-6699-4E38-A334-A856593C4C78}" destId="{6622521F-DDB7-43B1-A937-55E5352368A0}" srcOrd="0" destOrd="0" presId="urn:microsoft.com/office/officeart/2005/8/layout/default"/>
    <dgm:cxn modelId="{2857B16A-A25E-4C83-AEAF-545842E9E6FC}" type="presOf" srcId="{5D87CBEA-ADB1-4CA5-B2A2-20BAF4BDE5AE}" destId="{EE7C18E6-B5C4-4A40-A92E-EDD294C72B88}" srcOrd="0" destOrd="0" presId="urn:microsoft.com/office/officeart/2005/8/layout/default"/>
    <dgm:cxn modelId="{0DDF6B97-7104-4A8D-B074-9AB591D943A1}" srcId="{5D87CBEA-ADB1-4CA5-B2A2-20BAF4BDE5AE}" destId="{B5949C24-355E-48AC-9C62-7904BB0283B6}" srcOrd="1" destOrd="0" parTransId="{187259C3-9563-4B97-AA18-6019AD804597}" sibTransId="{CA6719DC-6762-482C-8D7C-A1E6570F8B48}"/>
    <dgm:cxn modelId="{AB9E5FC8-910D-43A8-85A9-C811E019BE43}" srcId="{5D87CBEA-ADB1-4CA5-B2A2-20BAF4BDE5AE}" destId="{294F3CEF-6699-4E38-A334-A856593C4C78}" srcOrd="2" destOrd="0" parTransId="{5BEF9478-F86B-4653-95F0-430EA0A007DC}" sibTransId="{4E26F059-F528-417F-B351-53DB3B399208}"/>
    <dgm:cxn modelId="{E70E94CE-5B75-413B-B758-4DFC063DF18C}" srcId="{5D87CBEA-ADB1-4CA5-B2A2-20BAF4BDE5AE}" destId="{38203138-E414-4AAE-BF07-E09FD15F6123}" srcOrd="0" destOrd="0" parTransId="{7941FF76-9530-4C47-A8AF-4335072A7563}" sibTransId="{2827D72C-BA59-47E1-B674-9F757CC3955A}"/>
    <dgm:cxn modelId="{59F26BEA-A471-4DD6-A4F1-B456E036AF71}" srcId="{5D87CBEA-ADB1-4CA5-B2A2-20BAF4BDE5AE}" destId="{49FAC346-38B7-47DF-A626-CFAFF5DFD3CE}" srcOrd="3" destOrd="0" parTransId="{B6AAB0EB-44A5-48BE-BA00-E789F7A197EA}" sibTransId="{C8A61012-ADC7-49D6-89D7-5DDB45A7E7F8}"/>
    <dgm:cxn modelId="{8B7766F3-066E-4349-8CC4-465947D1452C}" type="presOf" srcId="{38203138-E414-4AAE-BF07-E09FD15F6123}" destId="{D8B3FCD6-82D3-4233-8969-56CB85B73631}" srcOrd="0" destOrd="0" presId="urn:microsoft.com/office/officeart/2005/8/layout/default"/>
    <dgm:cxn modelId="{8FB0F4F7-BD0D-41E6-88E4-0CC89ECF96FD}" type="presOf" srcId="{49FAC346-38B7-47DF-A626-CFAFF5DFD3CE}" destId="{CF9714E6-2D31-446C-BD0C-F7DC4DF7D166}" srcOrd="0" destOrd="0" presId="urn:microsoft.com/office/officeart/2005/8/layout/default"/>
    <dgm:cxn modelId="{5163037F-8816-4BC9-8302-C1B25B3F1854}" type="presParOf" srcId="{EE7C18E6-B5C4-4A40-A92E-EDD294C72B88}" destId="{D8B3FCD6-82D3-4233-8969-56CB85B73631}" srcOrd="0" destOrd="0" presId="urn:microsoft.com/office/officeart/2005/8/layout/default"/>
    <dgm:cxn modelId="{7BACD667-ECE5-436E-BE39-48A0C72EDD2E}" type="presParOf" srcId="{EE7C18E6-B5C4-4A40-A92E-EDD294C72B88}" destId="{952C2668-A24C-4097-B31D-DF099C55CF2D}" srcOrd="1" destOrd="0" presId="urn:microsoft.com/office/officeart/2005/8/layout/default"/>
    <dgm:cxn modelId="{630A00DF-2E9E-431E-BCCB-C59B4946ACF7}" type="presParOf" srcId="{EE7C18E6-B5C4-4A40-A92E-EDD294C72B88}" destId="{B38796CC-EE16-4660-90B2-BA1EB6E628DD}" srcOrd="2" destOrd="0" presId="urn:microsoft.com/office/officeart/2005/8/layout/default"/>
    <dgm:cxn modelId="{06E07FE4-033C-4471-B0FD-8EB54B568FDA}" type="presParOf" srcId="{EE7C18E6-B5C4-4A40-A92E-EDD294C72B88}" destId="{5F9D90C1-AA89-427B-B64A-EED40F8B6E8E}" srcOrd="3" destOrd="0" presId="urn:microsoft.com/office/officeart/2005/8/layout/default"/>
    <dgm:cxn modelId="{22859DF1-DDC9-4CFC-9980-791883706FA0}" type="presParOf" srcId="{EE7C18E6-B5C4-4A40-A92E-EDD294C72B88}" destId="{6622521F-DDB7-43B1-A937-55E5352368A0}" srcOrd="4" destOrd="0" presId="urn:microsoft.com/office/officeart/2005/8/layout/default"/>
    <dgm:cxn modelId="{49102212-6BB8-4334-BF01-3BAEF743F778}" type="presParOf" srcId="{EE7C18E6-B5C4-4A40-A92E-EDD294C72B88}" destId="{A0EAE6DF-80D5-459F-9832-E5B7952F3E36}" srcOrd="5" destOrd="0" presId="urn:microsoft.com/office/officeart/2005/8/layout/default"/>
    <dgm:cxn modelId="{2422553B-8B31-41F7-9B23-A802B40E416D}" type="presParOf" srcId="{EE7C18E6-B5C4-4A40-A92E-EDD294C72B88}" destId="{CF9714E6-2D31-446C-BD0C-F7DC4DF7D16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0CF5E7-4E37-4683-B71E-7A049C6A7EB7}">
      <dsp:nvSpPr>
        <dsp:cNvPr id="0" name=""/>
        <dsp:cNvSpPr/>
      </dsp:nvSpPr>
      <dsp:spPr>
        <a:xfrm>
          <a:off x="0" y="1407"/>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AB0063-AC26-498B-97E0-B6300A1758AF}">
      <dsp:nvSpPr>
        <dsp:cNvPr id="0" name=""/>
        <dsp:cNvSpPr/>
      </dsp:nvSpPr>
      <dsp:spPr>
        <a:xfrm>
          <a:off x="181438" y="136361"/>
          <a:ext cx="329887" cy="3298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F10925-2D90-4A0C-9E0F-C540A8B16601}">
      <dsp:nvSpPr>
        <dsp:cNvPr id="0" name=""/>
        <dsp:cNvSpPr/>
      </dsp:nvSpPr>
      <dsp:spPr>
        <a:xfrm>
          <a:off x="692764" y="1407"/>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Understand Positive Psychology</a:t>
          </a:r>
          <a:endParaRPr lang="en-US" sz="1900" kern="1200"/>
        </a:p>
      </dsp:txBody>
      <dsp:txXfrm>
        <a:off x="692764" y="1407"/>
        <a:ext cx="7193935" cy="599796"/>
      </dsp:txXfrm>
    </dsp:sp>
    <dsp:sp modelId="{11829D38-D027-4A1A-BCB4-5459EDD96097}">
      <dsp:nvSpPr>
        <dsp:cNvPr id="0" name=""/>
        <dsp:cNvSpPr/>
      </dsp:nvSpPr>
      <dsp:spPr>
        <a:xfrm>
          <a:off x="0" y="751152"/>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982F05-EF0B-419B-8142-1F993F2939F9}">
      <dsp:nvSpPr>
        <dsp:cNvPr id="0" name=""/>
        <dsp:cNvSpPr/>
      </dsp:nvSpPr>
      <dsp:spPr>
        <a:xfrm>
          <a:off x="181438" y="886107"/>
          <a:ext cx="329887" cy="3298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266B42-8097-4842-9A45-BE0915F4A437}">
      <dsp:nvSpPr>
        <dsp:cNvPr id="0" name=""/>
        <dsp:cNvSpPr/>
      </dsp:nvSpPr>
      <dsp:spPr>
        <a:xfrm>
          <a:off x="692764" y="751152"/>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Learn about the PERMA Model</a:t>
          </a:r>
          <a:endParaRPr lang="en-US" sz="1900" kern="1200"/>
        </a:p>
      </dsp:txBody>
      <dsp:txXfrm>
        <a:off x="692764" y="751152"/>
        <a:ext cx="7193935" cy="599796"/>
      </dsp:txXfrm>
    </dsp:sp>
    <dsp:sp modelId="{79B5CC38-74B1-4AB7-BF3F-24E2D4AB884E}">
      <dsp:nvSpPr>
        <dsp:cNvPr id="0" name=""/>
        <dsp:cNvSpPr/>
      </dsp:nvSpPr>
      <dsp:spPr>
        <a:xfrm>
          <a:off x="0" y="1500898"/>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D769CE-CAD9-49A4-A2C8-DE11C33F4347}">
      <dsp:nvSpPr>
        <dsp:cNvPr id="0" name=""/>
        <dsp:cNvSpPr/>
      </dsp:nvSpPr>
      <dsp:spPr>
        <a:xfrm>
          <a:off x="181438" y="1635852"/>
          <a:ext cx="329887" cy="3298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F24B84-3602-4F13-908C-95BEA9AD2B4C}">
      <dsp:nvSpPr>
        <dsp:cNvPr id="0" name=""/>
        <dsp:cNvSpPr/>
      </dsp:nvSpPr>
      <dsp:spPr>
        <a:xfrm>
          <a:off x="692764" y="1500898"/>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Explore Innate Predispositions for Joy</a:t>
          </a:r>
          <a:endParaRPr lang="en-US" sz="1900" kern="1200"/>
        </a:p>
      </dsp:txBody>
      <dsp:txXfrm>
        <a:off x="692764" y="1500898"/>
        <a:ext cx="7193935" cy="599796"/>
      </dsp:txXfrm>
    </dsp:sp>
    <dsp:sp modelId="{9D1EF035-EC21-4926-B43A-BB1447730D53}">
      <dsp:nvSpPr>
        <dsp:cNvPr id="0" name=""/>
        <dsp:cNvSpPr/>
      </dsp:nvSpPr>
      <dsp:spPr>
        <a:xfrm>
          <a:off x="0" y="2250643"/>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A14FD8-05FE-429F-BFD5-EE863B3F2930}">
      <dsp:nvSpPr>
        <dsp:cNvPr id="0" name=""/>
        <dsp:cNvSpPr/>
      </dsp:nvSpPr>
      <dsp:spPr>
        <a:xfrm>
          <a:off x="181438" y="2385597"/>
          <a:ext cx="329887" cy="3298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765738-B0DB-48FC-9480-7E1FB91F28FC}">
      <dsp:nvSpPr>
        <dsp:cNvPr id="0" name=""/>
        <dsp:cNvSpPr/>
      </dsp:nvSpPr>
      <dsp:spPr>
        <a:xfrm>
          <a:off x="692764" y="2250643"/>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Participate in an Interactive Activity</a:t>
          </a:r>
          <a:endParaRPr lang="en-US" sz="1900" kern="1200"/>
        </a:p>
      </dsp:txBody>
      <dsp:txXfrm>
        <a:off x="692764" y="2250643"/>
        <a:ext cx="7193935" cy="599796"/>
      </dsp:txXfrm>
    </dsp:sp>
    <dsp:sp modelId="{B0DB5C01-2009-462A-8231-2C05B8B0B9AD}">
      <dsp:nvSpPr>
        <dsp:cNvPr id="0" name=""/>
        <dsp:cNvSpPr/>
      </dsp:nvSpPr>
      <dsp:spPr>
        <a:xfrm>
          <a:off x="0" y="3000388"/>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7DD318-289A-4571-A561-01ED12261AFD}">
      <dsp:nvSpPr>
        <dsp:cNvPr id="0" name=""/>
        <dsp:cNvSpPr/>
      </dsp:nvSpPr>
      <dsp:spPr>
        <a:xfrm>
          <a:off x="181438" y="3135342"/>
          <a:ext cx="329887" cy="32988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2D3808-FA7F-42B6-9871-AEB791FD382D}">
      <dsp:nvSpPr>
        <dsp:cNvPr id="0" name=""/>
        <dsp:cNvSpPr/>
      </dsp:nvSpPr>
      <dsp:spPr>
        <a:xfrm>
          <a:off x="692764" y="3000388"/>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Introduction to Appreciative Inquiry</a:t>
          </a:r>
          <a:endParaRPr lang="en-US" sz="1900" kern="1200"/>
        </a:p>
      </dsp:txBody>
      <dsp:txXfrm>
        <a:off x="692764" y="3000388"/>
        <a:ext cx="7193935" cy="599796"/>
      </dsp:txXfrm>
    </dsp:sp>
    <dsp:sp modelId="{83CF001E-091D-44B8-900D-623E5180F852}">
      <dsp:nvSpPr>
        <dsp:cNvPr id="0" name=""/>
        <dsp:cNvSpPr/>
      </dsp:nvSpPr>
      <dsp:spPr>
        <a:xfrm>
          <a:off x="0" y="3750134"/>
          <a:ext cx="7886700" cy="5997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1FE470-E269-4DC7-AC36-4B068A7DA2DF}">
      <dsp:nvSpPr>
        <dsp:cNvPr id="0" name=""/>
        <dsp:cNvSpPr/>
      </dsp:nvSpPr>
      <dsp:spPr>
        <a:xfrm>
          <a:off x="181438" y="3885088"/>
          <a:ext cx="329887" cy="32988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E4A2BF-8E47-49B0-A824-B7F24F616601}">
      <dsp:nvSpPr>
        <dsp:cNvPr id="0" name=""/>
        <dsp:cNvSpPr/>
      </dsp:nvSpPr>
      <dsp:spPr>
        <a:xfrm>
          <a:off x="692764" y="3750134"/>
          <a:ext cx="71939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90000"/>
            </a:lnSpc>
            <a:spcBef>
              <a:spcPct val="0"/>
            </a:spcBef>
            <a:spcAft>
              <a:spcPct val="35000"/>
            </a:spcAft>
            <a:buNone/>
          </a:pPr>
          <a:r>
            <a:rPr lang="en-GB" sz="1900" kern="1200"/>
            <a:t>Further Reading and Resources</a:t>
          </a:r>
          <a:endParaRPr lang="en-US" sz="1900" kern="1200"/>
        </a:p>
      </dsp:txBody>
      <dsp:txXfrm>
        <a:off x="692764" y="3750134"/>
        <a:ext cx="7193935" cy="5997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C2A24-B574-4E65-B8A1-6AEC3BC89C25}">
      <dsp:nvSpPr>
        <dsp:cNvPr id="0" name=""/>
        <dsp:cNvSpPr/>
      </dsp:nvSpPr>
      <dsp:spPr>
        <a:xfrm>
          <a:off x="855798" y="1066"/>
          <a:ext cx="2174602" cy="1304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The Juggling Act: Responsibilities and Stresses</a:t>
          </a:r>
          <a:endParaRPr lang="en-US" sz="2300" kern="1200"/>
        </a:p>
      </dsp:txBody>
      <dsp:txXfrm>
        <a:off x="855798" y="1066"/>
        <a:ext cx="2174602" cy="1304761"/>
      </dsp:txXfrm>
    </dsp:sp>
    <dsp:sp modelId="{D454F243-741F-43B6-8685-E634552E4413}">
      <dsp:nvSpPr>
        <dsp:cNvPr id="0" name=""/>
        <dsp:cNvSpPr/>
      </dsp:nvSpPr>
      <dsp:spPr>
        <a:xfrm>
          <a:off x="855798" y="1523288"/>
          <a:ext cx="2174602" cy="1304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Impact on Teachers and Students</a:t>
          </a:r>
          <a:endParaRPr lang="en-US" sz="2300" kern="1200"/>
        </a:p>
      </dsp:txBody>
      <dsp:txXfrm>
        <a:off x="855798" y="1523288"/>
        <a:ext cx="2174602" cy="1304761"/>
      </dsp:txXfrm>
    </dsp:sp>
    <dsp:sp modelId="{4AF90214-1361-4B53-B240-2EA050E757D7}">
      <dsp:nvSpPr>
        <dsp:cNvPr id="0" name=""/>
        <dsp:cNvSpPr/>
      </dsp:nvSpPr>
      <dsp:spPr>
        <a:xfrm>
          <a:off x="855798" y="3045509"/>
          <a:ext cx="2174602" cy="1304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Why We Can't Ignore Well-being</a:t>
          </a:r>
          <a:endParaRPr lang="en-US" sz="2300" kern="1200"/>
        </a:p>
      </dsp:txBody>
      <dsp:txXfrm>
        <a:off x="855798" y="3045509"/>
        <a:ext cx="2174602" cy="13047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20B1F-9AAE-40BB-98D4-A7E98FBED84C}">
      <dsp:nvSpPr>
        <dsp:cNvPr id="0" name=""/>
        <dsp:cNvSpPr/>
      </dsp:nvSpPr>
      <dsp:spPr>
        <a:xfrm>
          <a:off x="530099" y="893169"/>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3DDB4D-21A9-4424-971B-C268D83CE794}">
      <dsp:nvSpPr>
        <dsp:cNvPr id="0" name=""/>
        <dsp:cNvSpPr/>
      </dsp:nvSpPr>
      <dsp:spPr>
        <a:xfrm>
          <a:off x="829912" y="1192981"/>
          <a:ext cx="807187" cy="807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B8F981-2D42-4B5E-928E-59ACB8EEE0EC}">
      <dsp:nvSpPr>
        <dsp:cNvPr id="0" name=""/>
        <dsp:cNvSpPr/>
      </dsp:nvSpPr>
      <dsp:spPr>
        <a:xfrm>
          <a:off x="80381" y="2738169"/>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GB" sz="1900" kern="1200"/>
            <a:t>Beyond the Medical Model</a:t>
          </a:r>
          <a:endParaRPr lang="en-US" sz="1900" kern="1200"/>
        </a:p>
      </dsp:txBody>
      <dsp:txXfrm>
        <a:off x="80381" y="2738169"/>
        <a:ext cx="2306250" cy="720000"/>
      </dsp:txXfrm>
    </dsp:sp>
    <dsp:sp modelId="{60AC5F8A-7458-424A-9CD7-A31E9277BDF0}">
      <dsp:nvSpPr>
        <dsp:cNvPr id="0" name=""/>
        <dsp:cNvSpPr/>
      </dsp:nvSpPr>
      <dsp:spPr>
        <a:xfrm>
          <a:off x="3239943" y="893169"/>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A6207D-0CB0-4506-94D1-61F0A73087B5}">
      <dsp:nvSpPr>
        <dsp:cNvPr id="0" name=""/>
        <dsp:cNvSpPr/>
      </dsp:nvSpPr>
      <dsp:spPr>
        <a:xfrm>
          <a:off x="3539756" y="1192981"/>
          <a:ext cx="807187" cy="807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6DC18A-453A-4C1A-A995-78989BB81C59}">
      <dsp:nvSpPr>
        <dsp:cNvPr id="0" name=""/>
        <dsp:cNvSpPr/>
      </dsp:nvSpPr>
      <dsp:spPr>
        <a:xfrm>
          <a:off x="2790224" y="2738169"/>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GB" sz="1900" kern="1200"/>
            <a:t>The Study of Human Flourishing</a:t>
          </a:r>
          <a:endParaRPr lang="en-US" sz="1900" kern="1200"/>
        </a:p>
      </dsp:txBody>
      <dsp:txXfrm>
        <a:off x="2790224" y="2738169"/>
        <a:ext cx="2306250" cy="720000"/>
      </dsp:txXfrm>
    </dsp:sp>
    <dsp:sp modelId="{7D7AB81A-82F5-4AC5-90CF-3010DFEBE22F}">
      <dsp:nvSpPr>
        <dsp:cNvPr id="0" name=""/>
        <dsp:cNvSpPr/>
      </dsp:nvSpPr>
      <dsp:spPr>
        <a:xfrm>
          <a:off x="5949787" y="893169"/>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2CD21-C271-42A2-A390-79C1BAC0D3A7}">
      <dsp:nvSpPr>
        <dsp:cNvPr id="0" name=""/>
        <dsp:cNvSpPr/>
      </dsp:nvSpPr>
      <dsp:spPr>
        <a:xfrm>
          <a:off x="6249600" y="1192981"/>
          <a:ext cx="807187" cy="807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80E73E-A4EA-4AA6-8E1F-230F4DF42FA7}">
      <dsp:nvSpPr>
        <dsp:cNvPr id="0" name=""/>
        <dsp:cNvSpPr/>
      </dsp:nvSpPr>
      <dsp:spPr>
        <a:xfrm>
          <a:off x="5500068" y="2738169"/>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GB" sz="1900" kern="1200"/>
            <a:t>The Science of Well-being</a:t>
          </a:r>
          <a:endParaRPr lang="en-US" sz="1900" kern="1200"/>
        </a:p>
      </dsp:txBody>
      <dsp:txXfrm>
        <a:off x="5500068" y="2738169"/>
        <a:ext cx="23062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025B10-E6D4-48E2-861C-1A3B53EE842B}">
      <dsp:nvSpPr>
        <dsp:cNvPr id="0" name=""/>
        <dsp:cNvSpPr/>
      </dsp:nvSpPr>
      <dsp:spPr>
        <a:xfrm>
          <a:off x="0" y="3399"/>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A8014C-2991-48E9-A66E-2A294A7F77A4}">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A4AE6A-E4BB-49C5-A1E2-363E1754BCFB}">
      <dsp:nvSpPr>
        <dsp:cNvPr id="0" name=""/>
        <dsp:cNvSpPr/>
      </dsp:nvSpPr>
      <dsp:spPr>
        <a:xfrm>
          <a:off x="836323" y="3399"/>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P: Positive Emotion</a:t>
          </a:r>
          <a:endParaRPr lang="en-US" sz="1900" kern="1200"/>
        </a:p>
      </dsp:txBody>
      <dsp:txXfrm>
        <a:off x="836323" y="3399"/>
        <a:ext cx="7050376" cy="724089"/>
      </dsp:txXfrm>
    </dsp:sp>
    <dsp:sp modelId="{F12BCE71-8A1D-4613-873B-F8E9245B3AC6}">
      <dsp:nvSpPr>
        <dsp:cNvPr id="0" name=""/>
        <dsp:cNvSpPr/>
      </dsp:nvSpPr>
      <dsp:spPr>
        <a:xfrm>
          <a:off x="0" y="908511"/>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1CEB71-C428-4775-90A5-C3215F239B2D}">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B9C4AE-1B0C-4867-BCDF-7A806458B0E7}">
      <dsp:nvSpPr>
        <dsp:cNvPr id="0" name=""/>
        <dsp:cNvSpPr/>
      </dsp:nvSpPr>
      <dsp:spPr>
        <a:xfrm>
          <a:off x="836323" y="908511"/>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E: Engagement</a:t>
          </a:r>
          <a:endParaRPr lang="en-US" sz="1900" kern="1200"/>
        </a:p>
      </dsp:txBody>
      <dsp:txXfrm>
        <a:off x="836323" y="908511"/>
        <a:ext cx="7050376" cy="724089"/>
      </dsp:txXfrm>
    </dsp:sp>
    <dsp:sp modelId="{A61E158A-8D35-4DD3-8B59-846FA798B71F}">
      <dsp:nvSpPr>
        <dsp:cNvPr id="0" name=""/>
        <dsp:cNvSpPr/>
      </dsp:nvSpPr>
      <dsp:spPr>
        <a:xfrm>
          <a:off x="0" y="1813624"/>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F80A2C-C982-4B16-85E9-A5F7D2E8F9C4}">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61ACB4-5C6B-4D39-AA32-455A041C8E53}">
      <dsp:nvSpPr>
        <dsp:cNvPr id="0" name=""/>
        <dsp:cNvSpPr/>
      </dsp:nvSpPr>
      <dsp:spPr>
        <a:xfrm>
          <a:off x="836323" y="1813624"/>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R: Relationships</a:t>
          </a:r>
          <a:endParaRPr lang="en-US" sz="1900" kern="1200"/>
        </a:p>
      </dsp:txBody>
      <dsp:txXfrm>
        <a:off x="836323" y="1813624"/>
        <a:ext cx="7050376" cy="724089"/>
      </dsp:txXfrm>
    </dsp:sp>
    <dsp:sp modelId="{CA385BE7-3172-438A-8599-E474B124AFE5}">
      <dsp:nvSpPr>
        <dsp:cNvPr id="0" name=""/>
        <dsp:cNvSpPr/>
      </dsp:nvSpPr>
      <dsp:spPr>
        <a:xfrm>
          <a:off x="0" y="2718736"/>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ABE292-61AC-479D-A564-F8F889FFD90D}">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A4B79A-1746-4AB5-B482-7A332818A2F0}">
      <dsp:nvSpPr>
        <dsp:cNvPr id="0" name=""/>
        <dsp:cNvSpPr/>
      </dsp:nvSpPr>
      <dsp:spPr>
        <a:xfrm>
          <a:off x="836323" y="2718736"/>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M: Meaning</a:t>
          </a:r>
          <a:endParaRPr lang="en-US" sz="1900" kern="1200"/>
        </a:p>
      </dsp:txBody>
      <dsp:txXfrm>
        <a:off x="836323" y="2718736"/>
        <a:ext cx="7050376" cy="724089"/>
      </dsp:txXfrm>
    </dsp:sp>
    <dsp:sp modelId="{5913BCFE-163E-4088-B506-62B0DFF548F0}">
      <dsp:nvSpPr>
        <dsp:cNvPr id="0" name=""/>
        <dsp:cNvSpPr/>
      </dsp:nvSpPr>
      <dsp:spPr>
        <a:xfrm>
          <a:off x="0" y="3623848"/>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739DB3-225A-4DC2-B6F8-D2B19E6B5406}">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33A42B-A25C-473B-97C4-60736557B360}">
      <dsp:nvSpPr>
        <dsp:cNvPr id="0" name=""/>
        <dsp:cNvSpPr/>
      </dsp:nvSpPr>
      <dsp:spPr>
        <a:xfrm>
          <a:off x="836323" y="3623848"/>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GB" sz="1900" kern="1200"/>
            <a:t>A: Accomplishments</a:t>
          </a:r>
          <a:endParaRPr lang="en-US" sz="1900" kern="1200"/>
        </a:p>
      </dsp:txBody>
      <dsp:txXfrm>
        <a:off x="836323" y="3623848"/>
        <a:ext cx="7050376" cy="7240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8EFEE0-18B6-4030-9778-4ADCD28D367B}">
      <dsp:nvSpPr>
        <dsp:cNvPr id="0" name=""/>
        <dsp:cNvSpPr/>
      </dsp:nvSpPr>
      <dsp:spPr>
        <a:xfrm>
          <a:off x="2857388" y="795"/>
          <a:ext cx="2171923" cy="2171923"/>
        </a:xfrm>
        <a:prstGeom prst="downArrow">
          <a:avLst>
            <a:gd name="adj1" fmla="val 50000"/>
            <a:gd name="adj2" fmla="val 3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What Are Positive Emotions?</a:t>
          </a:r>
          <a:endParaRPr lang="en-US" sz="1500" kern="1200"/>
        </a:p>
      </dsp:txBody>
      <dsp:txXfrm>
        <a:off x="3400369" y="795"/>
        <a:ext cx="1085961" cy="1791836"/>
      </dsp:txXfrm>
    </dsp:sp>
    <dsp:sp modelId="{66208A61-5423-446E-BF94-DBFB13550E32}">
      <dsp:nvSpPr>
        <dsp:cNvPr id="0" name=""/>
        <dsp:cNvSpPr/>
      </dsp:nvSpPr>
      <dsp:spPr>
        <a:xfrm rot="7200000">
          <a:off x="4114755" y="2178618"/>
          <a:ext cx="2171923" cy="2171923"/>
        </a:xfrm>
        <a:prstGeom prst="downArrow">
          <a:avLst>
            <a:gd name="adj1" fmla="val 50000"/>
            <a:gd name="adj2" fmla="val 3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Tomkins' Theory of Affect Script</a:t>
          </a:r>
          <a:endParaRPr lang="en-US" sz="1500" kern="1200"/>
        </a:p>
      </dsp:txBody>
      <dsp:txXfrm rot="-5400000">
        <a:off x="4469381" y="2816620"/>
        <a:ext cx="1791836" cy="1085961"/>
      </dsp:txXfrm>
    </dsp:sp>
    <dsp:sp modelId="{E99A07BF-DAEF-4A1D-ADF3-E8C0A56F8858}">
      <dsp:nvSpPr>
        <dsp:cNvPr id="0" name=""/>
        <dsp:cNvSpPr/>
      </dsp:nvSpPr>
      <dsp:spPr>
        <a:xfrm rot="14400000">
          <a:off x="1600021" y="2178618"/>
          <a:ext cx="2171923" cy="2171923"/>
        </a:xfrm>
        <a:prstGeom prst="downArrow">
          <a:avLst>
            <a:gd name="adj1" fmla="val 50000"/>
            <a:gd name="adj2" fmla="val 3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Innate Drive for Joy and Interest</a:t>
          </a:r>
          <a:endParaRPr lang="en-US" sz="1500" kern="1200"/>
        </a:p>
      </dsp:txBody>
      <dsp:txXfrm rot="5400000">
        <a:off x="1625483" y="2816620"/>
        <a:ext cx="1791836" cy="10859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F5ADD9-1495-4D8E-BFD0-70867144E314}">
      <dsp:nvSpPr>
        <dsp:cNvPr id="0" name=""/>
        <dsp:cNvSpPr/>
      </dsp:nvSpPr>
      <dsp:spPr>
        <a:xfrm>
          <a:off x="2280144" y="1185451"/>
          <a:ext cx="492856" cy="91440"/>
        </a:xfrm>
        <a:custGeom>
          <a:avLst/>
          <a:gdLst/>
          <a:ahLst/>
          <a:cxnLst/>
          <a:rect l="0" t="0" r="0" b="0"/>
          <a:pathLst>
            <a:path>
              <a:moveTo>
                <a:pt x="0" y="45720"/>
              </a:moveTo>
              <a:lnTo>
                <a:pt x="49285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8553"/>
        <a:ext cx="26172" cy="5234"/>
      </dsp:txXfrm>
    </dsp:sp>
    <dsp:sp modelId="{61325B53-CF4F-441B-B37B-C708BB1BBE8B}">
      <dsp:nvSpPr>
        <dsp:cNvPr id="0" name=""/>
        <dsp:cNvSpPr/>
      </dsp:nvSpPr>
      <dsp:spPr>
        <a:xfrm>
          <a:off x="6045" y="548401"/>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a:t>The central executive concept states that we are innately programmed to:</a:t>
          </a:r>
          <a:endParaRPr lang="en-US" sz="1500" kern="1200"/>
        </a:p>
      </dsp:txBody>
      <dsp:txXfrm>
        <a:off x="6045" y="548401"/>
        <a:ext cx="2275898" cy="1365538"/>
      </dsp:txXfrm>
    </dsp:sp>
    <dsp:sp modelId="{2E780695-594F-4E48-89C8-0465556D3C0B}">
      <dsp:nvSpPr>
        <dsp:cNvPr id="0" name=""/>
        <dsp:cNvSpPr/>
      </dsp:nvSpPr>
      <dsp:spPr>
        <a:xfrm>
          <a:off x="5079499" y="1185451"/>
          <a:ext cx="492856" cy="91440"/>
        </a:xfrm>
        <a:custGeom>
          <a:avLst/>
          <a:gdLst/>
          <a:ahLst/>
          <a:cxnLst/>
          <a:rect l="0" t="0" r="0" b="0"/>
          <a:pathLst>
            <a:path>
              <a:moveTo>
                <a:pt x="0" y="45720"/>
              </a:moveTo>
              <a:lnTo>
                <a:pt x="49285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8553"/>
        <a:ext cx="26172" cy="5234"/>
      </dsp:txXfrm>
    </dsp:sp>
    <dsp:sp modelId="{61BC7237-B94A-4389-9EFA-9C44DAB875BC}">
      <dsp:nvSpPr>
        <dsp:cNvPr id="0" name=""/>
        <dsp:cNvSpPr/>
      </dsp:nvSpPr>
      <dsp:spPr>
        <a:xfrm>
          <a:off x="2805400" y="548401"/>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a:t>maximize positive affect, </a:t>
          </a:r>
          <a:endParaRPr lang="en-US" sz="1500" kern="1200"/>
        </a:p>
      </dsp:txBody>
      <dsp:txXfrm>
        <a:off x="2805400" y="548401"/>
        <a:ext cx="2275898" cy="1365538"/>
      </dsp:txXfrm>
    </dsp:sp>
    <dsp:sp modelId="{20E9FD00-0F3F-406C-B064-5CF4E87CDDC9}">
      <dsp:nvSpPr>
        <dsp:cNvPr id="0" name=""/>
        <dsp:cNvSpPr/>
      </dsp:nvSpPr>
      <dsp:spPr>
        <a:xfrm>
          <a:off x="1143995" y="1912140"/>
          <a:ext cx="5598709" cy="492856"/>
        </a:xfrm>
        <a:custGeom>
          <a:avLst/>
          <a:gdLst/>
          <a:ahLst/>
          <a:cxnLst/>
          <a:rect l="0" t="0" r="0" b="0"/>
          <a:pathLst>
            <a:path>
              <a:moveTo>
                <a:pt x="5598709" y="0"/>
              </a:moveTo>
              <a:lnTo>
                <a:pt x="5598709" y="263528"/>
              </a:lnTo>
              <a:lnTo>
                <a:pt x="0" y="263528"/>
              </a:lnTo>
              <a:lnTo>
                <a:pt x="0" y="492856"/>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5951"/>
        <a:ext cx="281156" cy="5234"/>
      </dsp:txXfrm>
    </dsp:sp>
    <dsp:sp modelId="{0A1671AB-A0CD-43DE-840D-F41FADA9E295}">
      <dsp:nvSpPr>
        <dsp:cNvPr id="0" name=""/>
        <dsp:cNvSpPr/>
      </dsp:nvSpPr>
      <dsp:spPr>
        <a:xfrm>
          <a:off x="5604755" y="548401"/>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a:t>minimize negative affects, and </a:t>
          </a:r>
          <a:endParaRPr lang="en-US" sz="1500" kern="1200"/>
        </a:p>
      </dsp:txBody>
      <dsp:txXfrm>
        <a:off x="5604755" y="548401"/>
        <a:ext cx="2275898" cy="1365538"/>
      </dsp:txXfrm>
    </dsp:sp>
    <dsp:sp modelId="{1A7691CF-5504-40B5-9D1A-77AEA535917F}">
      <dsp:nvSpPr>
        <dsp:cNvPr id="0" name=""/>
        <dsp:cNvSpPr/>
      </dsp:nvSpPr>
      <dsp:spPr>
        <a:xfrm>
          <a:off x="2280144" y="3074446"/>
          <a:ext cx="492856" cy="91440"/>
        </a:xfrm>
        <a:custGeom>
          <a:avLst/>
          <a:gdLst/>
          <a:ahLst/>
          <a:cxnLst/>
          <a:rect l="0" t="0" r="0" b="0"/>
          <a:pathLst>
            <a:path>
              <a:moveTo>
                <a:pt x="0" y="45720"/>
              </a:moveTo>
              <a:lnTo>
                <a:pt x="49285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7549"/>
        <a:ext cx="26172" cy="5234"/>
      </dsp:txXfrm>
    </dsp:sp>
    <dsp:sp modelId="{30CCA4D3-0B3A-44F9-87B3-4DE19EB63956}">
      <dsp:nvSpPr>
        <dsp:cNvPr id="0" name=""/>
        <dsp:cNvSpPr/>
      </dsp:nvSpPr>
      <dsp:spPr>
        <a:xfrm>
          <a:off x="6045" y="2437397"/>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a:t>minimize the inhibition of affect.</a:t>
          </a:r>
          <a:endParaRPr lang="en-US" sz="1500" kern="1200"/>
        </a:p>
      </dsp:txBody>
      <dsp:txXfrm>
        <a:off x="6045" y="2437397"/>
        <a:ext cx="2275898" cy="1365538"/>
      </dsp:txXfrm>
    </dsp:sp>
    <dsp:sp modelId="{3197C16B-0268-4DB2-8E7D-973317AA2209}">
      <dsp:nvSpPr>
        <dsp:cNvPr id="0" name=""/>
        <dsp:cNvSpPr/>
      </dsp:nvSpPr>
      <dsp:spPr>
        <a:xfrm>
          <a:off x="5079499" y="3074446"/>
          <a:ext cx="492856" cy="91440"/>
        </a:xfrm>
        <a:custGeom>
          <a:avLst/>
          <a:gdLst/>
          <a:ahLst/>
          <a:cxnLst/>
          <a:rect l="0" t="0" r="0" b="0"/>
          <a:pathLst>
            <a:path>
              <a:moveTo>
                <a:pt x="0" y="45720"/>
              </a:moveTo>
              <a:lnTo>
                <a:pt x="49285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7549"/>
        <a:ext cx="26172" cy="5234"/>
      </dsp:txXfrm>
    </dsp:sp>
    <dsp:sp modelId="{418A1C1A-7361-47E3-9B23-575415C98110}">
      <dsp:nvSpPr>
        <dsp:cNvPr id="0" name=""/>
        <dsp:cNvSpPr/>
      </dsp:nvSpPr>
      <dsp:spPr>
        <a:xfrm>
          <a:off x="2805400" y="2437397"/>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dirty="0"/>
            <a:t>Our ability to function effectively is dependent on these factors being in place.</a:t>
          </a:r>
          <a:endParaRPr lang="en-US" sz="1500" kern="1200" dirty="0"/>
        </a:p>
      </dsp:txBody>
      <dsp:txXfrm>
        <a:off x="2805400" y="2437397"/>
        <a:ext cx="2275898" cy="1365538"/>
      </dsp:txXfrm>
    </dsp:sp>
    <dsp:sp modelId="{25962842-9B51-4615-A2DA-6550DC55BF5B}">
      <dsp:nvSpPr>
        <dsp:cNvPr id="0" name=""/>
        <dsp:cNvSpPr/>
      </dsp:nvSpPr>
      <dsp:spPr>
        <a:xfrm>
          <a:off x="5604755" y="2437397"/>
          <a:ext cx="2275898" cy="136553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666750">
            <a:lnSpc>
              <a:spcPct val="90000"/>
            </a:lnSpc>
            <a:spcBef>
              <a:spcPct val="0"/>
            </a:spcBef>
            <a:spcAft>
              <a:spcPct val="35000"/>
            </a:spcAft>
            <a:buNone/>
          </a:pPr>
          <a:r>
            <a:rPr lang="en-GB" sz="1500" kern="1200" dirty="0"/>
            <a:t>Understanding the impact of context on  behaviour and can help promote positive affect and minimize negative affects.</a:t>
          </a:r>
          <a:endParaRPr lang="en-US" sz="1500" kern="1200" dirty="0"/>
        </a:p>
      </dsp:txBody>
      <dsp:txXfrm>
        <a:off x="5604755" y="2437397"/>
        <a:ext cx="2275898" cy="13655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421557-7C75-4A00-AC5E-E7BA29BDEDC7}">
      <dsp:nvSpPr>
        <dsp:cNvPr id="0" name=""/>
        <dsp:cNvSpPr/>
      </dsp:nvSpPr>
      <dsp:spPr>
        <a:xfrm>
          <a:off x="1767680" y="0"/>
          <a:ext cx="4351338" cy="4351338"/>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0F23752-15B0-448F-8269-B4693E1066E2}">
      <dsp:nvSpPr>
        <dsp:cNvPr id="0" name=""/>
        <dsp:cNvSpPr/>
      </dsp:nvSpPr>
      <dsp:spPr>
        <a:xfrm>
          <a:off x="2181058" y="413377"/>
          <a:ext cx="1697021" cy="169702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What is Engagement?</a:t>
          </a:r>
          <a:endParaRPr lang="en-US" sz="1600" kern="1200"/>
        </a:p>
      </dsp:txBody>
      <dsp:txXfrm>
        <a:off x="2263900" y="496219"/>
        <a:ext cx="1531337" cy="1531337"/>
      </dsp:txXfrm>
    </dsp:sp>
    <dsp:sp modelId="{6CEFC6BE-AC90-494F-A31B-88022A829712}">
      <dsp:nvSpPr>
        <dsp:cNvPr id="0" name=""/>
        <dsp:cNvSpPr/>
      </dsp:nvSpPr>
      <dsp:spPr>
        <a:xfrm>
          <a:off x="4008620" y="413377"/>
          <a:ext cx="1697021" cy="169702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The concept of "Flow" by Mihaly Csikszentmihalyi.</a:t>
          </a:r>
          <a:endParaRPr lang="en-US" sz="1600" kern="1200"/>
        </a:p>
      </dsp:txBody>
      <dsp:txXfrm>
        <a:off x="4091462" y="496219"/>
        <a:ext cx="1531337" cy="1531337"/>
      </dsp:txXfrm>
    </dsp:sp>
    <dsp:sp modelId="{888FDAB5-F786-4E6F-B89C-194C3E9EDACF}">
      <dsp:nvSpPr>
        <dsp:cNvPr id="0" name=""/>
        <dsp:cNvSpPr/>
      </dsp:nvSpPr>
      <dsp:spPr>
        <a:xfrm>
          <a:off x="2181058" y="2240939"/>
          <a:ext cx="1697021" cy="169702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Importance of Engagement in work and life.</a:t>
          </a:r>
          <a:endParaRPr lang="en-US" sz="1600" kern="1200"/>
        </a:p>
      </dsp:txBody>
      <dsp:txXfrm>
        <a:off x="2263900" y="2323781"/>
        <a:ext cx="1531337" cy="1531337"/>
      </dsp:txXfrm>
    </dsp:sp>
    <dsp:sp modelId="{C8609ACE-E1C8-4475-96FF-FAB05A8A0D2F}">
      <dsp:nvSpPr>
        <dsp:cNvPr id="0" name=""/>
        <dsp:cNvSpPr/>
      </dsp:nvSpPr>
      <dsp:spPr>
        <a:xfrm>
          <a:off x="4008620" y="2240939"/>
          <a:ext cx="1697021" cy="169702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Strategies for increasing Engagement.</a:t>
          </a:r>
          <a:endParaRPr lang="en-US" sz="1600" kern="1200"/>
        </a:p>
      </dsp:txBody>
      <dsp:txXfrm>
        <a:off x="4091462" y="2323781"/>
        <a:ext cx="1531337" cy="15313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CBFF2-38EF-47A2-83C9-23F35677864B}">
      <dsp:nvSpPr>
        <dsp:cNvPr id="0" name=""/>
        <dsp:cNvSpPr/>
      </dsp:nvSpPr>
      <dsp:spPr>
        <a:xfrm>
          <a:off x="0" y="232569"/>
          <a:ext cx="3886200" cy="388620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2FE319-E695-4E3A-A2A5-5D42D453AF82}">
      <dsp:nvSpPr>
        <dsp:cNvPr id="0" name=""/>
        <dsp:cNvSpPr/>
      </dsp:nvSpPr>
      <dsp:spPr>
        <a:xfrm>
          <a:off x="369189" y="601758"/>
          <a:ext cx="1515618" cy="15156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What are Relationships in the context of PERMA?</a:t>
          </a:r>
          <a:endParaRPr lang="en-US" sz="1700" kern="1200"/>
        </a:p>
      </dsp:txBody>
      <dsp:txXfrm>
        <a:off x="443175" y="675744"/>
        <a:ext cx="1367646" cy="1367646"/>
      </dsp:txXfrm>
    </dsp:sp>
    <dsp:sp modelId="{2625FA3C-51B2-4C97-B961-9B8E5444AAEB}">
      <dsp:nvSpPr>
        <dsp:cNvPr id="0" name=""/>
        <dsp:cNvSpPr/>
      </dsp:nvSpPr>
      <dsp:spPr>
        <a:xfrm>
          <a:off x="2001393" y="601758"/>
          <a:ext cx="1515618" cy="15156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Why Relationships are important for well-being.</a:t>
          </a:r>
          <a:endParaRPr lang="en-US" sz="1700" kern="1200"/>
        </a:p>
      </dsp:txBody>
      <dsp:txXfrm>
        <a:off x="2075379" y="675744"/>
        <a:ext cx="1367646" cy="1367646"/>
      </dsp:txXfrm>
    </dsp:sp>
    <dsp:sp modelId="{F0B40683-9E44-4936-A5CE-5D7E7707C377}">
      <dsp:nvSpPr>
        <dsp:cNvPr id="0" name=""/>
        <dsp:cNvSpPr/>
      </dsp:nvSpPr>
      <dsp:spPr>
        <a:xfrm>
          <a:off x="369189" y="2233962"/>
          <a:ext cx="1515618" cy="15156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The role of social support in mental health.</a:t>
          </a:r>
          <a:endParaRPr lang="en-US" sz="1700" kern="1200"/>
        </a:p>
      </dsp:txBody>
      <dsp:txXfrm>
        <a:off x="443175" y="2307948"/>
        <a:ext cx="1367646" cy="1367646"/>
      </dsp:txXfrm>
    </dsp:sp>
    <dsp:sp modelId="{24302DB2-AECC-49AD-8F4D-ADA968A26D2C}">
      <dsp:nvSpPr>
        <dsp:cNvPr id="0" name=""/>
        <dsp:cNvSpPr/>
      </dsp:nvSpPr>
      <dsp:spPr>
        <a:xfrm>
          <a:off x="2001393" y="2233962"/>
          <a:ext cx="1515618" cy="15156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Practical ways to cultivate meaningful relationships.</a:t>
          </a:r>
          <a:endParaRPr lang="en-US" sz="1700" kern="1200"/>
        </a:p>
      </dsp:txBody>
      <dsp:txXfrm>
        <a:off x="2075379" y="2307948"/>
        <a:ext cx="1367646" cy="136764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0E8EA9-81BA-458A-AB47-A3864E4C9F51}">
      <dsp:nvSpPr>
        <dsp:cNvPr id="0" name=""/>
        <dsp:cNvSpPr/>
      </dsp:nvSpPr>
      <dsp:spPr>
        <a:xfrm>
          <a:off x="0" y="1805"/>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959899-7A6C-4B05-883E-ACB0296F6939}">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054444-10E2-4C72-A527-B84DE0EE7327}">
      <dsp:nvSpPr>
        <dsp:cNvPr id="0" name=""/>
        <dsp:cNvSpPr/>
      </dsp:nvSpPr>
      <dsp:spPr>
        <a:xfrm>
          <a:off x="1057183" y="1805"/>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What does "Meaning" mean in the context of PERMA?</a:t>
          </a:r>
          <a:endParaRPr lang="en-US" sz="2200" kern="1200"/>
        </a:p>
      </dsp:txBody>
      <dsp:txXfrm>
        <a:off x="1057183" y="1805"/>
        <a:ext cx="6829516" cy="915310"/>
      </dsp:txXfrm>
    </dsp:sp>
    <dsp:sp modelId="{44E47392-7173-41D2-B36E-13FA022D78D4}">
      <dsp:nvSpPr>
        <dsp:cNvPr id="0" name=""/>
        <dsp:cNvSpPr/>
      </dsp:nvSpPr>
      <dsp:spPr>
        <a:xfrm>
          <a:off x="0" y="1145944"/>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44B5E4-9D5F-4E3E-B4B1-7738077A8ACB}">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C81D5F-F594-4FD4-B4E5-838199531BD2}">
      <dsp:nvSpPr>
        <dsp:cNvPr id="0" name=""/>
        <dsp:cNvSpPr/>
      </dsp:nvSpPr>
      <dsp:spPr>
        <a:xfrm>
          <a:off x="1057183" y="1145944"/>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Why is Meaning important for well-being?</a:t>
          </a:r>
          <a:endParaRPr lang="en-US" sz="2200" kern="1200"/>
        </a:p>
      </dsp:txBody>
      <dsp:txXfrm>
        <a:off x="1057183" y="1145944"/>
        <a:ext cx="6829516" cy="915310"/>
      </dsp:txXfrm>
    </dsp:sp>
    <dsp:sp modelId="{7C85BF0B-5804-4F02-8B2D-AE7358DDDA09}">
      <dsp:nvSpPr>
        <dsp:cNvPr id="0" name=""/>
        <dsp:cNvSpPr/>
      </dsp:nvSpPr>
      <dsp:spPr>
        <a:xfrm>
          <a:off x="0" y="2290082"/>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8C8F38-B498-470B-A416-BFABF56251A1}">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478C87-BC53-47EB-A021-9DA90C94DB54}">
      <dsp:nvSpPr>
        <dsp:cNvPr id="0" name=""/>
        <dsp:cNvSpPr/>
      </dsp:nvSpPr>
      <dsp:spPr>
        <a:xfrm>
          <a:off x="1057183" y="2290082"/>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The role of purpose in education.</a:t>
          </a:r>
          <a:endParaRPr lang="en-US" sz="2200" kern="1200"/>
        </a:p>
      </dsp:txBody>
      <dsp:txXfrm>
        <a:off x="1057183" y="2290082"/>
        <a:ext cx="6829516" cy="915310"/>
      </dsp:txXfrm>
    </dsp:sp>
    <dsp:sp modelId="{F24006C8-6ECC-4BB5-BB43-65964DD91709}">
      <dsp:nvSpPr>
        <dsp:cNvPr id="0" name=""/>
        <dsp:cNvSpPr/>
      </dsp:nvSpPr>
      <dsp:spPr>
        <a:xfrm>
          <a:off x="0" y="3434221"/>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FD65FE-6DB9-4F66-9FA0-F2307544ED4E}">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47AC9E-777F-4B85-9945-BFF9F4B19218}">
      <dsp:nvSpPr>
        <dsp:cNvPr id="0" name=""/>
        <dsp:cNvSpPr/>
      </dsp:nvSpPr>
      <dsp:spPr>
        <a:xfrm>
          <a:off x="1057183" y="3434221"/>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Practical ways to find meaning in your work.</a:t>
          </a:r>
          <a:endParaRPr lang="en-US" sz="2200" kern="1200"/>
        </a:p>
      </dsp:txBody>
      <dsp:txXfrm>
        <a:off x="1057183" y="3434221"/>
        <a:ext cx="6829516" cy="9153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5AC535-E3A0-4458-B6A6-E5A2AAD488B9}">
      <dsp:nvSpPr>
        <dsp:cNvPr id="0" name=""/>
        <dsp:cNvSpPr/>
      </dsp:nvSpPr>
      <dsp:spPr>
        <a:xfrm>
          <a:off x="0" y="1805"/>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3B6EAF-8956-4595-86B5-01029ACE5CBA}">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237C44-EF30-4DA3-94F1-18FC1EA672CA}">
      <dsp:nvSpPr>
        <dsp:cNvPr id="0" name=""/>
        <dsp:cNvSpPr/>
      </dsp:nvSpPr>
      <dsp:spPr>
        <a:xfrm>
          <a:off x="1057183" y="1805"/>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What does "Accomplishments" mean in the PERMA model?</a:t>
          </a:r>
          <a:endParaRPr lang="en-US" sz="2200" kern="1200"/>
        </a:p>
      </dsp:txBody>
      <dsp:txXfrm>
        <a:off x="1057183" y="1805"/>
        <a:ext cx="6829516" cy="915310"/>
      </dsp:txXfrm>
    </dsp:sp>
    <dsp:sp modelId="{D2358C96-1261-42CD-9EC5-C97172DB6720}">
      <dsp:nvSpPr>
        <dsp:cNvPr id="0" name=""/>
        <dsp:cNvSpPr/>
      </dsp:nvSpPr>
      <dsp:spPr>
        <a:xfrm>
          <a:off x="0" y="1145944"/>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614952-0FA2-44B2-8914-113D9D0E8839}">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E30D8B-3EE5-4C11-8E27-61E92226CB69}">
      <dsp:nvSpPr>
        <dsp:cNvPr id="0" name=""/>
        <dsp:cNvSpPr/>
      </dsp:nvSpPr>
      <dsp:spPr>
        <a:xfrm>
          <a:off x="1057183" y="1145944"/>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The importance of celebrating wins, both big and small.</a:t>
          </a:r>
          <a:endParaRPr lang="en-US" sz="2200" kern="1200"/>
        </a:p>
      </dsp:txBody>
      <dsp:txXfrm>
        <a:off x="1057183" y="1145944"/>
        <a:ext cx="6829516" cy="915310"/>
      </dsp:txXfrm>
    </dsp:sp>
    <dsp:sp modelId="{13F38396-A1D9-48AD-BB0A-04222FB0085F}">
      <dsp:nvSpPr>
        <dsp:cNvPr id="0" name=""/>
        <dsp:cNvSpPr/>
      </dsp:nvSpPr>
      <dsp:spPr>
        <a:xfrm>
          <a:off x="0" y="2290082"/>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BD1264-A010-40D7-9741-9CC3E04C1F38}">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6ABEDB-A624-4469-ADB1-51FE640AFA40}">
      <dsp:nvSpPr>
        <dsp:cNvPr id="0" name=""/>
        <dsp:cNvSpPr/>
      </dsp:nvSpPr>
      <dsp:spPr>
        <a:xfrm>
          <a:off x="1057183" y="2290082"/>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How accomplishments tie into school goals.</a:t>
          </a:r>
          <a:endParaRPr lang="en-US" sz="2200" kern="1200"/>
        </a:p>
      </dsp:txBody>
      <dsp:txXfrm>
        <a:off x="1057183" y="2290082"/>
        <a:ext cx="6829516" cy="915310"/>
      </dsp:txXfrm>
    </dsp:sp>
    <dsp:sp modelId="{51B1E9DA-720C-4A31-944A-AEF73B2A56BE}">
      <dsp:nvSpPr>
        <dsp:cNvPr id="0" name=""/>
        <dsp:cNvSpPr/>
      </dsp:nvSpPr>
      <dsp:spPr>
        <a:xfrm>
          <a:off x="0" y="3434221"/>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5CE39D-DCC4-46FF-A093-6FF8DC2465A9}">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D60448-BA40-45F6-A180-8CB7999D75A2}">
      <dsp:nvSpPr>
        <dsp:cNvPr id="0" name=""/>
        <dsp:cNvSpPr/>
      </dsp:nvSpPr>
      <dsp:spPr>
        <a:xfrm>
          <a:off x="1057183" y="3434221"/>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Setting and achieving realistic targets.</a:t>
          </a:r>
          <a:endParaRPr lang="en-US" sz="2200" kern="1200"/>
        </a:p>
      </dsp:txBody>
      <dsp:txXfrm>
        <a:off x="1057183" y="3434221"/>
        <a:ext cx="6829516" cy="9153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4C712-1501-42CC-854C-18C3994DE043}">
      <dsp:nvSpPr>
        <dsp:cNvPr id="0" name=""/>
        <dsp:cNvSpPr/>
      </dsp:nvSpPr>
      <dsp:spPr>
        <a:xfrm>
          <a:off x="730349"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B87AE0-932E-4A57-89B2-B7F3D26CCA27}">
      <dsp:nvSpPr>
        <dsp:cNvPr id="0" name=""/>
        <dsp:cNvSpPr/>
      </dsp:nvSpPr>
      <dsp:spPr>
        <a:xfrm>
          <a:off x="1198349"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A4D2E8-B481-442A-8BC9-3E34CE38C841}">
      <dsp:nvSpPr>
        <dsp:cNvPr id="0" name=""/>
        <dsp:cNvSpPr/>
      </dsp:nvSpPr>
      <dsp:spPr>
        <a:xfrm>
          <a:off x="28349"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GB" sz="2000" kern="1200"/>
            <a:t>Introduction to AuthenticHappiness.org</a:t>
          </a:r>
          <a:endParaRPr lang="en-US" sz="2000" kern="1200"/>
        </a:p>
      </dsp:txBody>
      <dsp:txXfrm>
        <a:off x="28349" y="3255669"/>
        <a:ext cx="3600000" cy="720000"/>
      </dsp:txXfrm>
    </dsp:sp>
    <dsp:sp modelId="{B8231C33-8F59-48E9-8FC2-5111A834FE11}">
      <dsp:nvSpPr>
        <dsp:cNvPr id="0" name=""/>
        <dsp:cNvSpPr/>
      </dsp:nvSpPr>
      <dsp:spPr>
        <a:xfrm>
          <a:off x="4960350"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70DD44-CAB5-4B1A-B7B8-244F34997F75}">
      <dsp:nvSpPr>
        <dsp:cNvPr id="0" name=""/>
        <dsp:cNvSpPr/>
      </dsp:nvSpPr>
      <dsp:spPr>
        <a:xfrm>
          <a:off x="5428350" y="843669"/>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5004A6-47D4-409C-A850-B035410693FE}">
      <dsp:nvSpPr>
        <dsp:cNvPr id="0" name=""/>
        <dsp:cNvSpPr/>
      </dsp:nvSpPr>
      <dsp:spPr>
        <a:xfrm>
          <a:off x="425835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GB" sz="2000" kern="1200" dirty="0"/>
            <a:t>Instructions for completing a WORKPLACE Perma Profile</a:t>
          </a:r>
          <a:endParaRPr lang="en-US" sz="2000" kern="1200" dirty="0"/>
        </a:p>
      </dsp:txBody>
      <dsp:txXfrm>
        <a:off x="4258350" y="3255669"/>
        <a:ext cx="3600000"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75842-3B60-42EF-BF99-8FD1E2AC6CA3}">
      <dsp:nvSpPr>
        <dsp:cNvPr id="0" name=""/>
        <dsp:cNvSpPr/>
      </dsp:nvSpPr>
      <dsp:spPr>
        <a:xfrm>
          <a:off x="0" y="531"/>
          <a:ext cx="78867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8B12BB-AE29-41D3-8ADC-30A487886600}">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3B592A-B6F4-4D31-9130-EFF990089298}">
      <dsp:nvSpPr>
        <dsp:cNvPr id="0" name=""/>
        <dsp:cNvSpPr/>
      </dsp:nvSpPr>
      <dsp:spPr>
        <a:xfrm>
          <a:off x="1435590" y="53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GB" sz="2500" kern="1200"/>
            <a:t>What is Appreciative Inquiry?</a:t>
          </a:r>
          <a:endParaRPr lang="en-US" sz="2500" kern="1200"/>
        </a:p>
      </dsp:txBody>
      <dsp:txXfrm>
        <a:off x="1435590" y="531"/>
        <a:ext cx="6451109" cy="1242935"/>
      </dsp:txXfrm>
    </dsp:sp>
    <dsp:sp modelId="{6B643C03-49C1-4552-9028-37E74BBC6D6C}">
      <dsp:nvSpPr>
        <dsp:cNvPr id="0" name=""/>
        <dsp:cNvSpPr/>
      </dsp:nvSpPr>
      <dsp:spPr>
        <a:xfrm>
          <a:off x="0" y="1554201"/>
          <a:ext cx="78867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E4F71F-6173-44E8-BDEF-222CF9D12F6F}">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9F59CA-F051-45A2-9E9C-C08C604D8D30}">
      <dsp:nvSpPr>
        <dsp:cNvPr id="0" name=""/>
        <dsp:cNvSpPr/>
      </dsp:nvSpPr>
      <dsp:spPr>
        <a:xfrm>
          <a:off x="1435590" y="155420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GB" sz="2500" kern="1200"/>
            <a:t>Why it’s Good for Schools</a:t>
          </a:r>
          <a:endParaRPr lang="en-US" sz="2500" kern="1200"/>
        </a:p>
      </dsp:txBody>
      <dsp:txXfrm>
        <a:off x="1435590" y="1554201"/>
        <a:ext cx="6451109" cy="1242935"/>
      </dsp:txXfrm>
    </dsp:sp>
    <dsp:sp modelId="{FE95636E-AFBB-486C-BC53-380BEFF8DEC9}">
      <dsp:nvSpPr>
        <dsp:cNvPr id="0" name=""/>
        <dsp:cNvSpPr/>
      </dsp:nvSpPr>
      <dsp:spPr>
        <a:xfrm>
          <a:off x="0" y="3107870"/>
          <a:ext cx="78867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474A1F-4C96-4DE6-A0E0-AF31EE6EEF1D}">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DA49DA-01CA-4A18-A1C2-6A64655F0C03}">
      <dsp:nvSpPr>
        <dsp:cNvPr id="0" name=""/>
        <dsp:cNvSpPr/>
      </dsp:nvSpPr>
      <dsp:spPr>
        <a:xfrm>
          <a:off x="1435590" y="3107870"/>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GB" sz="2500" kern="1200"/>
            <a:t>Practical Exercise: The 4-D Cycle</a:t>
          </a:r>
          <a:endParaRPr lang="en-US" sz="2500" kern="1200"/>
        </a:p>
      </dsp:txBody>
      <dsp:txXfrm>
        <a:off x="1435590" y="3107870"/>
        <a:ext cx="6451109" cy="12429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A9809-01D5-4B4D-8FC3-142BE48B25A2}">
      <dsp:nvSpPr>
        <dsp:cNvPr id="0" name=""/>
        <dsp:cNvSpPr/>
      </dsp:nvSpPr>
      <dsp:spPr>
        <a:xfrm>
          <a:off x="341781" y="1130473"/>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B4FD20-AC3B-43A2-B9DF-1C1565BCEF8D}">
      <dsp:nvSpPr>
        <dsp:cNvPr id="0" name=""/>
        <dsp:cNvSpPr/>
      </dsp:nvSpPr>
      <dsp:spPr>
        <a:xfrm>
          <a:off x="568240" y="1356932"/>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161684-B90E-46F4-ABCC-BA841D3313B4}">
      <dsp:nvSpPr>
        <dsp:cNvPr id="0" name=""/>
        <dsp:cNvSpPr/>
      </dsp:nvSpPr>
      <dsp:spPr>
        <a:xfrm>
          <a:off x="2092"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GB" sz="3200" kern="1200"/>
            <a:t>Discover</a:t>
          </a:r>
          <a:endParaRPr lang="en-US" sz="3200" kern="1200"/>
        </a:p>
      </dsp:txBody>
      <dsp:txXfrm>
        <a:off x="2092" y="2524067"/>
        <a:ext cx="1741992" cy="696796"/>
      </dsp:txXfrm>
    </dsp:sp>
    <dsp:sp modelId="{709E5AC8-C568-4285-B3CA-0DBF5BAC904D}">
      <dsp:nvSpPr>
        <dsp:cNvPr id="0" name=""/>
        <dsp:cNvSpPr/>
      </dsp:nvSpPr>
      <dsp:spPr>
        <a:xfrm>
          <a:off x="2388621" y="1130473"/>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894EE0-6791-4354-8780-5EDA6C6234FA}">
      <dsp:nvSpPr>
        <dsp:cNvPr id="0" name=""/>
        <dsp:cNvSpPr/>
      </dsp:nvSpPr>
      <dsp:spPr>
        <a:xfrm>
          <a:off x="2615080" y="1356932"/>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A3D2E7-DF34-49E0-BA1B-7EE869967941}">
      <dsp:nvSpPr>
        <dsp:cNvPr id="0" name=""/>
        <dsp:cNvSpPr/>
      </dsp:nvSpPr>
      <dsp:spPr>
        <a:xfrm>
          <a:off x="2048933"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GB" sz="3200" kern="1200"/>
            <a:t>Dream</a:t>
          </a:r>
          <a:endParaRPr lang="en-US" sz="3200" kern="1200"/>
        </a:p>
      </dsp:txBody>
      <dsp:txXfrm>
        <a:off x="2048933" y="2524067"/>
        <a:ext cx="1741992" cy="696796"/>
      </dsp:txXfrm>
    </dsp:sp>
    <dsp:sp modelId="{776FE2B7-3DD0-4830-9E5E-44F38170D08E}">
      <dsp:nvSpPr>
        <dsp:cNvPr id="0" name=""/>
        <dsp:cNvSpPr/>
      </dsp:nvSpPr>
      <dsp:spPr>
        <a:xfrm>
          <a:off x="4435462" y="1130473"/>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5527F5-395E-4048-9D08-5E0235D61E4C}">
      <dsp:nvSpPr>
        <dsp:cNvPr id="0" name=""/>
        <dsp:cNvSpPr/>
      </dsp:nvSpPr>
      <dsp:spPr>
        <a:xfrm>
          <a:off x="4661921" y="1356932"/>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D13880-4DA9-44FE-AC42-DF9FE7C0E6E5}">
      <dsp:nvSpPr>
        <dsp:cNvPr id="0" name=""/>
        <dsp:cNvSpPr/>
      </dsp:nvSpPr>
      <dsp:spPr>
        <a:xfrm>
          <a:off x="4095774"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GB" sz="3200" kern="1200"/>
            <a:t>Design</a:t>
          </a:r>
          <a:endParaRPr lang="en-US" sz="3200" kern="1200"/>
        </a:p>
      </dsp:txBody>
      <dsp:txXfrm>
        <a:off x="4095774" y="2524067"/>
        <a:ext cx="1741992" cy="696796"/>
      </dsp:txXfrm>
    </dsp:sp>
    <dsp:sp modelId="{21B6B527-7775-4FFC-A19F-90FC38484002}">
      <dsp:nvSpPr>
        <dsp:cNvPr id="0" name=""/>
        <dsp:cNvSpPr/>
      </dsp:nvSpPr>
      <dsp:spPr>
        <a:xfrm>
          <a:off x="6482303" y="1130473"/>
          <a:ext cx="1062615" cy="106261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33EB83-438C-4F81-8ABC-362EAD31DB36}">
      <dsp:nvSpPr>
        <dsp:cNvPr id="0" name=""/>
        <dsp:cNvSpPr/>
      </dsp:nvSpPr>
      <dsp:spPr>
        <a:xfrm>
          <a:off x="6708762" y="1356932"/>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6EE722-DF12-44E0-BC80-81423F70E4F0}">
      <dsp:nvSpPr>
        <dsp:cNvPr id="0" name=""/>
        <dsp:cNvSpPr/>
      </dsp:nvSpPr>
      <dsp:spPr>
        <a:xfrm>
          <a:off x="6142615" y="2524067"/>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defRPr cap="all"/>
          </a:pPr>
          <a:r>
            <a:rPr lang="en-GB" sz="3200" kern="1200"/>
            <a:t>Deliver</a:t>
          </a:r>
          <a:endParaRPr lang="en-US" sz="3200" kern="1200"/>
        </a:p>
      </dsp:txBody>
      <dsp:txXfrm>
        <a:off x="6142615" y="2524067"/>
        <a:ext cx="1741992" cy="69679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D4C99A-6919-441D-903F-44866DB28DE2}">
      <dsp:nvSpPr>
        <dsp:cNvPr id="0" name=""/>
        <dsp:cNvSpPr/>
      </dsp:nvSpPr>
      <dsp:spPr>
        <a:xfrm>
          <a:off x="2523743" y="371"/>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dirty="0"/>
            <a:t>let's break into  small groups of 4. </a:t>
          </a:r>
          <a:endParaRPr lang="en-US" sz="1100" kern="1200" dirty="0"/>
        </a:p>
      </dsp:txBody>
      <dsp:txXfrm>
        <a:off x="2552836" y="29464"/>
        <a:ext cx="2781026" cy="537785"/>
      </dsp:txXfrm>
    </dsp:sp>
    <dsp:sp modelId="{FEC160A4-D951-4AC2-ACA4-3DDACBAADFFD}">
      <dsp:nvSpPr>
        <dsp:cNvPr id="0" name=""/>
        <dsp:cNvSpPr/>
      </dsp:nvSpPr>
      <dsp:spPr>
        <a:xfrm>
          <a:off x="2523743" y="626142"/>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In your groups, think about something good that recently happened at your school. </a:t>
          </a:r>
          <a:endParaRPr lang="en-US" sz="1100" kern="1200"/>
        </a:p>
      </dsp:txBody>
      <dsp:txXfrm>
        <a:off x="2552836" y="655235"/>
        <a:ext cx="2781026" cy="537785"/>
      </dsp:txXfrm>
    </dsp:sp>
    <dsp:sp modelId="{F023E4A0-2C17-4DE7-9BC1-024329105F36}">
      <dsp:nvSpPr>
        <dsp:cNvPr id="0" name=""/>
        <dsp:cNvSpPr/>
      </dsp:nvSpPr>
      <dsp:spPr>
        <a:xfrm>
          <a:off x="2523743" y="1251912"/>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Chat about why it was good—this is your 'Discover' stage. </a:t>
          </a:r>
          <a:endParaRPr lang="en-US" sz="1100" kern="1200"/>
        </a:p>
      </dsp:txBody>
      <dsp:txXfrm>
        <a:off x="2552836" y="1281005"/>
        <a:ext cx="2781026" cy="537785"/>
      </dsp:txXfrm>
    </dsp:sp>
    <dsp:sp modelId="{3B03B5F9-FA63-4B80-BC81-4528659232BA}">
      <dsp:nvSpPr>
        <dsp:cNvPr id="0" name=""/>
        <dsp:cNvSpPr/>
      </dsp:nvSpPr>
      <dsp:spPr>
        <a:xfrm>
          <a:off x="2523743" y="1877683"/>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Then, let your imagination run wild in the 'Dream' stage. </a:t>
          </a:r>
          <a:endParaRPr lang="en-US" sz="1100" kern="1200"/>
        </a:p>
      </dsp:txBody>
      <dsp:txXfrm>
        <a:off x="2552836" y="1906776"/>
        <a:ext cx="2781026" cy="537785"/>
      </dsp:txXfrm>
    </dsp:sp>
    <dsp:sp modelId="{76BC677E-76AC-40B9-BC58-0C7392FFE199}">
      <dsp:nvSpPr>
        <dsp:cNvPr id="0" name=""/>
        <dsp:cNvSpPr/>
      </dsp:nvSpPr>
      <dsp:spPr>
        <a:xfrm>
          <a:off x="2523743" y="2503453"/>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What could make this even better? </a:t>
          </a:r>
          <a:endParaRPr lang="en-US" sz="1100" kern="1200"/>
        </a:p>
      </dsp:txBody>
      <dsp:txXfrm>
        <a:off x="2552836" y="2532546"/>
        <a:ext cx="2781026" cy="537785"/>
      </dsp:txXfrm>
    </dsp:sp>
    <dsp:sp modelId="{0636B4C6-BAF3-4427-AABB-9CBD043DD031}">
      <dsp:nvSpPr>
        <dsp:cNvPr id="0" name=""/>
        <dsp:cNvSpPr/>
      </dsp:nvSpPr>
      <dsp:spPr>
        <a:xfrm>
          <a:off x="2523743" y="3129223"/>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Next, come up with a simple plan in the 'Design' stage.</a:t>
          </a:r>
          <a:endParaRPr lang="en-US" sz="1100" kern="1200"/>
        </a:p>
      </dsp:txBody>
      <dsp:txXfrm>
        <a:off x="2552836" y="3158316"/>
        <a:ext cx="2781026" cy="537785"/>
      </dsp:txXfrm>
    </dsp:sp>
    <dsp:sp modelId="{BF8ECB2A-D0B2-4C45-9BC1-DC08AF759B02}">
      <dsp:nvSpPr>
        <dsp:cNvPr id="0" name=""/>
        <dsp:cNvSpPr/>
      </dsp:nvSpPr>
      <dsp:spPr>
        <a:xfrm>
          <a:off x="2523743" y="3754994"/>
          <a:ext cx="2839212" cy="59597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defRPr cap="all"/>
          </a:pPr>
          <a:r>
            <a:rPr lang="en-GB" sz="1100" kern="1200"/>
            <a:t>And lastly, talk about how to make it real in the 'Deliver' stage.</a:t>
          </a:r>
          <a:endParaRPr lang="en-US" sz="1100" kern="1200"/>
        </a:p>
      </dsp:txBody>
      <dsp:txXfrm>
        <a:off x="2552836" y="3784087"/>
        <a:ext cx="2781026" cy="53778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0609B2-814B-4011-B87D-172538B16C5D}">
      <dsp:nvSpPr>
        <dsp:cNvPr id="0" name=""/>
        <dsp:cNvSpPr/>
      </dsp:nvSpPr>
      <dsp:spPr>
        <a:xfrm>
          <a:off x="429570" y="472"/>
          <a:ext cx="3346456" cy="200787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kern="1200"/>
            <a:t>How to Introduce PERMA in School</a:t>
          </a:r>
          <a:endParaRPr lang="en-US" sz="3500" kern="1200"/>
        </a:p>
      </dsp:txBody>
      <dsp:txXfrm>
        <a:off x="429570" y="472"/>
        <a:ext cx="3346456" cy="2007873"/>
      </dsp:txXfrm>
    </dsp:sp>
    <dsp:sp modelId="{EFD67A94-923E-492E-8124-928C1BFF5FE8}">
      <dsp:nvSpPr>
        <dsp:cNvPr id="0" name=""/>
        <dsp:cNvSpPr/>
      </dsp:nvSpPr>
      <dsp:spPr>
        <a:xfrm>
          <a:off x="4110672" y="472"/>
          <a:ext cx="3346456" cy="200787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kern="1200"/>
            <a:t>Fostering a Positive School Culture</a:t>
          </a:r>
          <a:endParaRPr lang="en-US" sz="3500" kern="1200"/>
        </a:p>
      </dsp:txBody>
      <dsp:txXfrm>
        <a:off x="4110672" y="472"/>
        <a:ext cx="3346456" cy="2007873"/>
      </dsp:txXfrm>
    </dsp:sp>
    <dsp:sp modelId="{E95744EF-E9A6-41E4-9C8D-C1A9D6E33D56}">
      <dsp:nvSpPr>
        <dsp:cNvPr id="0" name=""/>
        <dsp:cNvSpPr/>
      </dsp:nvSpPr>
      <dsp:spPr>
        <a:xfrm>
          <a:off x="2270121" y="2342991"/>
          <a:ext cx="3346456" cy="200787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GB" sz="3500" kern="1200"/>
            <a:t>Resources and Next Steps</a:t>
          </a:r>
          <a:endParaRPr lang="en-US" sz="3500" kern="1200"/>
        </a:p>
      </dsp:txBody>
      <dsp:txXfrm>
        <a:off x="2270121" y="2342991"/>
        <a:ext cx="3346456" cy="200787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38925-41DB-4FAE-BF8C-03FC3A8C4404}">
      <dsp:nvSpPr>
        <dsp:cNvPr id="0" name=""/>
        <dsp:cNvSpPr/>
      </dsp:nvSpPr>
      <dsp:spPr>
        <a:xfrm>
          <a:off x="962" y="1049272"/>
          <a:ext cx="3754654" cy="225279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Elements to consider: Positive Emotions, Engagement, Relationships, Meaning, Accomplishments</a:t>
          </a:r>
          <a:endParaRPr lang="en-US" sz="2800" kern="1200"/>
        </a:p>
      </dsp:txBody>
      <dsp:txXfrm>
        <a:off x="962" y="1049272"/>
        <a:ext cx="3754654" cy="2252792"/>
      </dsp:txXfrm>
    </dsp:sp>
    <dsp:sp modelId="{0488EA75-1227-4B58-8A33-D5D5DCB2D0A2}">
      <dsp:nvSpPr>
        <dsp:cNvPr id="0" name=""/>
        <dsp:cNvSpPr/>
      </dsp:nvSpPr>
      <dsp:spPr>
        <a:xfrm>
          <a:off x="4131082" y="1049272"/>
          <a:ext cx="3754654" cy="225279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Sharing and Feedback</a:t>
          </a:r>
          <a:endParaRPr lang="en-US" sz="2800" kern="1200"/>
        </a:p>
      </dsp:txBody>
      <dsp:txXfrm>
        <a:off x="4131082" y="1049272"/>
        <a:ext cx="3754654" cy="225279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3FCD6-82D3-4233-8969-56CB85B73631}">
      <dsp:nvSpPr>
        <dsp:cNvPr id="0" name=""/>
        <dsp:cNvSpPr/>
      </dsp:nvSpPr>
      <dsp:spPr>
        <a:xfrm>
          <a:off x="429570" y="472"/>
          <a:ext cx="3346456" cy="200787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Importance of Personal Well-Being for Leadership</a:t>
          </a:r>
          <a:endParaRPr lang="en-US" sz="3100" kern="1200"/>
        </a:p>
      </dsp:txBody>
      <dsp:txXfrm>
        <a:off x="429570" y="472"/>
        <a:ext cx="3346456" cy="2007873"/>
      </dsp:txXfrm>
    </dsp:sp>
    <dsp:sp modelId="{B38796CC-EE16-4660-90B2-BA1EB6E628DD}">
      <dsp:nvSpPr>
        <dsp:cNvPr id="0" name=""/>
        <dsp:cNvSpPr/>
      </dsp:nvSpPr>
      <dsp:spPr>
        <a:xfrm>
          <a:off x="4110672" y="472"/>
          <a:ext cx="3346456" cy="200787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PERMA: A Framework for Well-Being</a:t>
          </a:r>
          <a:endParaRPr lang="en-US" sz="3100" kern="1200"/>
        </a:p>
      </dsp:txBody>
      <dsp:txXfrm>
        <a:off x="4110672" y="472"/>
        <a:ext cx="3346456" cy="2007873"/>
      </dsp:txXfrm>
    </dsp:sp>
    <dsp:sp modelId="{6622521F-DDB7-43B1-A937-55E5352368A0}">
      <dsp:nvSpPr>
        <dsp:cNvPr id="0" name=""/>
        <dsp:cNvSpPr/>
      </dsp:nvSpPr>
      <dsp:spPr>
        <a:xfrm>
          <a:off x="429570" y="2342991"/>
          <a:ext cx="3346456" cy="200787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Appreciative Inquiry: Focus on Strengths</a:t>
          </a:r>
          <a:endParaRPr lang="en-US" sz="3100" kern="1200"/>
        </a:p>
      </dsp:txBody>
      <dsp:txXfrm>
        <a:off x="429570" y="2342991"/>
        <a:ext cx="3346456" cy="2007873"/>
      </dsp:txXfrm>
    </dsp:sp>
    <dsp:sp modelId="{CF9714E6-2D31-446C-BD0C-F7DC4DF7D166}">
      <dsp:nvSpPr>
        <dsp:cNvPr id="0" name=""/>
        <dsp:cNvSpPr/>
      </dsp:nvSpPr>
      <dsp:spPr>
        <a:xfrm>
          <a:off x="4110672" y="2342991"/>
          <a:ext cx="3346456" cy="200787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Crafting Your School's Well-Being Action Plan</a:t>
          </a:r>
          <a:endParaRPr lang="en-US" sz="3100" kern="1200"/>
        </a:p>
      </dsp:txBody>
      <dsp:txXfrm>
        <a:off x="4110672" y="2342991"/>
        <a:ext cx="3346456" cy="200787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07A77A57-C524-43C9-8043-E69ADF78FDB8}" type="datetimeFigureOut">
              <a:rPr lang="en-GB" smtClean="0"/>
              <a:t>05/10/2023</a:t>
            </a:fld>
            <a:endParaRPr lang="en-GB"/>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91F34A0-44A0-4D2B-BA1B-246894D468CF}" type="slidenum">
              <a:rPr lang="en-GB" smtClean="0"/>
              <a:t>‹#›</a:t>
            </a:fld>
            <a:endParaRPr lang="en-GB"/>
          </a:p>
        </p:txBody>
      </p:sp>
    </p:spTree>
    <p:extLst>
      <p:ext uri="{BB962C8B-B14F-4D97-AF65-F5344CB8AC3E}">
        <p14:creationId xmlns:p14="http://schemas.microsoft.com/office/powerpoint/2010/main" val="3922622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a:t>
            </a:fld>
            <a:endParaRPr lang="en-GB"/>
          </a:p>
        </p:txBody>
      </p:sp>
    </p:spTree>
    <p:extLst>
      <p:ext uri="{BB962C8B-B14F-4D97-AF65-F5344CB8AC3E}">
        <p14:creationId xmlns:p14="http://schemas.microsoft.com/office/powerpoint/2010/main" val="357457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2</a:t>
            </a:fld>
            <a:endParaRPr lang="en-GB"/>
          </a:p>
        </p:txBody>
      </p:sp>
    </p:spTree>
    <p:extLst>
      <p:ext uri="{BB962C8B-B14F-4D97-AF65-F5344CB8AC3E}">
        <p14:creationId xmlns:p14="http://schemas.microsoft.com/office/powerpoint/2010/main" val="3320291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3</a:t>
            </a:fld>
            <a:endParaRPr lang="en-GB"/>
          </a:p>
        </p:txBody>
      </p:sp>
    </p:spTree>
    <p:extLst>
      <p:ext uri="{BB962C8B-B14F-4D97-AF65-F5344CB8AC3E}">
        <p14:creationId xmlns:p14="http://schemas.microsoft.com/office/powerpoint/2010/main" val="3711059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4</a:t>
            </a:fld>
            <a:endParaRPr lang="en-GB"/>
          </a:p>
        </p:txBody>
      </p:sp>
    </p:spTree>
    <p:extLst>
      <p:ext uri="{BB962C8B-B14F-4D97-AF65-F5344CB8AC3E}">
        <p14:creationId xmlns:p14="http://schemas.microsoft.com/office/powerpoint/2010/main" val="1441750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5</a:t>
            </a:fld>
            <a:endParaRPr lang="en-GB"/>
          </a:p>
        </p:txBody>
      </p:sp>
    </p:spTree>
    <p:extLst>
      <p:ext uri="{BB962C8B-B14F-4D97-AF65-F5344CB8AC3E}">
        <p14:creationId xmlns:p14="http://schemas.microsoft.com/office/powerpoint/2010/main" val="1662528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6</a:t>
            </a:fld>
            <a:endParaRPr lang="en-GB"/>
          </a:p>
        </p:txBody>
      </p:sp>
    </p:spTree>
    <p:extLst>
      <p:ext uri="{BB962C8B-B14F-4D97-AF65-F5344CB8AC3E}">
        <p14:creationId xmlns:p14="http://schemas.microsoft.com/office/powerpoint/2010/main" val="2758688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7</a:t>
            </a:fld>
            <a:endParaRPr lang="en-GB"/>
          </a:p>
        </p:txBody>
      </p:sp>
    </p:spTree>
    <p:extLst>
      <p:ext uri="{BB962C8B-B14F-4D97-AF65-F5344CB8AC3E}">
        <p14:creationId xmlns:p14="http://schemas.microsoft.com/office/powerpoint/2010/main" val="2930739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8</a:t>
            </a:fld>
            <a:endParaRPr lang="en-GB"/>
          </a:p>
        </p:txBody>
      </p:sp>
    </p:spTree>
    <p:extLst>
      <p:ext uri="{BB962C8B-B14F-4D97-AF65-F5344CB8AC3E}">
        <p14:creationId xmlns:p14="http://schemas.microsoft.com/office/powerpoint/2010/main" val="1556547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9</a:t>
            </a:fld>
            <a:endParaRPr lang="en-GB"/>
          </a:p>
        </p:txBody>
      </p:sp>
    </p:spTree>
    <p:extLst>
      <p:ext uri="{BB962C8B-B14F-4D97-AF65-F5344CB8AC3E}">
        <p14:creationId xmlns:p14="http://schemas.microsoft.com/office/powerpoint/2010/main" val="3578606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10</a:t>
            </a:fld>
            <a:endParaRPr lang="en-GB"/>
          </a:p>
        </p:txBody>
      </p:sp>
    </p:spTree>
    <p:extLst>
      <p:ext uri="{BB962C8B-B14F-4D97-AF65-F5344CB8AC3E}">
        <p14:creationId xmlns:p14="http://schemas.microsoft.com/office/powerpoint/2010/main" val="1899432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11</a:t>
            </a:fld>
            <a:endParaRPr lang="en-GB"/>
          </a:p>
        </p:txBody>
      </p:sp>
    </p:spTree>
    <p:extLst>
      <p:ext uri="{BB962C8B-B14F-4D97-AF65-F5344CB8AC3E}">
        <p14:creationId xmlns:p14="http://schemas.microsoft.com/office/powerpoint/2010/main" val="525218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12</a:t>
            </a:fld>
            <a:endParaRPr lang="en-GB"/>
          </a:p>
        </p:txBody>
      </p:sp>
    </p:spTree>
    <p:extLst>
      <p:ext uri="{BB962C8B-B14F-4D97-AF65-F5344CB8AC3E}">
        <p14:creationId xmlns:p14="http://schemas.microsoft.com/office/powerpoint/2010/main" val="462023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13</a:t>
            </a:fld>
            <a:endParaRPr lang="en-GB"/>
          </a:p>
        </p:txBody>
      </p:sp>
    </p:spTree>
    <p:extLst>
      <p:ext uri="{BB962C8B-B14F-4D97-AF65-F5344CB8AC3E}">
        <p14:creationId xmlns:p14="http://schemas.microsoft.com/office/powerpoint/2010/main" val="356962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14</a:t>
            </a:fld>
            <a:endParaRPr lang="en-GB"/>
          </a:p>
        </p:txBody>
      </p:sp>
    </p:spTree>
    <p:extLst>
      <p:ext uri="{BB962C8B-B14F-4D97-AF65-F5344CB8AC3E}">
        <p14:creationId xmlns:p14="http://schemas.microsoft.com/office/powerpoint/2010/main" val="555381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15</a:t>
            </a:fld>
            <a:endParaRPr lang="en-GB"/>
          </a:p>
        </p:txBody>
      </p:sp>
    </p:spTree>
    <p:extLst>
      <p:ext uri="{BB962C8B-B14F-4D97-AF65-F5344CB8AC3E}">
        <p14:creationId xmlns:p14="http://schemas.microsoft.com/office/powerpoint/2010/main" val="3604284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16</a:t>
            </a:fld>
            <a:endParaRPr lang="en-GB"/>
          </a:p>
        </p:txBody>
      </p:sp>
    </p:spTree>
    <p:extLst>
      <p:ext uri="{BB962C8B-B14F-4D97-AF65-F5344CB8AC3E}">
        <p14:creationId xmlns:p14="http://schemas.microsoft.com/office/powerpoint/2010/main" val="4223286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17</a:t>
            </a:fld>
            <a:endParaRPr lang="en-GB"/>
          </a:p>
        </p:txBody>
      </p:sp>
    </p:spTree>
    <p:extLst>
      <p:ext uri="{BB962C8B-B14F-4D97-AF65-F5344CB8AC3E}">
        <p14:creationId xmlns:p14="http://schemas.microsoft.com/office/powerpoint/2010/main" val="2701966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18</a:t>
            </a:fld>
            <a:endParaRPr lang="en-GB"/>
          </a:p>
        </p:txBody>
      </p:sp>
    </p:spTree>
    <p:extLst>
      <p:ext uri="{BB962C8B-B14F-4D97-AF65-F5344CB8AC3E}">
        <p14:creationId xmlns:p14="http://schemas.microsoft.com/office/powerpoint/2010/main" val="1372263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19</a:t>
            </a:fld>
            <a:endParaRPr lang="en-GB"/>
          </a:p>
        </p:txBody>
      </p:sp>
    </p:spTree>
    <p:extLst>
      <p:ext uri="{BB962C8B-B14F-4D97-AF65-F5344CB8AC3E}">
        <p14:creationId xmlns:p14="http://schemas.microsoft.com/office/powerpoint/2010/main" val="923174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20</a:t>
            </a:fld>
            <a:endParaRPr lang="en-GB"/>
          </a:p>
        </p:txBody>
      </p:sp>
    </p:spTree>
    <p:extLst>
      <p:ext uri="{BB962C8B-B14F-4D97-AF65-F5344CB8AC3E}">
        <p14:creationId xmlns:p14="http://schemas.microsoft.com/office/powerpoint/2010/main" val="3316819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21</a:t>
            </a:fld>
            <a:endParaRPr lang="en-GB"/>
          </a:p>
        </p:txBody>
      </p:sp>
    </p:spTree>
    <p:extLst>
      <p:ext uri="{BB962C8B-B14F-4D97-AF65-F5344CB8AC3E}">
        <p14:creationId xmlns:p14="http://schemas.microsoft.com/office/powerpoint/2010/main" val="3672392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22</a:t>
            </a:fld>
            <a:endParaRPr lang="en-GB"/>
          </a:p>
        </p:txBody>
      </p:sp>
    </p:spTree>
    <p:extLst>
      <p:ext uri="{BB962C8B-B14F-4D97-AF65-F5344CB8AC3E}">
        <p14:creationId xmlns:p14="http://schemas.microsoft.com/office/powerpoint/2010/main" val="1550398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1F34A0-44A0-4D2B-BA1B-246894D468CF}" type="slidenum">
              <a:rPr lang="en-GB" smtClean="0"/>
              <a:t>23</a:t>
            </a:fld>
            <a:endParaRPr lang="en-GB"/>
          </a:p>
        </p:txBody>
      </p:sp>
    </p:spTree>
    <p:extLst>
      <p:ext uri="{BB962C8B-B14F-4D97-AF65-F5344CB8AC3E}">
        <p14:creationId xmlns:p14="http://schemas.microsoft.com/office/powerpoint/2010/main" val="1501388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1F34A0-44A0-4D2B-BA1B-246894D468CF}" type="slidenum">
              <a:rPr lang="en-GB" smtClean="0"/>
              <a:t>24</a:t>
            </a:fld>
            <a:endParaRPr lang="en-GB"/>
          </a:p>
        </p:txBody>
      </p:sp>
    </p:spTree>
    <p:extLst>
      <p:ext uri="{BB962C8B-B14F-4D97-AF65-F5344CB8AC3E}">
        <p14:creationId xmlns:p14="http://schemas.microsoft.com/office/powerpoint/2010/main" val="3125570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09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
        <p:nvSpPr>
          <p:cNvPr id="7" name="Rectangle 6"/>
          <p:cNvSpPr/>
          <p:nvPr userDrawn="1"/>
        </p:nvSpPr>
        <p:spPr>
          <a:xfrm flipH="1">
            <a:off x="231262" y="6422073"/>
            <a:ext cx="8681485" cy="184297"/>
          </a:xfrm>
          <a:prstGeom prst="rect">
            <a:avLst/>
          </a:prstGeom>
          <a:gradFill>
            <a:gsLst>
              <a:gs pos="0">
                <a:srgbClr val="2C2D84"/>
              </a:gs>
              <a:gs pos="50000">
                <a:srgbClr val="006AB4"/>
              </a:gs>
              <a:gs pos="100000">
                <a:srgbClr val="9FC63B"/>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extBox 7"/>
          <p:cNvSpPr txBox="1"/>
          <p:nvPr userDrawn="1"/>
        </p:nvSpPr>
        <p:spPr>
          <a:xfrm>
            <a:off x="167467" y="6110179"/>
            <a:ext cx="4396295" cy="276999"/>
          </a:xfrm>
          <a:prstGeom prst="rect">
            <a:avLst/>
          </a:prstGeom>
          <a:noFill/>
        </p:spPr>
        <p:txBody>
          <a:bodyPr wrap="square" rtlCol="0">
            <a:spAutoFit/>
          </a:bodyPr>
          <a:lstStyle/>
          <a:p>
            <a:r>
              <a:rPr lang="en-GB" sz="1200" dirty="0">
                <a:solidFill>
                  <a:schemeClr val="tx1"/>
                </a:solidFill>
                <a:latin typeface="+mn-lt"/>
              </a:rPr>
              <a:t>BUCKINGHAMSHIRE</a:t>
            </a:r>
            <a:r>
              <a:rPr lang="en-GB" sz="1200" baseline="0" dirty="0">
                <a:solidFill>
                  <a:schemeClr val="tx1"/>
                </a:solidFill>
                <a:latin typeface="+mn-lt"/>
              </a:rPr>
              <a:t> COUNCIL</a:t>
            </a:r>
            <a:endParaRPr lang="en-GB" sz="1200" dirty="0">
              <a:solidFill>
                <a:schemeClr val="tx1"/>
              </a:solidFill>
              <a:latin typeface="+mn-lt"/>
            </a:endParaRPr>
          </a:p>
        </p:txBody>
      </p:sp>
    </p:spTree>
    <p:extLst>
      <p:ext uri="{BB962C8B-B14F-4D97-AF65-F5344CB8AC3E}">
        <p14:creationId xmlns:p14="http://schemas.microsoft.com/office/powerpoint/2010/main" val="947113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215B87-3049-4CCA-8D28-C8F0F29ED1B4}" type="datetimeFigureOut">
              <a:rPr lang="en-GB" smtClean="0"/>
              <a:t>05/10/2023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08429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15B87-3049-4CCA-8D28-C8F0F29ED1B4}" type="datetimeFigureOut">
              <a:rPr lang="en-GB" smtClean="0"/>
              <a:t>05/10/2023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08824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215B87-3049-4CCA-8D28-C8F0F29ED1B4}" type="datetimeFigureOut">
              <a:rPr lang="en-GB" smtClean="0"/>
              <a:t>05/10/2023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033796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215B87-3049-4CCA-8D28-C8F0F29ED1B4}" type="datetimeFigureOut">
              <a:rPr lang="en-GB" smtClean="0"/>
              <a:t>05/10/2023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151052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15B87-3049-4CCA-8D28-C8F0F29ED1B4}" type="datetimeFigureOut">
              <a:rPr lang="en-GB" smtClean="0"/>
              <a:t>05/10/2023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779557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05/10/2023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74128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05/10/2023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68152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05/10/2023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4233942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05/10/2023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538694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txBox="1">
            <a:spLocks/>
          </p:cNvSpPr>
          <p:nvPr userDrawn="1"/>
        </p:nvSpPr>
        <p:spPr>
          <a:xfrm>
            <a:off x="685908" y="1599416"/>
            <a:ext cx="7773646" cy="11036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3" name="Subtitle 2"/>
          <p:cNvSpPr txBox="1">
            <a:spLocks/>
          </p:cNvSpPr>
          <p:nvPr userDrawn="1"/>
        </p:nvSpPr>
        <p:spPr>
          <a:xfrm>
            <a:off x="1371819" y="2917558"/>
            <a:ext cx="6401826" cy="13157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tint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sz="2800"/>
              <a:t>Click to edit Master subtitle style</a:t>
            </a:r>
            <a:endParaRPr lang="en-GB" sz="2800"/>
          </a:p>
        </p:txBody>
      </p:sp>
      <p:sp>
        <p:nvSpPr>
          <p:cNvPr id="4" name="Date Placeholder 3"/>
          <p:cNvSpPr txBox="1">
            <a:spLocks/>
          </p:cNvSpPr>
          <p:nvPr userDrawn="1"/>
        </p:nvSpPr>
        <p:spPr>
          <a:xfrm>
            <a:off x="457275" y="4772026"/>
            <a:ext cx="2133942"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A3FF8B-3D7E-40A3-972F-2290F6E679E5}" type="datetimeFigureOut">
              <a:rPr lang="en-GB" sz="1800" smtClean="0"/>
              <a:pPr/>
              <a:t>05/10/2023</a:t>
            </a:fld>
            <a:endParaRPr lang="en-GB" sz="1800"/>
          </a:p>
        </p:txBody>
      </p:sp>
      <p:sp>
        <p:nvSpPr>
          <p:cNvPr id="5" name="Slide Number Placeholder 5"/>
          <p:cNvSpPr txBox="1">
            <a:spLocks/>
          </p:cNvSpPr>
          <p:nvPr userDrawn="1"/>
        </p:nvSpPr>
        <p:spPr>
          <a:xfrm>
            <a:off x="6554251" y="4772026"/>
            <a:ext cx="2133942"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0B5BB9-13EB-4BF4-AFFE-1FD7252BD932}" type="slidenum">
              <a:rPr lang="en-GB" sz="1800" smtClean="0"/>
              <a:pPr/>
              <a:t>‹#›</a:t>
            </a:fld>
            <a:endParaRPr lang="en-GB" sz="1800"/>
          </a:p>
        </p:txBody>
      </p:sp>
      <p:sp>
        <p:nvSpPr>
          <p:cNvPr id="6" name="Title 1"/>
          <p:cNvSpPr txBox="1">
            <a:spLocks/>
          </p:cNvSpPr>
          <p:nvPr userDrawn="1"/>
        </p:nvSpPr>
        <p:spPr>
          <a:xfrm>
            <a:off x="685908" y="1599416"/>
            <a:ext cx="7773646" cy="11036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7" name="Subtitle 2"/>
          <p:cNvSpPr txBox="1">
            <a:spLocks/>
          </p:cNvSpPr>
          <p:nvPr userDrawn="1"/>
        </p:nvSpPr>
        <p:spPr>
          <a:xfrm>
            <a:off x="1371819" y="2917558"/>
            <a:ext cx="6401826" cy="13157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3200"/>
              <a:t>Click to edit Master subtitle style</a:t>
            </a:r>
            <a:endParaRPr lang="en-GB" sz="3200"/>
          </a:p>
        </p:txBody>
      </p:sp>
      <p:sp>
        <p:nvSpPr>
          <p:cNvPr id="8" name="Date Placeholder 3"/>
          <p:cNvSpPr txBox="1">
            <a:spLocks/>
          </p:cNvSpPr>
          <p:nvPr userDrawn="1"/>
        </p:nvSpPr>
        <p:spPr>
          <a:xfrm>
            <a:off x="457275" y="4772026"/>
            <a:ext cx="2133942" cy="274117"/>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2AC66C-F0BF-44A7-86C9-611CA48A43D7}" type="datetimeFigureOut">
              <a:rPr lang="en-GB" sz="1200" smtClean="0"/>
              <a:pPr/>
              <a:t>05/10/2023</a:t>
            </a:fld>
            <a:endParaRPr lang="en-GB" sz="1200"/>
          </a:p>
        </p:txBody>
      </p:sp>
      <p:sp>
        <p:nvSpPr>
          <p:cNvPr id="9" name="Slide Number Placeholder 5"/>
          <p:cNvSpPr txBox="1">
            <a:spLocks/>
          </p:cNvSpPr>
          <p:nvPr userDrawn="1"/>
        </p:nvSpPr>
        <p:spPr>
          <a:xfrm>
            <a:off x="6554251" y="4772026"/>
            <a:ext cx="2133942" cy="2741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4AF9087-94BC-415C-8A96-1D40BD70811D}" type="slidenum">
              <a:rPr lang="en-GB" sz="1200" smtClean="0"/>
              <a:pPr/>
              <a:t>‹#›</a:t>
            </a:fld>
            <a:endParaRPr lang="en-GB" sz="1200"/>
          </a:p>
        </p:txBody>
      </p:sp>
      <p:sp>
        <p:nvSpPr>
          <p:cNvPr id="10" name="Rectangle 9"/>
          <p:cNvSpPr/>
          <p:nvPr userDrawn="1"/>
        </p:nvSpPr>
        <p:spPr>
          <a:xfrm flipV="1">
            <a:off x="-1" y="-1"/>
            <a:ext cx="9153139" cy="6863708"/>
          </a:xfrm>
          <a:prstGeom prst="rect">
            <a:avLst/>
          </a:prstGeom>
          <a:gradFill flip="none" rotWithShape="1">
            <a:gsLst>
              <a:gs pos="0">
                <a:srgbClr val="2C2D84"/>
              </a:gs>
              <a:gs pos="66000">
                <a:srgbClr val="2E83C5"/>
              </a:gs>
              <a:gs pos="100000">
                <a:srgbClr val="9FC63B"/>
              </a:gs>
              <a:gs pos="42000">
                <a:srgbClr val="006AB4"/>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1" name="Group 10"/>
          <p:cNvGrpSpPr/>
          <p:nvPr userDrawn="1"/>
        </p:nvGrpSpPr>
        <p:grpSpPr>
          <a:xfrm flipH="1">
            <a:off x="0" y="3004706"/>
            <a:ext cx="9153138" cy="3853294"/>
            <a:chOff x="1" y="1725401"/>
            <a:chExt cx="12191996" cy="5132596"/>
          </a:xfrm>
        </p:grpSpPr>
        <p:sp>
          <p:nvSpPr>
            <p:cNvPr id="12" name="Google Shape;12;p2"/>
            <p:cNvSpPr/>
            <p:nvPr userDrawn="1"/>
          </p:nvSpPr>
          <p:spPr>
            <a:xfrm rot="10800000" flipH="1">
              <a:off x="1" y="1725401"/>
              <a:ext cx="2743198" cy="1645203"/>
            </a:xfrm>
            <a:custGeom>
              <a:avLst/>
              <a:gdLst/>
              <a:ahLst/>
              <a:cxnLst/>
              <a:rect l="l" t="t" r="r" b="b"/>
              <a:pathLst>
                <a:path w="642784" h="385464" extrusionOk="0">
                  <a:moveTo>
                    <a:pt x="0" y="113368"/>
                  </a:moveTo>
                  <a:lnTo>
                    <a:pt x="0" y="385724"/>
                  </a:lnTo>
                  <a:lnTo>
                    <a:pt x="642784" y="272355"/>
                  </a:lnTo>
                  <a:lnTo>
                    <a:pt x="642784" y="0"/>
                  </a:lnTo>
                  <a:lnTo>
                    <a:pt x="0" y="113368"/>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3" name="Google Shape;13;p2"/>
            <p:cNvSpPr/>
            <p:nvPr userDrawn="1"/>
          </p:nvSpPr>
          <p:spPr>
            <a:xfrm rot="10800000" flipH="1">
              <a:off x="1727199" y="5517695"/>
              <a:ext cx="7600947" cy="1340302"/>
            </a:xfrm>
            <a:custGeom>
              <a:avLst/>
              <a:gdLst/>
              <a:ahLst/>
              <a:cxnLst/>
              <a:rect l="l" t="t" r="r" b="b"/>
              <a:pathLst>
                <a:path w="1781048" h="314027" extrusionOk="0">
                  <a:moveTo>
                    <a:pt x="238155" y="0"/>
                  </a:moveTo>
                  <a:lnTo>
                    <a:pt x="0" y="42004"/>
                  </a:lnTo>
                  <a:lnTo>
                    <a:pt x="0" y="314359"/>
                  </a:lnTo>
                  <a:lnTo>
                    <a:pt x="1782389" y="0"/>
                  </a:lnTo>
                  <a:lnTo>
                    <a:pt x="238155"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4" name="Google Shape;14;p2"/>
            <p:cNvSpPr/>
            <p:nvPr userDrawn="1"/>
          </p:nvSpPr>
          <p:spPr>
            <a:xfrm rot="10800000" flipH="1">
              <a:off x="7753345" y="4255937"/>
              <a:ext cx="4438646" cy="1943757"/>
            </a:xfrm>
            <a:custGeom>
              <a:avLst/>
              <a:gdLst/>
              <a:ahLst/>
              <a:cxnLst/>
              <a:rect l="l" t="t" r="r" b="b"/>
              <a:pathLst>
                <a:path w="1040060" h="455414" extrusionOk="0">
                  <a:moveTo>
                    <a:pt x="1040061" y="0"/>
                  </a:moveTo>
                  <a:lnTo>
                    <a:pt x="0" y="184194"/>
                  </a:lnTo>
                  <a:lnTo>
                    <a:pt x="0" y="456550"/>
                  </a:lnTo>
                  <a:lnTo>
                    <a:pt x="1040061" y="272355"/>
                  </a:lnTo>
                  <a:lnTo>
                    <a:pt x="1040061" y="0"/>
                  </a:lnTo>
                  <a:close/>
                </a:path>
              </a:pathLst>
            </a:custGeom>
            <a:gradFill>
              <a:gsLst>
                <a:gs pos="0">
                  <a:srgbClr val="00001A">
                    <a:alpha val="1960"/>
                  </a:srgbClr>
                </a:gs>
                <a:gs pos="100000">
                  <a:srgbClr val="00001A">
                    <a:alpha val="7843"/>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5" name="Google Shape;16;p2"/>
            <p:cNvSpPr/>
            <p:nvPr userDrawn="1"/>
          </p:nvSpPr>
          <p:spPr>
            <a:xfrm rot="10800000" flipH="1">
              <a:off x="10915648" y="2490041"/>
              <a:ext cx="1276349" cy="1384766"/>
            </a:xfrm>
            <a:custGeom>
              <a:avLst/>
              <a:gdLst/>
              <a:ahLst/>
              <a:cxnLst/>
              <a:rect l="l" t="t" r="r" b="b"/>
              <a:pathLst>
                <a:path w="299073" h="324445" extrusionOk="0">
                  <a:moveTo>
                    <a:pt x="299073" y="0"/>
                  </a:moveTo>
                  <a:lnTo>
                    <a:pt x="0" y="52748"/>
                  </a:lnTo>
                  <a:lnTo>
                    <a:pt x="0" y="325103"/>
                  </a:lnTo>
                  <a:lnTo>
                    <a:pt x="299073" y="272355"/>
                  </a:lnTo>
                  <a:lnTo>
                    <a:pt x="299073"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6" name="Google Shape;17;p2"/>
            <p:cNvSpPr/>
            <p:nvPr userDrawn="1"/>
          </p:nvSpPr>
          <p:spPr>
            <a:xfrm rot="10800000" flipH="1">
              <a:off x="2730495" y="4531589"/>
              <a:ext cx="2381248" cy="1581685"/>
            </a:xfrm>
            <a:custGeom>
              <a:avLst/>
              <a:gdLst/>
              <a:ahLst/>
              <a:cxnLst/>
              <a:rect l="l" t="t" r="r" b="b"/>
              <a:pathLst>
                <a:path w="557972" h="370582" extrusionOk="0">
                  <a:moveTo>
                    <a:pt x="0" y="98410"/>
                  </a:moveTo>
                  <a:lnTo>
                    <a:pt x="0" y="370765"/>
                  </a:lnTo>
                  <a:lnTo>
                    <a:pt x="557973" y="272355"/>
                  </a:lnTo>
                  <a:lnTo>
                    <a:pt x="557973" y="0"/>
                  </a:lnTo>
                  <a:lnTo>
                    <a:pt x="0" y="98410"/>
                  </a:lnTo>
                  <a:close/>
                </a:path>
              </a:pathLst>
            </a:custGeom>
            <a:gradFill>
              <a:gsLst>
                <a:gs pos="0">
                  <a:srgbClr val="FFFFFF">
                    <a:alpha val="4705"/>
                  </a:srgbClr>
                </a:gs>
                <a:gs pos="100000">
                  <a:srgbClr val="FFFFFF">
                    <a:alpha val="11764"/>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7" name="Google Shape;18;p2"/>
            <p:cNvSpPr/>
            <p:nvPr userDrawn="1"/>
          </p:nvSpPr>
          <p:spPr>
            <a:xfrm rot="10800000" flipH="1">
              <a:off x="11366499" y="3735061"/>
              <a:ext cx="825498" cy="1302188"/>
            </a:xfrm>
            <a:custGeom>
              <a:avLst/>
              <a:gdLst/>
              <a:ahLst/>
              <a:cxnLst/>
              <a:rect l="l" t="t" r="r" b="b"/>
              <a:pathLst>
                <a:path w="193430" h="305097" extrusionOk="0">
                  <a:moveTo>
                    <a:pt x="193430" y="0"/>
                  </a:moveTo>
                  <a:lnTo>
                    <a:pt x="0" y="34116"/>
                  </a:lnTo>
                  <a:lnTo>
                    <a:pt x="0" y="306471"/>
                  </a:lnTo>
                  <a:lnTo>
                    <a:pt x="193430" y="272355"/>
                  </a:lnTo>
                  <a:lnTo>
                    <a:pt x="193430" y="0"/>
                  </a:lnTo>
                  <a:close/>
                </a:path>
              </a:pathLst>
            </a:custGeom>
            <a:gradFill>
              <a:gsLst>
                <a:gs pos="0">
                  <a:srgbClr val="FFFFFF">
                    <a:alpha val="11764"/>
                  </a:srgbClr>
                </a:gs>
                <a:gs pos="100000">
                  <a:srgbClr val="FFFFFF">
                    <a:alpha val="4705"/>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grpSp>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t="4862"/>
          <a:stretch/>
        </p:blipFill>
        <p:spPr>
          <a:xfrm>
            <a:off x="513861" y="1"/>
            <a:ext cx="1427067" cy="1818895"/>
          </a:xfrm>
          <a:prstGeom prst="rect">
            <a:avLst/>
          </a:prstGeom>
        </p:spPr>
      </p:pic>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96000" y="5131521"/>
            <a:ext cx="3054043" cy="1767693"/>
          </a:xfrm>
          <a:prstGeom prst="rect">
            <a:avLst/>
          </a:prstGeom>
        </p:spPr>
      </p:pic>
    </p:spTree>
    <p:extLst>
      <p:ext uri="{BB962C8B-B14F-4D97-AF65-F5344CB8AC3E}">
        <p14:creationId xmlns:p14="http://schemas.microsoft.com/office/powerpoint/2010/main" val="369146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10/5/2023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624819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5.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2.PNG"/><Relationship Id="rId7" Type="http://schemas.openxmlformats.org/officeDocument/2006/relationships/diagramColors" Target="../diagrams/colors8.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ctrTitle" idx="4294967295"/>
          </p:nvPr>
        </p:nvSpPr>
        <p:spPr>
          <a:xfrm>
            <a:off x="446918" y="2225614"/>
            <a:ext cx="7888288" cy="2260121"/>
          </a:xfrm>
        </p:spPr>
        <p:txBody>
          <a:bodyPr anchor="b">
            <a:normAutofit fontScale="90000"/>
          </a:bodyPr>
          <a:lstStyle>
            <a:lvl1pPr algn="l">
              <a:defRPr sz="4800"/>
            </a:lvl1pPr>
          </a:lstStyle>
          <a:p>
            <a:br>
              <a:rPr lang="en-US" dirty="0">
                <a:solidFill>
                  <a:schemeClr val="bg2"/>
                </a:solidFill>
              </a:rPr>
            </a:br>
            <a:br>
              <a:rPr lang="en-US" dirty="0">
                <a:solidFill>
                  <a:schemeClr val="bg2"/>
                </a:solidFill>
              </a:rPr>
            </a:br>
            <a:br>
              <a:rPr lang="en-US" dirty="0">
                <a:solidFill>
                  <a:schemeClr val="bg2"/>
                </a:solidFill>
              </a:rPr>
            </a:br>
            <a:br>
              <a:rPr lang="en-US" dirty="0">
                <a:solidFill>
                  <a:schemeClr val="bg2"/>
                </a:solidFill>
              </a:rPr>
            </a:br>
            <a:br>
              <a:rPr lang="en-US" dirty="0">
                <a:solidFill>
                  <a:schemeClr val="bg2"/>
                </a:solidFill>
              </a:rPr>
            </a:br>
            <a:r>
              <a:rPr lang="en-GB" sz="4900" b="1" dirty="0">
                <a:solidFill>
                  <a:schemeClr val="bg2"/>
                </a:solidFill>
              </a:rPr>
              <a:t>Empowering Educators:</a:t>
            </a:r>
            <a:r>
              <a:rPr lang="en-GB" b="1" dirty="0">
                <a:solidFill>
                  <a:schemeClr val="bg2"/>
                </a:solidFill>
              </a:rPr>
              <a:t> </a:t>
            </a:r>
            <a:br>
              <a:rPr lang="en-GB" b="1" dirty="0">
                <a:solidFill>
                  <a:schemeClr val="bg2"/>
                </a:solidFill>
              </a:rPr>
            </a:br>
            <a:r>
              <a:rPr lang="en-GB" sz="3100" b="1" dirty="0">
                <a:solidFill>
                  <a:schemeClr val="bg2"/>
                </a:solidFill>
              </a:rPr>
              <a:t>Strategies for Fostering Resilience and Well-being in Schools</a:t>
            </a:r>
            <a:br>
              <a:rPr lang="en-US" dirty="0">
                <a:solidFill>
                  <a:schemeClr val="bg2"/>
                </a:solidFill>
              </a:rPr>
            </a:br>
            <a:br>
              <a:rPr lang="en-US" dirty="0">
                <a:solidFill>
                  <a:schemeClr val="bg2"/>
                </a:solidFill>
              </a:rPr>
            </a:br>
            <a:endParaRPr lang="en-GB" dirty="0">
              <a:solidFill>
                <a:schemeClr val="bg2"/>
              </a:solidFill>
            </a:endParaRPr>
          </a:p>
        </p:txBody>
      </p:sp>
      <p:sp>
        <p:nvSpPr>
          <p:cNvPr id="23" name="Subtitle 2"/>
          <p:cNvSpPr>
            <a:spLocks noGrp="1"/>
          </p:cNvSpPr>
          <p:nvPr>
            <p:ph type="subTitle" idx="4294967295"/>
          </p:nvPr>
        </p:nvSpPr>
        <p:spPr>
          <a:xfrm>
            <a:off x="446918" y="3898064"/>
            <a:ext cx="7888288" cy="1455737"/>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solidFill>
                  <a:schemeClr val="bg2"/>
                </a:solidFill>
              </a:rPr>
              <a:t>Dr Scott I-Patrick CPsychol</a:t>
            </a:r>
          </a:p>
          <a:p>
            <a:r>
              <a:rPr lang="en-US" dirty="0">
                <a:solidFill>
                  <a:schemeClr val="bg2"/>
                </a:solidFill>
              </a:rPr>
              <a:t>Senior Educational Psychologist </a:t>
            </a:r>
          </a:p>
          <a:p>
            <a:endParaRPr lang="en-US" dirty="0">
              <a:solidFill>
                <a:schemeClr val="bg2"/>
              </a:solidFill>
            </a:endParaRPr>
          </a:p>
        </p:txBody>
      </p:sp>
    </p:spTree>
    <p:extLst>
      <p:ext uri="{BB962C8B-B14F-4D97-AF65-F5344CB8AC3E}">
        <p14:creationId xmlns:p14="http://schemas.microsoft.com/office/powerpoint/2010/main" val="1775890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B4678-8D2B-2057-CC57-9D3619AA6417}"/>
              </a:ext>
            </a:extLst>
          </p:cNvPr>
          <p:cNvSpPr>
            <a:spLocks noGrp="1"/>
          </p:cNvSpPr>
          <p:nvPr>
            <p:ph type="title"/>
          </p:nvPr>
        </p:nvSpPr>
        <p:spPr>
          <a:xfrm>
            <a:off x="628650" y="365126"/>
            <a:ext cx="7886700" cy="1325563"/>
          </a:xfrm>
        </p:spPr>
        <p:txBody>
          <a:bodyPr anchor="ctr">
            <a:normAutofit/>
          </a:bodyPr>
          <a:lstStyle/>
          <a:p>
            <a:r>
              <a:rPr lang="en-GB" dirty="0"/>
              <a:t>Session Aims</a:t>
            </a:r>
          </a:p>
        </p:txBody>
      </p:sp>
      <p:graphicFrame>
        <p:nvGraphicFramePr>
          <p:cNvPr id="9" name="Content Placeholder 6">
            <a:extLst>
              <a:ext uri="{FF2B5EF4-FFF2-40B4-BE49-F238E27FC236}">
                <a16:creationId xmlns:a16="http://schemas.microsoft.com/office/drawing/2014/main" id="{E3EE744D-5FD3-2A74-3AD0-F05DD85B8B25}"/>
              </a:ext>
            </a:extLst>
          </p:cNvPr>
          <p:cNvGraphicFramePr>
            <a:graphicFrameLocks noGrp="1"/>
          </p:cNvGraphicFramePr>
          <p:nvPr>
            <p:ph idx="1"/>
            <p:extLst>
              <p:ext uri="{D42A27DB-BD31-4B8C-83A1-F6EECF244321}">
                <p14:modId xmlns:p14="http://schemas.microsoft.com/office/powerpoint/2010/main" val="145357259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1554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EC1A0-1654-E26F-3AE8-DC828E09BB56}"/>
              </a:ext>
            </a:extLst>
          </p:cNvPr>
          <p:cNvSpPr>
            <a:spLocks noGrp="1"/>
          </p:cNvSpPr>
          <p:nvPr>
            <p:ph type="title"/>
          </p:nvPr>
        </p:nvSpPr>
        <p:spPr>
          <a:xfrm>
            <a:off x="628650" y="365126"/>
            <a:ext cx="7886700" cy="1325563"/>
          </a:xfrm>
        </p:spPr>
        <p:txBody>
          <a:bodyPr anchor="ctr">
            <a:normAutofit/>
          </a:bodyPr>
          <a:lstStyle/>
          <a:p>
            <a:r>
              <a:rPr lang="en-GB" dirty="0"/>
              <a:t>Intended Outcomes</a:t>
            </a:r>
          </a:p>
        </p:txBody>
      </p:sp>
      <p:sp>
        <p:nvSpPr>
          <p:cNvPr id="3" name="Subtitle 2">
            <a:extLst>
              <a:ext uri="{FF2B5EF4-FFF2-40B4-BE49-F238E27FC236}">
                <a16:creationId xmlns:a16="http://schemas.microsoft.com/office/drawing/2014/main" id="{4F1409E8-07FD-273D-FF99-CF95497C91F9}"/>
              </a:ext>
            </a:extLst>
          </p:cNvPr>
          <p:cNvSpPr>
            <a:spLocks noGrp="1"/>
          </p:cNvSpPr>
          <p:nvPr>
            <p:ph idx="1"/>
          </p:nvPr>
        </p:nvSpPr>
        <p:spPr>
          <a:xfrm>
            <a:off x="628650" y="1825625"/>
            <a:ext cx="7886700" cy="4351338"/>
          </a:xfrm>
        </p:spPr>
        <p:txBody>
          <a:bodyPr>
            <a:normAutofit/>
          </a:bodyPr>
          <a:lstStyle/>
          <a:p>
            <a:r>
              <a:rPr lang="en-GB" dirty="0"/>
              <a:t>Practical tools for enhancing well-being</a:t>
            </a:r>
          </a:p>
          <a:p>
            <a:r>
              <a:rPr lang="en-GB" dirty="0"/>
              <a:t>Strategies for creating a positive school environment</a:t>
            </a:r>
          </a:p>
          <a:p>
            <a:endParaRPr lang="en-GB" dirty="0"/>
          </a:p>
        </p:txBody>
      </p:sp>
    </p:spTree>
    <p:extLst>
      <p:ext uri="{BB962C8B-B14F-4D97-AF65-F5344CB8AC3E}">
        <p14:creationId xmlns:p14="http://schemas.microsoft.com/office/powerpoint/2010/main" val="3676885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66AF527-B6AB-0433-705D-21D91AEE30BF}"/>
              </a:ext>
            </a:extLst>
          </p:cNvPr>
          <p:cNvSpPr>
            <a:spLocks noGrp="1"/>
          </p:cNvSpPr>
          <p:nvPr>
            <p:ph type="title"/>
          </p:nvPr>
        </p:nvSpPr>
        <p:spPr>
          <a:xfrm>
            <a:off x="628650" y="365126"/>
            <a:ext cx="7886700" cy="1325563"/>
          </a:xfrm>
        </p:spPr>
        <p:txBody>
          <a:bodyPr anchor="ctr">
            <a:normAutofit/>
          </a:bodyPr>
          <a:lstStyle/>
          <a:p>
            <a:r>
              <a:rPr lang="en-US" dirty="0"/>
              <a:t>Encapsulating Well-being</a:t>
            </a:r>
          </a:p>
        </p:txBody>
      </p:sp>
      <p:sp>
        <p:nvSpPr>
          <p:cNvPr id="3" name="Text Placeholder 2">
            <a:extLst>
              <a:ext uri="{FF2B5EF4-FFF2-40B4-BE49-F238E27FC236}">
                <a16:creationId xmlns:a16="http://schemas.microsoft.com/office/drawing/2014/main" id="{D3509E5E-F779-CDB2-A48E-1608DEB82215}"/>
              </a:ext>
            </a:extLst>
          </p:cNvPr>
          <p:cNvSpPr>
            <a:spLocks noGrp="1"/>
          </p:cNvSpPr>
          <p:nvPr>
            <p:ph idx="1"/>
          </p:nvPr>
        </p:nvSpPr>
        <p:spPr>
          <a:xfrm>
            <a:off x="628650" y="1825625"/>
            <a:ext cx="7886700" cy="4351338"/>
          </a:xfrm>
        </p:spPr>
        <p:txBody>
          <a:bodyPr>
            <a:normAutofit/>
          </a:bodyPr>
          <a:lstStyle/>
          <a:p>
            <a:r>
              <a:rPr lang="en-GB"/>
              <a:t>Well-being could be likened to the foundation of a school building. Just as a strong, stable foundation is essential for the safety and function of a school, well-being is the underpinning that supports not only the academic but also the emotional and psychological development of students and staff. When the foundation is robust, the building can weather storms and stand tall; similarly, a focus on well-being allows everyone within the school community to thrive, even in challenging times. </a:t>
            </a:r>
          </a:p>
        </p:txBody>
      </p:sp>
    </p:spTree>
    <p:extLst>
      <p:ext uri="{BB962C8B-B14F-4D97-AF65-F5344CB8AC3E}">
        <p14:creationId xmlns:p14="http://schemas.microsoft.com/office/powerpoint/2010/main" val="38045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917F0-BEBD-9473-55DF-435C221ABD26}"/>
              </a:ext>
            </a:extLst>
          </p:cNvPr>
          <p:cNvSpPr>
            <a:spLocks noGrp="1"/>
          </p:cNvSpPr>
          <p:nvPr>
            <p:ph type="title"/>
          </p:nvPr>
        </p:nvSpPr>
        <p:spPr>
          <a:xfrm>
            <a:off x="628650" y="365126"/>
            <a:ext cx="7886700" cy="1325563"/>
          </a:xfrm>
        </p:spPr>
        <p:txBody>
          <a:bodyPr anchor="ctr">
            <a:normAutofit/>
          </a:bodyPr>
          <a:lstStyle/>
          <a:p>
            <a:r>
              <a:rPr lang="en-GB" dirty="0"/>
              <a:t>Introduction: The Importance of Well-being</a:t>
            </a:r>
          </a:p>
        </p:txBody>
      </p:sp>
      <p:pic>
        <p:nvPicPr>
          <p:cNvPr id="6" name="Content Placeholder 5" descr="A person with a tree in her head&#10;&#10;Description automatically generated">
            <a:extLst>
              <a:ext uri="{FF2B5EF4-FFF2-40B4-BE49-F238E27FC236}">
                <a16:creationId xmlns:a16="http://schemas.microsoft.com/office/drawing/2014/main" id="{1182B4A8-CC1F-C390-F8E0-BEA75DFD8B2A}"/>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4572000" y="2668632"/>
            <a:ext cx="3886200" cy="2649139"/>
          </a:xfrm>
        </p:spPr>
      </p:pic>
      <p:graphicFrame>
        <p:nvGraphicFramePr>
          <p:cNvPr id="5" name="Content Placeholder 2">
            <a:extLst>
              <a:ext uri="{FF2B5EF4-FFF2-40B4-BE49-F238E27FC236}">
                <a16:creationId xmlns:a16="http://schemas.microsoft.com/office/drawing/2014/main" id="{ABFBC6F5-467A-DA53-497C-98BFAA067340}"/>
              </a:ext>
            </a:extLst>
          </p:cNvPr>
          <p:cNvGraphicFramePr>
            <a:graphicFrameLocks noGrp="1"/>
          </p:cNvGraphicFramePr>
          <p:nvPr>
            <p:ph sz="half" idx="1"/>
            <p:extLst>
              <p:ext uri="{D42A27DB-BD31-4B8C-83A1-F6EECF244321}">
                <p14:modId xmlns:p14="http://schemas.microsoft.com/office/powerpoint/2010/main" val="648879317"/>
              </p:ext>
            </p:extLst>
          </p:nvPr>
        </p:nvGraphicFramePr>
        <p:xfrm>
          <a:off x="628650" y="1825625"/>
          <a:ext cx="38862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73042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CE39A-0D45-7D0D-0055-9D8BBCC18509}"/>
              </a:ext>
            </a:extLst>
          </p:cNvPr>
          <p:cNvSpPr>
            <a:spLocks noGrp="1"/>
          </p:cNvSpPr>
          <p:nvPr>
            <p:ph type="title"/>
          </p:nvPr>
        </p:nvSpPr>
        <p:spPr>
          <a:xfrm>
            <a:off x="628650" y="365126"/>
            <a:ext cx="7886700" cy="1325563"/>
          </a:xfrm>
        </p:spPr>
        <p:txBody>
          <a:bodyPr anchor="ctr">
            <a:normAutofit/>
          </a:bodyPr>
          <a:lstStyle/>
          <a:p>
            <a:r>
              <a:rPr lang="en-GB" dirty="0"/>
              <a:t>What is Positive Psychology?</a:t>
            </a:r>
          </a:p>
        </p:txBody>
      </p:sp>
      <p:graphicFrame>
        <p:nvGraphicFramePr>
          <p:cNvPr id="5" name="Content Placeholder 2">
            <a:extLst>
              <a:ext uri="{FF2B5EF4-FFF2-40B4-BE49-F238E27FC236}">
                <a16:creationId xmlns:a16="http://schemas.microsoft.com/office/drawing/2014/main" id="{E8EF2F05-CA40-7554-9EB3-46D66F227A8B}"/>
              </a:ext>
            </a:extLst>
          </p:cNvPr>
          <p:cNvGraphicFramePr>
            <a:graphicFrameLocks noGrp="1"/>
          </p:cNvGraphicFramePr>
          <p:nvPr>
            <p:ph idx="1"/>
            <p:extLst>
              <p:ext uri="{D42A27DB-BD31-4B8C-83A1-F6EECF244321}">
                <p14:modId xmlns:p14="http://schemas.microsoft.com/office/powerpoint/2010/main" val="286993681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65634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27A7C-21DB-2463-367F-8F4A34A79144}"/>
              </a:ext>
            </a:extLst>
          </p:cNvPr>
          <p:cNvSpPr>
            <a:spLocks noGrp="1"/>
          </p:cNvSpPr>
          <p:nvPr>
            <p:ph type="title"/>
          </p:nvPr>
        </p:nvSpPr>
        <p:spPr>
          <a:xfrm>
            <a:off x="628650" y="365126"/>
            <a:ext cx="7886700" cy="1325563"/>
          </a:xfrm>
        </p:spPr>
        <p:txBody>
          <a:bodyPr anchor="ctr">
            <a:normAutofit/>
          </a:bodyPr>
          <a:lstStyle/>
          <a:p>
            <a:r>
              <a:rPr lang="en-GB" dirty="0"/>
              <a:t>The PERMA Model: An Introduction</a:t>
            </a:r>
          </a:p>
        </p:txBody>
      </p:sp>
      <p:graphicFrame>
        <p:nvGraphicFramePr>
          <p:cNvPr id="5" name="Content Placeholder 2">
            <a:extLst>
              <a:ext uri="{FF2B5EF4-FFF2-40B4-BE49-F238E27FC236}">
                <a16:creationId xmlns:a16="http://schemas.microsoft.com/office/drawing/2014/main" id="{48C8DDD4-EF97-E33A-AE36-EFD84BE083EB}"/>
              </a:ext>
            </a:extLst>
          </p:cNvPr>
          <p:cNvGraphicFramePr>
            <a:graphicFrameLocks noGrp="1"/>
          </p:cNvGraphicFramePr>
          <p:nvPr>
            <p:ph idx="1"/>
            <p:extLst>
              <p:ext uri="{D42A27DB-BD31-4B8C-83A1-F6EECF244321}">
                <p14:modId xmlns:p14="http://schemas.microsoft.com/office/powerpoint/2010/main" val="17581582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4891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48A13-F025-3288-EED8-4427D4D61A47}"/>
              </a:ext>
            </a:extLst>
          </p:cNvPr>
          <p:cNvSpPr>
            <a:spLocks noGrp="1"/>
          </p:cNvSpPr>
          <p:nvPr>
            <p:ph type="title"/>
          </p:nvPr>
        </p:nvSpPr>
        <p:spPr>
          <a:xfrm>
            <a:off x="628650" y="365126"/>
            <a:ext cx="7886700" cy="1325563"/>
          </a:xfrm>
        </p:spPr>
        <p:txBody>
          <a:bodyPr anchor="ctr">
            <a:normAutofit/>
          </a:bodyPr>
          <a:lstStyle/>
          <a:p>
            <a:r>
              <a:rPr lang="en-GB" dirty="0"/>
              <a:t>Positive Emotion: The Fuel for Well-being</a:t>
            </a:r>
          </a:p>
        </p:txBody>
      </p:sp>
      <p:graphicFrame>
        <p:nvGraphicFramePr>
          <p:cNvPr id="5" name="Content Placeholder 2">
            <a:extLst>
              <a:ext uri="{FF2B5EF4-FFF2-40B4-BE49-F238E27FC236}">
                <a16:creationId xmlns:a16="http://schemas.microsoft.com/office/drawing/2014/main" id="{5DF05C61-08AC-0C28-A8D7-FE74821B974E}"/>
              </a:ext>
            </a:extLst>
          </p:cNvPr>
          <p:cNvGraphicFramePr>
            <a:graphicFrameLocks noGrp="1"/>
          </p:cNvGraphicFramePr>
          <p:nvPr>
            <p:ph idx="1"/>
            <p:extLst>
              <p:ext uri="{D42A27DB-BD31-4B8C-83A1-F6EECF244321}">
                <p14:modId xmlns:p14="http://schemas.microsoft.com/office/powerpoint/2010/main" val="87431817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9385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7AC1-DEB8-96CD-F6A1-6B9D2B442AFF}"/>
              </a:ext>
            </a:extLst>
          </p:cNvPr>
          <p:cNvSpPr>
            <a:spLocks noGrp="1"/>
          </p:cNvSpPr>
          <p:nvPr>
            <p:ph type="title"/>
          </p:nvPr>
        </p:nvSpPr>
        <p:spPr/>
        <p:txBody>
          <a:bodyPr/>
          <a:lstStyle/>
          <a:p>
            <a:r>
              <a:rPr lang="en-GB" dirty="0"/>
              <a:t>Theory of Affect Script </a:t>
            </a:r>
          </a:p>
        </p:txBody>
      </p:sp>
      <p:pic>
        <p:nvPicPr>
          <p:cNvPr id="4" name="Content Placeholder 3">
            <a:extLst>
              <a:ext uri="{FF2B5EF4-FFF2-40B4-BE49-F238E27FC236}">
                <a16:creationId xmlns:a16="http://schemas.microsoft.com/office/drawing/2014/main" id="{4BCBE2B0-DA9F-6684-600A-12F25289A178}"/>
              </a:ext>
            </a:extLst>
          </p:cNvPr>
          <p:cNvPicPr>
            <a:picLocks noGrp="1" noChangeAspect="1"/>
          </p:cNvPicPr>
          <p:nvPr>
            <p:ph idx="1"/>
          </p:nvPr>
        </p:nvPicPr>
        <p:blipFill>
          <a:blip r:embed="rId3"/>
          <a:stretch>
            <a:fillRect/>
          </a:stretch>
        </p:blipFill>
        <p:spPr>
          <a:xfrm>
            <a:off x="628650" y="2600459"/>
            <a:ext cx="7886700" cy="2801669"/>
          </a:xfrm>
          <a:prstGeom prst="rect">
            <a:avLst/>
          </a:prstGeom>
        </p:spPr>
      </p:pic>
    </p:spTree>
    <p:extLst>
      <p:ext uri="{BB962C8B-B14F-4D97-AF65-F5344CB8AC3E}">
        <p14:creationId xmlns:p14="http://schemas.microsoft.com/office/powerpoint/2010/main" val="1226512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0D6B6-C08D-4151-3CA1-75F27179D3CA}"/>
              </a:ext>
            </a:extLst>
          </p:cNvPr>
          <p:cNvSpPr>
            <a:spLocks noGrp="1"/>
          </p:cNvSpPr>
          <p:nvPr>
            <p:ph type="title"/>
          </p:nvPr>
        </p:nvSpPr>
        <p:spPr>
          <a:xfrm>
            <a:off x="628650" y="365126"/>
            <a:ext cx="7886700" cy="1325563"/>
          </a:xfrm>
        </p:spPr>
        <p:txBody>
          <a:bodyPr anchor="ctr">
            <a:normAutofit/>
          </a:bodyPr>
          <a:lstStyle/>
          <a:p>
            <a:r>
              <a:rPr lang="en-GB" dirty="0"/>
              <a:t>Maximizing Positive Affect, Minimizing Negative Affects</a:t>
            </a:r>
          </a:p>
        </p:txBody>
      </p:sp>
      <p:graphicFrame>
        <p:nvGraphicFramePr>
          <p:cNvPr id="6" name="Content Placeholder 2">
            <a:extLst>
              <a:ext uri="{FF2B5EF4-FFF2-40B4-BE49-F238E27FC236}">
                <a16:creationId xmlns:a16="http://schemas.microsoft.com/office/drawing/2014/main" id="{9F515F72-3307-7737-AC44-95350552837D}"/>
              </a:ext>
            </a:extLst>
          </p:cNvPr>
          <p:cNvGraphicFramePr>
            <a:graphicFrameLocks noGrp="1"/>
          </p:cNvGraphicFramePr>
          <p:nvPr>
            <p:ph idx="1"/>
            <p:extLst>
              <p:ext uri="{D42A27DB-BD31-4B8C-83A1-F6EECF244321}">
                <p14:modId xmlns:p14="http://schemas.microsoft.com/office/powerpoint/2010/main" val="8541236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6171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3349-3FB4-EE3E-45DF-394B5A26090A}"/>
              </a:ext>
            </a:extLst>
          </p:cNvPr>
          <p:cNvSpPr>
            <a:spLocks noGrp="1"/>
          </p:cNvSpPr>
          <p:nvPr>
            <p:ph type="title"/>
          </p:nvPr>
        </p:nvSpPr>
        <p:spPr>
          <a:xfrm>
            <a:off x="628650" y="365126"/>
            <a:ext cx="7886700" cy="1325563"/>
          </a:xfrm>
        </p:spPr>
        <p:txBody>
          <a:bodyPr anchor="ctr">
            <a:normAutofit/>
          </a:bodyPr>
          <a:lstStyle/>
          <a:p>
            <a:r>
              <a:rPr lang="en-GB" dirty="0"/>
              <a:t>Compass of Shame Scripts</a:t>
            </a:r>
          </a:p>
        </p:txBody>
      </p:sp>
      <p:pic>
        <p:nvPicPr>
          <p:cNvPr id="5" name="Content Placeholder 4" descr="Diagram&#10;&#10;Description automatically generated">
            <a:extLst>
              <a:ext uri="{FF2B5EF4-FFF2-40B4-BE49-F238E27FC236}">
                <a16:creationId xmlns:a16="http://schemas.microsoft.com/office/drawing/2014/main" id="{D4B59C51-3527-CEB6-BE74-0EDB9AC4DC77}"/>
              </a:ext>
            </a:extLst>
          </p:cNvPr>
          <p:cNvPicPr>
            <a:picLocks noGrp="1" noChangeAspect="1"/>
          </p:cNvPicPr>
          <p:nvPr>
            <p:ph idx="1"/>
          </p:nvPr>
        </p:nvPicPr>
        <p:blipFill>
          <a:blip r:embed="rId3"/>
          <a:stretch>
            <a:fillRect/>
          </a:stretch>
        </p:blipFill>
        <p:spPr>
          <a:xfrm>
            <a:off x="1384206" y="1825625"/>
            <a:ext cx="6375587" cy="4351338"/>
          </a:xfrm>
          <a:prstGeom prst="rect">
            <a:avLst/>
          </a:prstGeom>
          <a:noFill/>
        </p:spPr>
      </p:pic>
    </p:spTree>
    <p:extLst>
      <p:ext uri="{BB962C8B-B14F-4D97-AF65-F5344CB8AC3E}">
        <p14:creationId xmlns:p14="http://schemas.microsoft.com/office/powerpoint/2010/main" val="3141451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2CA7-EEEF-C35D-7ACE-D3815607942C}"/>
              </a:ext>
            </a:extLst>
          </p:cNvPr>
          <p:cNvSpPr>
            <a:spLocks noGrp="1"/>
          </p:cNvSpPr>
          <p:nvPr>
            <p:ph type="title"/>
          </p:nvPr>
        </p:nvSpPr>
        <p:spPr>
          <a:xfrm>
            <a:off x="628650" y="365126"/>
            <a:ext cx="7886700" cy="1325563"/>
          </a:xfrm>
        </p:spPr>
        <p:txBody>
          <a:bodyPr anchor="ctr">
            <a:normAutofit/>
          </a:bodyPr>
          <a:lstStyle/>
          <a:p>
            <a:r>
              <a:rPr lang="en-GB" dirty="0"/>
              <a:t>Engagement</a:t>
            </a:r>
          </a:p>
        </p:txBody>
      </p:sp>
      <p:graphicFrame>
        <p:nvGraphicFramePr>
          <p:cNvPr id="5" name="Content Placeholder 2">
            <a:extLst>
              <a:ext uri="{FF2B5EF4-FFF2-40B4-BE49-F238E27FC236}">
                <a16:creationId xmlns:a16="http://schemas.microsoft.com/office/drawing/2014/main" id="{8446FC98-FAEC-964A-B873-BCEF46382B03}"/>
              </a:ext>
            </a:extLst>
          </p:cNvPr>
          <p:cNvGraphicFramePr>
            <a:graphicFrameLocks noGrp="1"/>
          </p:cNvGraphicFramePr>
          <p:nvPr>
            <p:ph idx="1"/>
            <p:extLst>
              <p:ext uri="{D42A27DB-BD31-4B8C-83A1-F6EECF244321}">
                <p14:modId xmlns:p14="http://schemas.microsoft.com/office/powerpoint/2010/main" val="146201958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8716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0E66-162C-D0CE-C580-CAEED28968C7}"/>
              </a:ext>
            </a:extLst>
          </p:cNvPr>
          <p:cNvSpPr>
            <a:spLocks noGrp="1"/>
          </p:cNvSpPr>
          <p:nvPr>
            <p:ph type="title"/>
          </p:nvPr>
        </p:nvSpPr>
        <p:spPr>
          <a:xfrm>
            <a:off x="628650" y="365126"/>
            <a:ext cx="7886700" cy="1325563"/>
          </a:xfrm>
        </p:spPr>
        <p:txBody>
          <a:bodyPr anchor="ctr">
            <a:normAutofit/>
          </a:bodyPr>
          <a:lstStyle/>
          <a:p>
            <a:r>
              <a:rPr lang="en-GB" dirty="0"/>
              <a:t>Relationships</a:t>
            </a:r>
          </a:p>
        </p:txBody>
      </p:sp>
      <p:pic>
        <p:nvPicPr>
          <p:cNvPr id="6" name="Content Placeholder 5" descr="A note pinned to a cork board&#10;&#10;Description automatically generated">
            <a:extLst>
              <a:ext uri="{FF2B5EF4-FFF2-40B4-BE49-F238E27FC236}">
                <a16:creationId xmlns:a16="http://schemas.microsoft.com/office/drawing/2014/main" id="{5F53C3DF-170F-D1F6-89EB-02F38DDB37AD}"/>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949241" y="2924913"/>
            <a:ext cx="3245017" cy="2152761"/>
          </a:xfrm>
        </p:spPr>
      </p:pic>
      <p:graphicFrame>
        <p:nvGraphicFramePr>
          <p:cNvPr id="5" name="Content Placeholder 2">
            <a:extLst>
              <a:ext uri="{FF2B5EF4-FFF2-40B4-BE49-F238E27FC236}">
                <a16:creationId xmlns:a16="http://schemas.microsoft.com/office/drawing/2014/main" id="{6BEA3BDD-2853-2186-B89A-CCB79CD2CAAC}"/>
              </a:ext>
            </a:extLst>
          </p:cNvPr>
          <p:cNvGraphicFramePr>
            <a:graphicFrameLocks noGrp="1"/>
          </p:cNvGraphicFramePr>
          <p:nvPr>
            <p:ph sz="half" idx="2"/>
            <p:extLst>
              <p:ext uri="{D42A27DB-BD31-4B8C-83A1-F6EECF244321}">
                <p14:modId xmlns:p14="http://schemas.microsoft.com/office/powerpoint/2010/main" val="3783260759"/>
              </p:ext>
            </p:extLst>
          </p:nvPr>
        </p:nvGraphicFramePr>
        <p:xfrm>
          <a:off x="4629150" y="1825625"/>
          <a:ext cx="38862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82186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785B-1C94-450B-8663-FACD4AF07E4B}"/>
              </a:ext>
            </a:extLst>
          </p:cNvPr>
          <p:cNvSpPr>
            <a:spLocks noGrp="1"/>
          </p:cNvSpPr>
          <p:nvPr>
            <p:ph type="title"/>
          </p:nvPr>
        </p:nvSpPr>
        <p:spPr>
          <a:xfrm>
            <a:off x="628650" y="365126"/>
            <a:ext cx="7886700" cy="1325563"/>
          </a:xfrm>
        </p:spPr>
        <p:txBody>
          <a:bodyPr anchor="ctr">
            <a:normAutofit/>
          </a:bodyPr>
          <a:lstStyle/>
          <a:p>
            <a:r>
              <a:rPr lang="en-GB" dirty="0"/>
              <a:t>Meaning</a:t>
            </a:r>
          </a:p>
        </p:txBody>
      </p:sp>
      <p:graphicFrame>
        <p:nvGraphicFramePr>
          <p:cNvPr id="5" name="Content Placeholder 2">
            <a:extLst>
              <a:ext uri="{FF2B5EF4-FFF2-40B4-BE49-F238E27FC236}">
                <a16:creationId xmlns:a16="http://schemas.microsoft.com/office/drawing/2014/main" id="{E8FDB447-404D-FA39-E8D5-166F2743143E}"/>
              </a:ext>
            </a:extLst>
          </p:cNvPr>
          <p:cNvGraphicFramePr>
            <a:graphicFrameLocks noGrp="1"/>
          </p:cNvGraphicFramePr>
          <p:nvPr>
            <p:ph idx="1"/>
            <p:extLst>
              <p:ext uri="{D42A27DB-BD31-4B8C-83A1-F6EECF244321}">
                <p14:modId xmlns:p14="http://schemas.microsoft.com/office/powerpoint/2010/main" val="41421447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79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AC0BF-253D-4EEE-B98E-A5EAE4F3F9F3}"/>
              </a:ext>
            </a:extLst>
          </p:cNvPr>
          <p:cNvSpPr>
            <a:spLocks noGrp="1"/>
          </p:cNvSpPr>
          <p:nvPr>
            <p:ph type="title"/>
          </p:nvPr>
        </p:nvSpPr>
        <p:spPr>
          <a:xfrm>
            <a:off x="628650" y="365126"/>
            <a:ext cx="7886700" cy="1325563"/>
          </a:xfrm>
        </p:spPr>
        <p:txBody>
          <a:bodyPr anchor="ctr">
            <a:normAutofit/>
          </a:bodyPr>
          <a:lstStyle/>
          <a:p>
            <a:r>
              <a:rPr lang="en-GB" dirty="0"/>
              <a:t>Accomplishments</a:t>
            </a:r>
          </a:p>
        </p:txBody>
      </p:sp>
      <p:graphicFrame>
        <p:nvGraphicFramePr>
          <p:cNvPr id="5" name="Content Placeholder 2">
            <a:extLst>
              <a:ext uri="{FF2B5EF4-FFF2-40B4-BE49-F238E27FC236}">
                <a16:creationId xmlns:a16="http://schemas.microsoft.com/office/drawing/2014/main" id="{FD2E4770-A90E-BFED-6811-0A7A552A6F7F}"/>
              </a:ext>
            </a:extLst>
          </p:cNvPr>
          <p:cNvGraphicFramePr>
            <a:graphicFrameLocks noGrp="1"/>
          </p:cNvGraphicFramePr>
          <p:nvPr>
            <p:ph idx="1"/>
            <p:extLst>
              <p:ext uri="{D42A27DB-BD31-4B8C-83A1-F6EECF244321}">
                <p14:modId xmlns:p14="http://schemas.microsoft.com/office/powerpoint/2010/main" val="43458344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77122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CBC1C-7D3F-3094-D7D7-947D349FD5AE}"/>
              </a:ext>
            </a:extLst>
          </p:cNvPr>
          <p:cNvSpPr>
            <a:spLocks noGrp="1"/>
          </p:cNvSpPr>
          <p:nvPr>
            <p:ph type="title"/>
          </p:nvPr>
        </p:nvSpPr>
        <p:spPr>
          <a:xfrm>
            <a:off x="628650" y="365126"/>
            <a:ext cx="7886700" cy="1325563"/>
          </a:xfrm>
        </p:spPr>
        <p:txBody>
          <a:bodyPr anchor="ctr">
            <a:normAutofit/>
          </a:bodyPr>
          <a:lstStyle/>
          <a:p>
            <a:r>
              <a:rPr lang="en-GB" dirty="0"/>
              <a:t>Interactive PERMA Assessment Activity</a:t>
            </a:r>
          </a:p>
        </p:txBody>
      </p:sp>
      <p:graphicFrame>
        <p:nvGraphicFramePr>
          <p:cNvPr id="5" name="Content Placeholder 2">
            <a:extLst>
              <a:ext uri="{FF2B5EF4-FFF2-40B4-BE49-F238E27FC236}">
                <a16:creationId xmlns:a16="http://schemas.microsoft.com/office/drawing/2014/main" id="{590405B1-4D3F-E46F-5299-30D344466331}"/>
              </a:ext>
            </a:extLst>
          </p:cNvPr>
          <p:cNvGraphicFramePr>
            <a:graphicFrameLocks noGrp="1"/>
          </p:cNvGraphicFramePr>
          <p:nvPr>
            <p:ph idx="1"/>
            <p:extLst>
              <p:ext uri="{D42A27DB-BD31-4B8C-83A1-F6EECF244321}">
                <p14:modId xmlns:p14="http://schemas.microsoft.com/office/powerpoint/2010/main" val="294984582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5912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1CBEA-0BE5-2615-CD94-E819CD268281}"/>
              </a:ext>
            </a:extLst>
          </p:cNvPr>
          <p:cNvSpPr>
            <a:spLocks noGrp="1"/>
          </p:cNvSpPr>
          <p:nvPr>
            <p:ph type="title"/>
          </p:nvPr>
        </p:nvSpPr>
        <p:spPr>
          <a:xfrm>
            <a:off x="628650" y="365126"/>
            <a:ext cx="7886700" cy="1325563"/>
          </a:xfrm>
        </p:spPr>
        <p:txBody>
          <a:bodyPr anchor="ctr">
            <a:normAutofit/>
          </a:bodyPr>
          <a:lstStyle/>
          <a:p>
            <a:r>
              <a:rPr lang="en-GB" dirty="0"/>
              <a:t>Appreciative Inquiry: Making Schools Better</a:t>
            </a:r>
          </a:p>
        </p:txBody>
      </p:sp>
      <p:graphicFrame>
        <p:nvGraphicFramePr>
          <p:cNvPr id="5" name="Content Placeholder 2">
            <a:extLst>
              <a:ext uri="{FF2B5EF4-FFF2-40B4-BE49-F238E27FC236}">
                <a16:creationId xmlns:a16="http://schemas.microsoft.com/office/drawing/2014/main" id="{6ED02725-7C9A-CB81-0312-963C7046E22B}"/>
              </a:ext>
            </a:extLst>
          </p:cNvPr>
          <p:cNvGraphicFramePr>
            <a:graphicFrameLocks noGrp="1"/>
          </p:cNvGraphicFramePr>
          <p:nvPr>
            <p:ph idx="1"/>
            <p:extLst>
              <p:ext uri="{D42A27DB-BD31-4B8C-83A1-F6EECF244321}">
                <p14:modId xmlns:p14="http://schemas.microsoft.com/office/powerpoint/2010/main" val="46158488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9081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357F2-1AF2-0E3F-B963-F8BDB5FBA2E9}"/>
              </a:ext>
            </a:extLst>
          </p:cNvPr>
          <p:cNvSpPr>
            <a:spLocks noGrp="1"/>
          </p:cNvSpPr>
          <p:nvPr>
            <p:ph type="title"/>
          </p:nvPr>
        </p:nvSpPr>
        <p:spPr>
          <a:xfrm>
            <a:off x="628650" y="365126"/>
            <a:ext cx="7886700" cy="1325563"/>
          </a:xfrm>
        </p:spPr>
        <p:txBody>
          <a:bodyPr anchor="ctr">
            <a:normAutofit/>
          </a:bodyPr>
          <a:lstStyle/>
          <a:p>
            <a:r>
              <a:rPr lang="en-GB" dirty="0"/>
              <a:t>Operationalising Appreciative Inquiry in Schools: The 4-D Cycle</a:t>
            </a:r>
          </a:p>
        </p:txBody>
      </p:sp>
      <p:graphicFrame>
        <p:nvGraphicFramePr>
          <p:cNvPr id="5" name="Content Placeholder 2">
            <a:extLst>
              <a:ext uri="{FF2B5EF4-FFF2-40B4-BE49-F238E27FC236}">
                <a16:creationId xmlns:a16="http://schemas.microsoft.com/office/drawing/2014/main" id="{C880F623-8528-C561-1506-626BD6DD5F29}"/>
              </a:ext>
            </a:extLst>
          </p:cNvPr>
          <p:cNvGraphicFramePr>
            <a:graphicFrameLocks noGrp="1"/>
          </p:cNvGraphicFramePr>
          <p:nvPr>
            <p:ph idx="1"/>
            <p:extLst>
              <p:ext uri="{D42A27DB-BD31-4B8C-83A1-F6EECF244321}">
                <p14:modId xmlns:p14="http://schemas.microsoft.com/office/powerpoint/2010/main" val="299829856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7299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C0081-3B33-387D-A53C-B70140435881}"/>
              </a:ext>
            </a:extLst>
          </p:cNvPr>
          <p:cNvSpPr>
            <a:spLocks noGrp="1"/>
          </p:cNvSpPr>
          <p:nvPr>
            <p:ph type="title"/>
          </p:nvPr>
        </p:nvSpPr>
        <p:spPr>
          <a:xfrm>
            <a:off x="628650" y="365126"/>
            <a:ext cx="7886700" cy="1325563"/>
          </a:xfrm>
        </p:spPr>
        <p:txBody>
          <a:bodyPr anchor="ctr">
            <a:normAutofit/>
          </a:bodyPr>
          <a:lstStyle/>
          <a:p>
            <a:r>
              <a:rPr lang="en-GB" sz="3700"/>
              <a:t>Hands-On Activity: Applying Appreciative Inquiry in Schools – 15 mins</a:t>
            </a:r>
          </a:p>
        </p:txBody>
      </p:sp>
      <p:graphicFrame>
        <p:nvGraphicFramePr>
          <p:cNvPr id="5" name="Content Placeholder 2">
            <a:extLst>
              <a:ext uri="{FF2B5EF4-FFF2-40B4-BE49-F238E27FC236}">
                <a16:creationId xmlns:a16="http://schemas.microsoft.com/office/drawing/2014/main" id="{AF8DA8D6-8425-6BCE-450B-0DD544FF4659}"/>
              </a:ext>
            </a:extLst>
          </p:cNvPr>
          <p:cNvGraphicFramePr>
            <a:graphicFrameLocks noGrp="1"/>
          </p:cNvGraphicFramePr>
          <p:nvPr>
            <p:ph idx="1"/>
            <p:extLst>
              <p:ext uri="{D42A27DB-BD31-4B8C-83A1-F6EECF244321}">
                <p14:modId xmlns:p14="http://schemas.microsoft.com/office/powerpoint/2010/main" val="140011335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654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23FF9-2BAD-D0C5-4A99-9FDF8760611E}"/>
              </a:ext>
            </a:extLst>
          </p:cNvPr>
          <p:cNvSpPr>
            <a:spLocks noGrp="1"/>
          </p:cNvSpPr>
          <p:nvPr>
            <p:ph type="title"/>
          </p:nvPr>
        </p:nvSpPr>
        <p:spPr>
          <a:xfrm>
            <a:off x="628650" y="365126"/>
            <a:ext cx="7886700" cy="1325563"/>
          </a:xfrm>
        </p:spPr>
        <p:txBody>
          <a:bodyPr anchor="ctr">
            <a:normAutofit/>
          </a:bodyPr>
          <a:lstStyle/>
          <a:p>
            <a:r>
              <a:rPr lang="en-GB" dirty="0"/>
              <a:t>Taking Well-being Back to Your School</a:t>
            </a:r>
          </a:p>
        </p:txBody>
      </p:sp>
      <p:graphicFrame>
        <p:nvGraphicFramePr>
          <p:cNvPr id="5" name="Content Placeholder 2">
            <a:extLst>
              <a:ext uri="{FF2B5EF4-FFF2-40B4-BE49-F238E27FC236}">
                <a16:creationId xmlns:a16="http://schemas.microsoft.com/office/drawing/2014/main" id="{DE0859A1-F4AB-32EA-0DB8-2060E8CEFCA6}"/>
              </a:ext>
            </a:extLst>
          </p:cNvPr>
          <p:cNvGraphicFramePr>
            <a:graphicFrameLocks noGrp="1"/>
          </p:cNvGraphicFramePr>
          <p:nvPr>
            <p:ph idx="1"/>
            <p:extLst>
              <p:ext uri="{D42A27DB-BD31-4B8C-83A1-F6EECF244321}">
                <p14:modId xmlns:p14="http://schemas.microsoft.com/office/powerpoint/2010/main" val="205823910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2685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6CAAB-21FB-27BD-9B05-01F12DB66B31}"/>
              </a:ext>
            </a:extLst>
          </p:cNvPr>
          <p:cNvSpPr>
            <a:spLocks noGrp="1"/>
          </p:cNvSpPr>
          <p:nvPr>
            <p:ph type="title"/>
          </p:nvPr>
        </p:nvSpPr>
        <p:spPr>
          <a:xfrm>
            <a:off x="628650" y="365126"/>
            <a:ext cx="7886700" cy="1325563"/>
          </a:xfrm>
        </p:spPr>
        <p:txBody>
          <a:bodyPr anchor="ctr">
            <a:normAutofit/>
          </a:bodyPr>
          <a:lstStyle/>
          <a:p>
            <a:r>
              <a:rPr lang="en-GB" dirty="0"/>
              <a:t>Craft Your School's Well-Being Action Plan: Group Activity</a:t>
            </a:r>
          </a:p>
        </p:txBody>
      </p:sp>
      <p:graphicFrame>
        <p:nvGraphicFramePr>
          <p:cNvPr id="5" name="Content Placeholder 2">
            <a:extLst>
              <a:ext uri="{FF2B5EF4-FFF2-40B4-BE49-F238E27FC236}">
                <a16:creationId xmlns:a16="http://schemas.microsoft.com/office/drawing/2014/main" id="{498A6522-6BFB-45F4-11B1-A20CF97101AB}"/>
              </a:ext>
            </a:extLst>
          </p:cNvPr>
          <p:cNvGraphicFramePr>
            <a:graphicFrameLocks noGrp="1"/>
          </p:cNvGraphicFramePr>
          <p:nvPr>
            <p:ph idx="1"/>
            <p:extLst>
              <p:ext uri="{D42A27DB-BD31-4B8C-83A1-F6EECF244321}">
                <p14:modId xmlns:p14="http://schemas.microsoft.com/office/powerpoint/2010/main" val="200574741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7397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04C6-65A5-C3D3-A01E-B3103238EA16}"/>
              </a:ext>
            </a:extLst>
          </p:cNvPr>
          <p:cNvSpPr>
            <a:spLocks noGrp="1"/>
          </p:cNvSpPr>
          <p:nvPr>
            <p:ph type="title"/>
          </p:nvPr>
        </p:nvSpPr>
        <p:spPr>
          <a:xfrm>
            <a:off x="628650" y="365126"/>
            <a:ext cx="7886700" cy="1325563"/>
          </a:xfrm>
        </p:spPr>
        <p:txBody>
          <a:bodyPr anchor="ctr">
            <a:normAutofit/>
          </a:bodyPr>
          <a:lstStyle/>
          <a:p>
            <a:r>
              <a:rPr lang="en-GB" dirty="0"/>
              <a:t>Summary and Takeaways</a:t>
            </a:r>
          </a:p>
        </p:txBody>
      </p:sp>
      <p:graphicFrame>
        <p:nvGraphicFramePr>
          <p:cNvPr id="5" name="Content Placeholder 2">
            <a:extLst>
              <a:ext uri="{FF2B5EF4-FFF2-40B4-BE49-F238E27FC236}">
                <a16:creationId xmlns:a16="http://schemas.microsoft.com/office/drawing/2014/main" id="{E60448F6-5821-5724-47FF-3500CBFD7167}"/>
              </a:ext>
            </a:extLst>
          </p:cNvPr>
          <p:cNvGraphicFramePr>
            <a:graphicFrameLocks noGrp="1"/>
          </p:cNvGraphicFramePr>
          <p:nvPr>
            <p:ph idx="1"/>
            <p:extLst>
              <p:ext uri="{D42A27DB-BD31-4B8C-83A1-F6EECF244321}">
                <p14:modId xmlns:p14="http://schemas.microsoft.com/office/powerpoint/2010/main" val="258475950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3624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B7DE-9B0D-4DA7-461C-2267B42BA09C}"/>
              </a:ext>
            </a:extLst>
          </p:cNvPr>
          <p:cNvSpPr>
            <a:spLocks noGrp="1"/>
          </p:cNvSpPr>
          <p:nvPr>
            <p:ph type="ctrTitle"/>
          </p:nvPr>
        </p:nvSpPr>
        <p:spPr>
          <a:xfrm>
            <a:off x="685800" y="477297"/>
            <a:ext cx="7772400" cy="1127223"/>
          </a:xfrm>
        </p:spPr>
        <p:txBody>
          <a:bodyPr anchor="b">
            <a:normAutofit/>
          </a:bodyPr>
          <a:lstStyle/>
          <a:p>
            <a:r>
              <a:rPr lang="en-GB" sz="4400" dirty="0"/>
              <a:t>Further Reading and Resources</a:t>
            </a:r>
          </a:p>
        </p:txBody>
      </p:sp>
      <p:sp>
        <p:nvSpPr>
          <p:cNvPr id="3" name="Content Placeholder 2">
            <a:extLst>
              <a:ext uri="{FF2B5EF4-FFF2-40B4-BE49-F238E27FC236}">
                <a16:creationId xmlns:a16="http://schemas.microsoft.com/office/drawing/2014/main" id="{5C7A942B-3036-5938-6E1D-6CB91D444301}"/>
              </a:ext>
            </a:extLst>
          </p:cNvPr>
          <p:cNvSpPr>
            <a:spLocks noGrp="1"/>
          </p:cNvSpPr>
          <p:nvPr>
            <p:ph type="subTitle" idx="1"/>
          </p:nvPr>
        </p:nvSpPr>
        <p:spPr>
          <a:xfrm>
            <a:off x="1143000" y="1678075"/>
            <a:ext cx="6858000" cy="4702628"/>
          </a:xfrm>
        </p:spPr>
        <p:txBody>
          <a:bodyPr>
            <a:normAutofit fontScale="92500" lnSpcReduction="10000"/>
          </a:bodyPr>
          <a:lstStyle/>
          <a:p>
            <a:pPr marL="285750" indent="-285750" algn="l">
              <a:buFont typeface="Wingdings" panose="05000000000000000000" pitchFamily="2" charset="2"/>
              <a:buChar char="q"/>
            </a:pPr>
            <a:r>
              <a:rPr lang="en-GB" sz="1800" dirty="0"/>
              <a:t>Flourish: A Visionary New Understanding of Happiness and Well-being -  by Martin Seligman.</a:t>
            </a:r>
          </a:p>
          <a:p>
            <a:pPr marL="285750" indent="-285750" algn="l">
              <a:buFont typeface="Wingdings" panose="05000000000000000000" pitchFamily="2" charset="2"/>
              <a:buChar char="q"/>
            </a:pPr>
            <a:r>
              <a:rPr lang="en-GB" sz="1800" dirty="0"/>
              <a:t>Drive: The Surprising Truth About What Motivates Us - by Daniel H. Pink.</a:t>
            </a:r>
          </a:p>
          <a:p>
            <a:pPr marL="285750" indent="-285750" algn="l">
              <a:buFont typeface="Wingdings" panose="05000000000000000000" pitchFamily="2" charset="2"/>
              <a:buChar char="q"/>
            </a:pPr>
            <a:r>
              <a:rPr lang="en-GB" sz="1800" dirty="0"/>
              <a:t>Appreciative Inquiry: A Positive Revolution in Change - by David L. </a:t>
            </a:r>
            <a:r>
              <a:rPr lang="en-GB" sz="1800" dirty="0" err="1"/>
              <a:t>Cooperrider</a:t>
            </a:r>
            <a:r>
              <a:rPr lang="en-GB" sz="1800" dirty="0"/>
              <a:t> and Diana Whitney.</a:t>
            </a:r>
          </a:p>
          <a:p>
            <a:pPr marL="285750" indent="-285750" algn="l">
              <a:buFont typeface="Wingdings" panose="05000000000000000000" pitchFamily="2" charset="2"/>
              <a:buChar char="q"/>
            </a:pPr>
            <a:r>
              <a:rPr lang="en-GB" sz="1800" dirty="0"/>
              <a:t>The Power of Positive Leadership - by Jon Gordon.</a:t>
            </a:r>
          </a:p>
          <a:p>
            <a:pPr marL="285750" indent="-285750" algn="l">
              <a:buFont typeface="Wingdings" panose="05000000000000000000" pitchFamily="2" charset="2"/>
              <a:buChar char="q"/>
            </a:pPr>
            <a:r>
              <a:rPr lang="en-GB" sz="1800" dirty="0"/>
              <a:t>Learned Optimism: How to Change Your Mind and Your Life" by Martin Seligman</a:t>
            </a:r>
          </a:p>
          <a:p>
            <a:pPr marL="285750" indent="-285750" algn="l">
              <a:buFont typeface="Wingdings" panose="05000000000000000000" pitchFamily="2" charset="2"/>
              <a:buChar char="q"/>
            </a:pPr>
            <a:r>
              <a:rPr lang="en-GB" sz="1800" dirty="0"/>
              <a:t>AuthenticHappiness.org - Free well-being assessments.</a:t>
            </a:r>
          </a:p>
          <a:p>
            <a:pPr marL="285750" indent="-285750" algn="l">
              <a:buFont typeface="Wingdings" panose="05000000000000000000" pitchFamily="2" charset="2"/>
              <a:buChar char="q"/>
            </a:pPr>
            <a:r>
              <a:rPr lang="en-GB" sz="1800" dirty="0"/>
              <a:t>Link to Thesis: What Can Children and Young People Tell Us About School Sanctions and Social Relationships? An Exploration of Exclusionary and Restorative Justice Practices</a:t>
            </a:r>
          </a:p>
          <a:p>
            <a:pPr marL="285750" indent="-285750" algn="l">
              <a:buFont typeface="Arial" panose="020B0604020202020204" pitchFamily="34" charset="0"/>
              <a:buChar char="•"/>
            </a:pPr>
            <a:r>
              <a:rPr lang="en-GB" sz="1800" dirty="0"/>
              <a:t>https://www.researchgate.net/profile/Scott-Ighavongbe-Patrick/achievement/64dc92b66abb92713d17fd84 via @researchgate</a:t>
            </a:r>
          </a:p>
          <a:p>
            <a:pPr marL="285750" indent="-285750" algn="l">
              <a:buFont typeface="Arial" panose="020B0604020202020204" pitchFamily="34" charset="0"/>
              <a:buChar char="•"/>
            </a:pPr>
            <a:r>
              <a:rPr lang="en-GB" sz="1800" dirty="0"/>
              <a:t>https://www.researchgate.net/profile/Scott-Ighavongbe-Patrick/achievement/64dc92b66abb92713d17fd84</a:t>
            </a:r>
          </a:p>
          <a:p>
            <a:pPr marL="285750" indent="-285750" algn="l">
              <a:buFont typeface="Wingdings" panose="05000000000000000000" pitchFamily="2" charset="2"/>
              <a:buChar char="q"/>
            </a:pPr>
            <a:endParaRPr lang="en-GB" sz="1800" dirty="0"/>
          </a:p>
          <a:p>
            <a:pPr marL="285750" indent="-285750" algn="l">
              <a:buFont typeface="Wingdings" panose="05000000000000000000" pitchFamily="2" charset="2"/>
              <a:buChar char="q"/>
            </a:pPr>
            <a:endParaRPr lang="en-GB" sz="1800" dirty="0"/>
          </a:p>
          <a:p>
            <a:endParaRPr lang="en-GB" sz="1300" dirty="0"/>
          </a:p>
        </p:txBody>
      </p:sp>
    </p:spTree>
    <p:extLst>
      <p:ext uri="{BB962C8B-B14F-4D97-AF65-F5344CB8AC3E}">
        <p14:creationId xmlns:p14="http://schemas.microsoft.com/office/powerpoint/2010/main" val="868376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160D57-7F36-2A64-350A-E168270C312A}"/>
              </a:ext>
            </a:extLst>
          </p:cNvPr>
          <p:cNvPicPr>
            <a:picLocks noChangeAspect="1"/>
          </p:cNvPicPr>
          <p:nvPr/>
        </p:nvPicPr>
        <p:blipFill>
          <a:blip r:embed="rId3"/>
          <a:stretch>
            <a:fillRect/>
          </a:stretch>
        </p:blipFill>
        <p:spPr>
          <a:xfrm>
            <a:off x="5230234" y="942638"/>
            <a:ext cx="2857500" cy="4800600"/>
          </a:xfrm>
          <a:prstGeom prst="rect">
            <a:avLst/>
          </a:prstGeom>
        </p:spPr>
      </p:pic>
      <p:sp>
        <p:nvSpPr>
          <p:cNvPr id="4" name="TextBox 3">
            <a:extLst>
              <a:ext uri="{FF2B5EF4-FFF2-40B4-BE49-F238E27FC236}">
                <a16:creationId xmlns:a16="http://schemas.microsoft.com/office/drawing/2014/main" id="{A7547759-F738-9664-8D59-B16A8A7C2D79}"/>
              </a:ext>
            </a:extLst>
          </p:cNvPr>
          <p:cNvSpPr txBox="1"/>
          <p:nvPr/>
        </p:nvSpPr>
        <p:spPr>
          <a:xfrm>
            <a:off x="1054249" y="1097279"/>
            <a:ext cx="3517751" cy="2308324"/>
          </a:xfrm>
          <a:prstGeom prst="rect">
            <a:avLst/>
          </a:prstGeom>
          <a:noFill/>
        </p:spPr>
        <p:txBody>
          <a:bodyPr wrap="square" rtlCol="0">
            <a:spAutoFit/>
          </a:bodyPr>
          <a:lstStyle/>
          <a:p>
            <a:r>
              <a:rPr lang="en-GB" sz="4800" dirty="0"/>
              <a:t>Thanks for Listening and engaging</a:t>
            </a:r>
          </a:p>
        </p:txBody>
      </p:sp>
    </p:spTree>
    <p:extLst>
      <p:ext uri="{BB962C8B-B14F-4D97-AF65-F5344CB8AC3E}">
        <p14:creationId xmlns:p14="http://schemas.microsoft.com/office/powerpoint/2010/main" val="312066602"/>
      </p:ext>
    </p:extLst>
  </p:cSld>
  <p:clrMapOvr>
    <a:masterClrMapping/>
  </p:clrMapOvr>
</p:sld>
</file>

<file path=ppt/theme/theme1.xml><?xml version="1.0" encoding="utf-8"?>
<a:theme xmlns:a="http://schemas.openxmlformats.org/drawingml/2006/main" name="Buckinghamshire Council standard 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ckinghamshire Council standard template.pptx  -  Read-Only" id="{3005F97B-0C93-4D87-9B79-6F8E0BDE5532}" vid="{2E6BFEDE-B181-46B7-96A5-8BA2FC65D3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Buckinghamshire Council standard template</Template>
  <TotalTime>22252</TotalTime>
  <Words>849</Words>
  <Application>Microsoft Office PowerPoint</Application>
  <PresentationFormat>On-screen Show (4:3)</PresentationFormat>
  <Paragraphs>130</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Buckinghamshire Council standard template</vt:lpstr>
      <vt:lpstr>     Empowering Educators:  Strategies for Fostering Resilience and Well-being in Schools  </vt:lpstr>
      <vt:lpstr>Session Aims</vt:lpstr>
      <vt:lpstr>Intended Outcomes</vt:lpstr>
      <vt:lpstr>Encapsulating Well-being</vt:lpstr>
      <vt:lpstr>Introduction: The Importance of Well-being</vt:lpstr>
      <vt:lpstr>What is Positive Psychology?</vt:lpstr>
      <vt:lpstr>The PERMA Model: An Introduction</vt:lpstr>
      <vt:lpstr>Positive Emotion: The Fuel for Well-being</vt:lpstr>
      <vt:lpstr>Theory of Affect Script </vt:lpstr>
      <vt:lpstr>Maximizing Positive Affect, Minimizing Negative Affects</vt:lpstr>
      <vt:lpstr>Compass of Shame Scripts</vt:lpstr>
      <vt:lpstr>Engagement</vt:lpstr>
      <vt:lpstr>Relationships</vt:lpstr>
      <vt:lpstr>Meaning</vt:lpstr>
      <vt:lpstr>Accomplishments</vt:lpstr>
      <vt:lpstr>Interactive PERMA Assessment Activity</vt:lpstr>
      <vt:lpstr>Appreciative Inquiry: Making Schools Better</vt:lpstr>
      <vt:lpstr>Operationalising Appreciative Inquiry in Schools: The 4-D Cycle</vt:lpstr>
      <vt:lpstr>Hands-On Activity: Applying Appreciative Inquiry in Schools – 15 mins</vt:lpstr>
      <vt:lpstr>Taking Well-being Back to Your School</vt:lpstr>
      <vt:lpstr>Craft Your School's Well-Being Action Plan: Group Activity</vt:lpstr>
      <vt:lpstr>Summary and Takeaways</vt:lpstr>
      <vt:lpstr>Further Reading and Resources</vt:lpstr>
      <vt:lpstr>PowerPoint Presentation</vt:lpstr>
    </vt:vector>
  </TitlesOfParts>
  <Company>Buckinghamshire County Council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 School Support Clusters</dc:title>
  <dc:creator>Timothy Jones</dc:creator>
  <cp:lastModifiedBy>Dr Scott Ighavongbe-Patrick</cp:lastModifiedBy>
  <cp:revision>39</cp:revision>
  <cp:lastPrinted>2023-10-05T08:27:11Z</cp:lastPrinted>
  <dcterms:created xsi:type="dcterms:W3CDTF">2020-07-06T11:17:41Z</dcterms:created>
  <dcterms:modified xsi:type="dcterms:W3CDTF">2023-10-05T19:53:15Z</dcterms:modified>
</cp:coreProperties>
</file>