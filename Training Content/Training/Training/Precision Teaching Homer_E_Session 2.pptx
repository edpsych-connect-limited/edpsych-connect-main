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23"/>
  </p:notesMasterIdLst>
  <p:handoutMasterIdLst>
    <p:handoutMasterId r:id="rId24"/>
  </p:handoutMasterIdLst>
  <p:sldIdLst>
    <p:sldId id="327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69" r:id="rId14"/>
    <p:sldId id="351" r:id="rId15"/>
    <p:sldId id="353" r:id="rId16"/>
    <p:sldId id="352" r:id="rId17"/>
    <p:sldId id="354" r:id="rId18"/>
    <p:sldId id="355" r:id="rId19"/>
    <p:sldId id="365" r:id="rId20"/>
    <p:sldId id="357" r:id="rId21"/>
    <p:sldId id="358" r:id="rId22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37" autoAdjust="0"/>
  </p:normalViewPr>
  <p:slideViewPr>
    <p:cSldViewPr>
      <p:cViewPr varScale="1">
        <p:scale>
          <a:sx n="116" d="100"/>
          <a:sy n="116" d="100"/>
        </p:scale>
        <p:origin x="-149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3B3AC1E-C878-4633-B4CF-C25025A3F561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17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367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53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551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8320F-5195-4F69-9875-D65899583AE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6068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29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05/02/2018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4510088"/>
            <a:ext cx="24463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636588" y="692150"/>
            <a:ext cx="7705725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dirty="0">
                <a:ea typeface="ＭＳ Ｐゴシック" pitchFamily="110" charset="-128"/>
              </a:rPr>
              <a:t>Precision Teaching with ‘Letters and Sounds’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>
                <a:ea typeface="ＭＳ Ｐゴシック" pitchFamily="110" charset="-128"/>
              </a:rPr>
              <a:t>Session 2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 smtClean="0">
                <a:ea typeface="ＭＳ Ｐゴシック" pitchFamily="110" charset="-128"/>
              </a:rPr>
              <a:t>Homer First School </a:t>
            </a:r>
            <a:endParaRPr lang="en-US" altLang="en-US" sz="3200" dirty="0">
              <a:ea typeface="ＭＳ Ｐゴシック" pitchFamily="110" charset="-128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ea typeface="ＭＳ Ｐゴシック" pitchFamily="110" charset="-128"/>
              </a:rPr>
              <a:t>Scott </a:t>
            </a:r>
            <a:r>
              <a:rPr lang="en-US" altLang="en-US" sz="3200" dirty="0" smtClean="0">
                <a:ea typeface="ＭＳ Ｐゴシック" pitchFamily="110" charset="-128"/>
              </a:rPr>
              <a:t>I-Patrick</a:t>
            </a:r>
            <a:endParaRPr lang="en-US" altLang="en-US" sz="32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89549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How </a:t>
            </a:r>
            <a:r>
              <a:rPr lang="en-US" altLang="en-US" sz="2400" dirty="0"/>
              <a:t>do </a:t>
            </a:r>
            <a:r>
              <a:rPr lang="en-US" altLang="en-US" sz="2400" dirty="0" smtClean="0"/>
              <a:t>I deliver PT</a:t>
            </a:r>
            <a:r>
              <a:rPr lang="en-US" altLang="en-US" sz="2400" dirty="0"/>
              <a:t>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 smtClean="0"/>
              <a:t>Target </a:t>
            </a:r>
            <a:r>
              <a:rPr lang="en-US" altLang="en-US" sz="2400" dirty="0"/>
              <a:t>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797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206084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37914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7887" cy="649287"/>
          </a:xfrm>
        </p:spPr>
        <p:txBody>
          <a:bodyPr/>
          <a:lstStyle/>
          <a:p>
            <a:pPr algn="ctr"/>
            <a:r>
              <a:rPr lang="en-GB" altLang="en-US" sz="5400" dirty="0" smtClean="0"/>
              <a:t>STEP 1</a:t>
            </a:r>
            <a:endParaRPr lang="en-GB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132856"/>
            <a:ext cx="7632700" cy="4968875"/>
          </a:xfrm>
        </p:spPr>
        <p:txBody>
          <a:bodyPr/>
          <a:lstStyle/>
          <a:p>
            <a:pPr marL="0" indent="0" algn="ctr">
              <a:buNone/>
            </a:pPr>
            <a:r>
              <a:rPr lang="en-GB" altLang="en-US" sz="5400" dirty="0" smtClean="0"/>
              <a:t>Identify </a:t>
            </a:r>
            <a:r>
              <a:rPr lang="en-GB" altLang="en-US" sz="5400" dirty="0"/>
              <a:t>a specific difficulty and acquire a baseline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161950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308001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192687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25999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(Up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Choose up to three words the child struggled with from your baseline assessment (NB: the number of words chosen to focus on may vary according to child’s difficulties).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 Introduce the target words to child.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endParaRPr lang="en-GB" altLang="en-US" dirty="0" smtClean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</a:pP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15372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874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5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0040" y="549275"/>
            <a:ext cx="7772400" cy="1008063"/>
          </a:xfrm>
        </p:spPr>
        <p:txBody>
          <a:bodyPr/>
          <a:lstStyle/>
          <a:p>
            <a:pPr algn="l" fontAlgn="auto">
              <a:spcAft>
                <a:spcPts val="0"/>
              </a:spcAft>
              <a:defRPr/>
            </a:pPr>
            <a:r>
              <a:rPr lang="en-GB" altLang="en-US" sz="4000" dirty="0" smtClean="0">
                <a:latin typeface="Arial" pitchFamily="34" charset="0"/>
                <a:cs typeface="Arial" pitchFamily="34" charset="0"/>
              </a:rPr>
              <a:t>Points to remember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773238"/>
            <a:ext cx="7772400" cy="4114800"/>
          </a:xfrm>
        </p:spPr>
        <p:txBody>
          <a:bodyPr/>
          <a:lstStyle/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Make sure the pace is good- keep things flowing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pointing, to signal the pupil’s turn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Include intonation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Praise must be immediate, specific, positive</a:t>
            </a:r>
          </a:p>
          <a:p>
            <a:r>
              <a:rPr lang="en-GB" altLang="en-US" sz="2800" dirty="0" smtClean="0">
                <a:latin typeface="Arial" pitchFamily="34" charset="0"/>
                <a:cs typeface="Arial" pitchFamily="34" charset="0"/>
              </a:rPr>
              <a:t>Avoid word-building- just give the sight word</a:t>
            </a:r>
          </a:p>
        </p:txBody>
      </p:sp>
    </p:spTree>
    <p:extLst>
      <p:ext uri="{BB962C8B-B14F-4D97-AF65-F5344CB8AC3E}">
        <p14:creationId xmlns:p14="http://schemas.microsoft.com/office/powerpoint/2010/main" val="1618427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–</a:t>
            </a:r>
            <a:r>
              <a:rPr lang="en-GB" altLang="en-US" sz="3200" dirty="0" smtClean="0"/>
              <a:t> Monitoring Performance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628800"/>
            <a:ext cx="7632700" cy="49688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189486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373470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9" y="259904"/>
            <a:ext cx="8353176" cy="864840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Designing Probes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High Frequency</a:t>
            </a:r>
          </a:p>
          <a:p>
            <a:pPr eaLnBrk="1" hangingPunct="1"/>
            <a:r>
              <a:rPr lang="en-GB" altLang="en-US" sz="2400" dirty="0" smtClean="0"/>
              <a:t>Progression through high frequency </a:t>
            </a:r>
            <a:r>
              <a:rPr lang="en-GB" altLang="en-US" sz="2400" dirty="0" err="1" smtClean="0"/>
              <a:t>sightwords</a:t>
            </a:r>
            <a:r>
              <a:rPr lang="en-GB" altLang="en-US" sz="2400" dirty="0" smtClean="0"/>
              <a:t> listed in ‘Letters and Sounds’</a:t>
            </a:r>
          </a:p>
        </p:txBody>
      </p:sp>
      <p:sp>
        <p:nvSpPr>
          <p:cNvPr id="9220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4008" y="1600200"/>
            <a:ext cx="38100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altLang="en-US" sz="2400" b="1" dirty="0" smtClean="0"/>
              <a:t>	</a:t>
            </a:r>
            <a:r>
              <a:rPr lang="en-GB" altLang="en-US" sz="2400" b="1" u="sng" dirty="0" smtClean="0"/>
              <a:t>Phonic Development</a:t>
            </a:r>
          </a:p>
          <a:p>
            <a:pPr eaLnBrk="1" hangingPunct="1"/>
            <a:r>
              <a:rPr lang="en-GB" altLang="en-US" sz="2400" dirty="0" smtClean="0"/>
              <a:t>The content of the probe is rule bound i.e. the probe should include as many examples as possible to test the rule</a:t>
            </a:r>
          </a:p>
        </p:txBody>
      </p:sp>
    </p:spTree>
    <p:extLst>
      <p:ext uri="{BB962C8B-B14F-4D97-AF65-F5344CB8AC3E}">
        <p14:creationId xmlns:p14="http://schemas.microsoft.com/office/powerpoint/2010/main" val="39974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algn="l" eaLnBrk="1" hangingPunct="1"/>
            <a:r>
              <a:rPr lang="en-US" altLang="en-US" u="sng" dirty="0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259632" y="1268760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dirty="0">
                <a:hlinkClick r:id="rId3"/>
              </a:rPr>
              <a:t>http://</a:t>
            </a:r>
            <a:r>
              <a:rPr lang="en-US" altLang="en-US" dirty="0" smtClean="0">
                <a:hlinkClick r:id="rId3"/>
              </a:rPr>
              <a:t>johnandgwyn.co.uk/probe.html</a:t>
            </a: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984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6572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</TotalTime>
  <Words>711</Words>
  <Application>Microsoft Office PowerPoint</Application>
  <PresentationFormat>On-screen Show (4:3)</PresentationFormat>
  <Paragraphs>146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STEP 1</vt:lpstr>
      <vt:lpstr>Step 2 - Setting a Target</vt:lpstr>
      <vt:lpstr>2. Targets</vt:lpstr>
      <vt:lpstr>2. Targets</vt:lpstr>
      <vt:lpstr>Step 3- Teaching  (Up to 10 mins per day)</vt:lpstr>
      <vt:lpstr>3. Teaching methods</vt:lpstr>
      <vt:lpstr>3. Examples of some teaching methods:</vt:lpstr>
      <vt:lpstr>3. Examples of some teaching methods:</vt:lpstr>
      <vt:lpstr>Points to remember</vt:lpstr>
      <vt:lpstr>Step 4 – Monitoring Performance</vt:lpstr>
      <vt:lpstr>PowerPoint Presentation</vt:lpstr>
      <vt:lpstr>Types of probe:</vt:lpstr>
      <vt:lpstr>Designing Probes</vt:lpstr>
      <vt:lpstr>PT Probe Generator</vt:lpstr>
      <vt:lpstr>Step 5- Chart Results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262</cp:revision>
  <cp:lastPrinted>2018-02-05T09:41:37Z</cp:lastPrinted>
  <dcterms:created xsi:type="dcterms:W3CDTF">2009-10-14T09:14:19Z</dcterms:created>
  <dcterms:modified xsi:type="dcterms:W3CDTF">2018-02-05T09:41:50Z</dcterms:modified>
</cp:coreProperties>
</file>