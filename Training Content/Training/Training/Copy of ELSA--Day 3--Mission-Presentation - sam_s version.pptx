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89" r:id="rId2"/>
    <p:sldId id="258" r:id="rId3"/>
    <p:sldId id="264" r:id="rId4"/>
    <p:sldId id="268" r:id="rId5"/>
    <p:sldId id="265" r:id="rId6"/>
    <p:sldId id="290" r:id="rId7"/>
    <p:sldId id="284" r:id="rId8"/>
    <p:sldId id="285" r:id="rId9"/>
    <p:sldId id="291" r:id="rId10"/>
    <p:sldId id="282" r:id="rId11"/>
    <p:sldId id="28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A185AF7-FB3C-4654-8C19-F4E4359B4865}">
          <p14:sldIdLst>
            <p14:sldId id="289"/>
            <p14:sldId id="258"/>
            <p14:sldId id="264"/>
            <p14:sldId id="268"/>
            <p14:sldId id="265"/>
            <p14:sldId id="290"/>
            <p14:sldId id="284"/>
            <p14:sldId id="285"/>
            <p14:sldId id="291"/>
            <p14:sldId id="282"/>
            <p14:sldId id="283"/>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56169" autoAdjust="0"/>
  </p:normalViewPr>
  <p:slideViewPr>
    <p:cSldViewPr>
      <p:cViewPr varScale="1">
        <p:scale>
          <a:sx n="73" d="100"/>
          <a:sy n="73" d="100"/>
        </p:scale>
        <p:origin x="-2724" y="-102"/>
      </p:cViewPr>
      <p:guideLst>
        <p:guide orient="horz" pos="2160"/>
        <p:guide pos="2880"/>
      </p:guideLst>
    </p:cSldViewPr>
  </p:slideViewPr>
  <p:notesTextViewPr>
    <p:cViewPr>
      <p:scale>
        <a:sx n="3" d="2"/>
        <a:sy n="3" d="2"/>
      </p:scale>
      <p:origin x="0" y="0"/>
    </p:cViewPr>
  </p:notesTextViewPr>
  <p:notesViewPr>
    <p:cSldViewPr>
      <p:cViewPr varScale="1">
        <p:scale>
          <a:sx n="41" d="100"/>
          <a:sy n="41" d="100"/>
        </p:scale>
        <p:origin x="-2347"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simmonds" userId="a62769c1390564fa" providerId="LiveId" clId="{47B75567-1713-4E6B-8CE2-834BF09C541E}"/>
    <pc:docChg chg="undo custSel addSld delSld modSld sldOrd modSection">
      <pc:chgData name="sam simmonds" userId="a62769c1390564fa" providerId="LiveId" clId="{47B75567-1713-4E6B-8CE2-834BF09C541E}" dt="2018-11-16T13:38:18.860" v="2297"/>
      <pc:docMkLst>
        <pc:docMk/>
      </pc:docMkLst>
      <pc:sldChg chg="del">
        <pc:chgData name="sam simmonds" userId="a62769c1390564fa" providerId="LiveId" clId="{47B75567-1713-4E6B-8CE2-834BF09C541E}" dt="2018-11-16T11:42:17.021" v="291" actId="2696"/>
        <pc:sldMkLst>
          <pc:docMk/>
          <pc:sldMk cId="582315226" sldId="257"/>
        </pc:sldMkLst>
      </pc:sldChg>
      <pc:sldChg chg="addSp modSp modAnim modNotesTx">
        <pc:chgData name="sam simmonds" userId="a62769c1390564fa" providerId="LiveId" clId="{47B75567-1713-4E6B-8CE2-834BF09C541E}" dt="2018-11-16T11:57:19.339" v="475" actId="255"/>
        <pc:sldMkLst>
          <pc:docMk/>
          <pc:sldMk cId="4047280385" sldId="258"/>
        </pc:sldMkLst>
        <pc:spChg chg="mod">
          <ac:chgData name="sam simmonds" userId="a62769c1390564fa" providerId="LiveId" clId="{47B75567-1713-4E6B-8CE2-834BF09C541E}" dt="2018-11-16T11:52:09.604" v="472" actId="20577"/>
          <ac:spMkLst>
            <pc:docMk/>
            <pc:sldMk cId="4047280385" sldId="258"/>
            <ac:spMk id="3" creationId="{00000000-0000-0000-0000-000000000000}"/>
          </ac:spMkLst>
        </pc:spChg>
        <pc:spChg chg="add mod">
          <ac:chgData name="sam simmonds" userId="a62769c1390564fa" providerId="LiveId" clId="{47B75567-1713-4E6B-8CE2-834BF09C541E}" dt="2018-11-16T11:57:19.339" v="475" actId="255"/>
          <ac:spMkLst>
            <pc:docMk/>
            <pc:sldMk cId="4047280385" sldId="258"/>
            <ac:spMk id="7" creationId="{CC84FFCB-207B-48D1-91AD-0C2A8D10137F}"/>
          </ac:spMkLst>
        </pc:spChg>
        <pc:picChg chg="mod">
          <ac:chgData name="sam simmonds" userId="a62769c1390564fa" providerId="LiveId" clId="{47B75567-1713-4E6B-8CE2-834BF09C541E}" dt="2018-11-16T11:44:53.074" v="321" actId="1076"/>
          <ac:picMkLst>
            <pc:docMk/>
            <pc:sldMk cId="4047280385" sldId="258"/>
            <ac:picMk id="5" creationId="{A07C3539-A870-41E0-B6AE-E7BF2BF9506D}"/>
          </ac:picMkLst>
        </pc:picChg>
        <pc:picChg chg="add mod">
          <ac:chgData name="sam simmonds" userId="a62769c1390564fa" providerId="LiveId" clId="{47B75567-1713-4E6B-8CE2-834BF09C541E}" dt="2018-11-16T11:44:51.016" v="320" actId="1076"/>
          <ac:picMkLst>
            <pc:docMk/>
            <pc:sldMk cId="4047280385" sldId="258"/>
            <ac:picMk id="6" creationId="{9923691D-4C34-4B31-B173-07C75CCDC94C}"/>
          </ac:picMkLst>
        </pc:picChg>
      </pc:sldChg>
      <pc:sldChg chg="del">
        <pc:chgData name="sam simmonds" userId="a62769c1390564fa" providerId="LiveId" clId="{47B75567-1713-4E6B-8CE2-834BF09C541E}" dt="2018-11-16T11:46:22.138" v="324" actId="2696"/>
        <pc:sldMkLst>
          <pc:docMk/>
          <pc:sldMk cId="198537940" sldId="259"/>
        </pc:sldMkLst>
      </pc:sldChg>
      <pc:sldChg chg="del">
        <pc:chgData name="sam simmonds" userId="a62769c1390564fa" providerId="LiveId" clId="{47B75567-1713-4E6B-8CE2-834BF09C541E}" dt="2018-11-16T11:57:42.806" v="476" actId="2696"/>
        <pc:sldMkLst>
          <pc:docMk/>
          <pc:sldMk cId="897983594" sldId="260"/>
        </pc:sldMkLst>
      </pc:sldChg>
      <pc:sldChg chg="del modNotesTx">
        <pc:chgData name="sam simmonds" userId="a62769c1390564fa" providerId="LiveId" clId="{47B75567-1713-4E6B-8CE2-834BF09C541E}" dt="2018-11-16T11:28:38.968" v="122" actId="2696"/>
        <pc:sldMkLst>
          <pc:docMk/>
          <pc:sldMk cId="3405102994" sldId="262"/>
        </pc:sldMkLst>
      </pc:sldChg>
      <pc:sldChg chg="modSp del">
        <pc:chgData name="sam simmonds" userId="a62769c1390564fa" providerId="LiveId" clId="{47B75567-1713-4E6B-8CE2-834BF09C541E}" dt="2018-11-16T12:06:20.188" v="590" actId="2696"/>
        <pc:sldMkLst>
          <pc:docMk/>
          <pc:sldMk cId="3385947787" sldId="263"/>
        </pc:sldMkLst>
        <pc:spChg chg="mod">
          <ac:chgData name="sam simmonds" userId="a62769c1390564fa" providerId="LiveId" clId="{47B75567-1713-4E6B-8CE2-834BF09C541E}" dt="2018-11-16T10:53:39.295" v="36" actId="27636"/>
          <ac:spMkLst>
            <pc:docMk/>
            <pc:sldMk cId="3385947787" sldId="263"/>
            <ac:spMk id="3" creationId="{00000000-0000-0000-0000-000000000000}"/>
          </ac:spMkLst>
        </pc:spChg>
      </pc:sldChg>
      <pc:sldChg chg="addSp modSp modAnim modNotesTx">
        <pc:chgData name="sam simmonds" userId="a62769c1390564fa" providerId="LiveId" clId="{47B75567-1713-4E6B-8CE2-834BF09C541E}" dt="2018-11-16T13:02:50.632" v="1601" actId="20577"/>
        <pc:sldMkLst>
          <pc:docMk/>
          <pc:sldMk cId="848040178" sldId="264"/>
        </pc:sldMkLst>
        <pc:spChg chg="mod">
          <ac:chgData name="sam simmonds" userId="a62769c1390564fa" providerId="LiveId" clId="{47B75567-1713-4E6B-8CE2-834BF09C541E}" dt="2018-11-16T12:04:01.779" v="572" actId="113"/>
          <ac:spMkLst>
            <pc:docMk/>
            <pc:sldMk cId="848040178" sldId="264"/>
            <ac:spMk id="2" creationId="{00000000-0000-0000-0000-000000000000}"/>
          </ac:spMkLst>
        </pc:spChg>
        <pc:spChg chg="add mod">
          <ac:chgData name="sam simmonds" userId="a62769c1390564fa" providerId="LiveId" clId="{47B75567-1713-4E6B-8CE2-834BF09C541E}" dt="2018-11-16T13:02:50.632" v="1601" actId="20577"/>
          <ac:spMkLst>
            <pc:docMk/>
            <pc:sldMk cId="848040178" sldId="264"/>
            <ac:spMk id="3" creationId="{C032F4D2-EDAC-4084-AD7C-43EDC569C988}"/>
          </ac:spMkLst>
        </pc:spChg>
        <pc:picChg chg="mod ord">
          <ac:chgData name="sam simmonds" userId="a62769c1390564fa" providerId="LiveId" clId="{47B75567-1713-4E6B-8CE2-834BF09C541E}" dt="2018-11-16T13:01:36.357" v="1581" actId="1076"/>
          <ac:picMkLst>
            <pc:docMk/>
            <pc:sldMk cId="848040178" sldId="264"/>
            <ac:picMk id="9218" creationId="{00000000-0000-0000-0000-000000000000}"/>
          </ac:picMkLst>
        </pc:picChg>
      </pc:sldChg>
      <pc:sldChg chg="addSp modSp add modAnim">
        <pc:chgData name="sam simmonds" userId="a62769c1390564fa" providerId="LiveId" clId="{47B75567-1713-4E6B-8CE2-834BF09C541E}" dt="2018-11-16T13:34:13.456" v="2296" actId="20577"/>
        <pc:sldMkLst>
          <pc:docMk/>
          <pc:sldMk cId="2266065518" sldId="265"/>
        </pc:sldMkLst>
        <pc:spChg chg="mod">
          <ac:chgData name="sam simmonds" userId="a62769c1390564fa" providerId="LiveId" clId="{47B75567-1713-4E6B-8CE2-834BF09C541E}" dt="2018-11-16T12:44:01.790" v="1297" actId="113"/>
          <ac:spMkLst>
            <pc:docMk/>
            <pc:sldMk cId="2266065518" sldId="265"/>
            <ac:spMk id="2" creationId="{00000000-0000-0000-0000-000000000000}"/>
          </ac:spMkLst>
        </pc:spChg>
        <pc:spChg chg="mod">
          <ac:chgData name="sam simmonds" userId="a62769c1390564fa" providerId="LiveId" clId="{47B75567-1713-4E6B-8CE2-834BF09C541E}" dt="2018-11-16T13:34:13.456" v="2296" actId="20577"/>
          <ac:spMkLst>
            <pc:docMk/>
            <pc:sldMk cId="2266065518" sldId="265"/>
            <ac:spMk id="3" creationId="{00000000-0000-0000-0000-000000000000}"/>
          </ac:spMkLst>
        </pc:spChg>
        <pc:picChg chg="add mod ord">
          <ac:chgData name="sam simmonds" userId="a62769c1390564fa" providerId="LiveId" clId="{47B75567-1713-4E6B-8CE2-834BF09C541E}" dt="2018-11-16T13:07:01.099" v="1610" actId="167"/>
          <ac:picMkLst>
            <pc:docMk/>
            <pc:sldMk cId="2266065518" sldId="265"/>
            <ac:picMk id="4" creationId="{FAF6F747-B7A7-4458-AFAE-FE5BDF7CAA52}"/>
          </ac:picMkLst>
        </pc:picChg>
      </pc:sldChg>
      <pc:sldChg chg="modSp add del ord modAnim modNotesTx">
        <pc:chgData name="sam simmonds" userId="a62769c1390564fa" providerId="LiveId" clId="{47B75567-1713-4E6B-8CE2-834BF09C541E}" dt="2018-11-16T12:24:58.677" v="1169" actId="2696"/>
        <pc:sldMkLst>
          <pc:docMk/>
          <pc:sldMk cId="2481923041" sldId="265"/>
        </pc:sldMkLst>
        <pc:spChg chg="mod">
          <ac:chgData name="sam simmonds" userId="a62769c1390564fa" providerId="LiveId" clId="{47B75567-1713-4E6B-8CE2-834BF09C541E}" dt="2018-11-16T12:18:38.622" v="1122" actId="20577"/>
          <ac:spMkLst>
            <pc:docMk/>
            <pc:sldMk cId="2481923041" sldId="265"/>
            <ac:spMk id="3" creationId="{00000000-0000-0000-0000-000000000000}"/>
          </ac:spMkLst>
        </pc:spChg>
      </pc:sldChg>
      <pc:sldChg chg="addSp delSp modSp setBg delAnim modAnim modNotesTx">
        <pc:chgData name="sam simmonds" userId="a62769c1390564fa" providerId="LiveId" clId="{47B75567-1713-4E6B-8CE2-834BF09C541E}" dt="2018-11-16T12:35:34.761" v="1208" actId="255"/>
        <pc:sldMkLst>
          <pc:docMk/>
          <pc:sldMk cId="2232713128" sldId="268"/>
        </pc:sldMkLst>
        <pc:spChg chg="add del">
          <ac:chgData name="sam simmonds" userId="a62769c1390564fa" providerId="LiveId" clId="{47B75567-1713-4E6B-8CE2-834BF09C541E}" dt="2018-11-16T12:29:17.184" v="1173"/>
          <ac:spMkLst>
            <pc:docMk/>
            <pc:sldMk cId="2232713128" sldId="268"/>
            <ac:spMk id="3" creationId="{8D2F126E-FAC2-49EE-AE7A-D7949ECA414A}"/>
          </ac:spMkLst>
        </pc:spChg>
        <pc:spChg chg="mod">
          <ac:chgData name="sam simmonds" userId="a62769c1390564fa" providerId="LiveId" clId="{47B75567-1713-4E6B-8CE2-834BF09C541E}" dt="2018-11-16T12:20:18.870" v="1144" actId="1076"/>
          <ac:spMkLst>
            <pc:docMk/>
            <pc:sldMk cId="2232713128" sldId="268"/>
            <ac:spMk id="35" creationId="{00000000-0000-0000-0000-000000000000}"/>
          </ac:spMkLst>
        </pc:spChg>
        <pc:spChg chg="mod">
          <ac:chgData name="sam simmonds" userId="a62769c1390564fa" providerId="LiveId" clId="{47B75567-1713-4E6B-8CE2-834BF09C541E}" dt="2018-11-16T12:22:40.387" v="1163" actId="1076"/>
          <ac:spMkLst>
            <pc:docMk/>
            <pc:sldMk cId="2232713128" sldId="268"/>
            <ac:spMk id="36" creationId="{00000000-0000-0000-0000-000000000000}"/>
          </ac:spMkLst>
        </pc:spChg>
        <pc:spChg chg="mod">
          <ac:chgData name="sam simmonds" userId="a62769c1390564fa" providerId="LiveId" clId="{47B75567-1713-4E6B-8CE2-834BF09C541E}" dt="2018-11-16T12:35:34.761" v="1208" actId="255"/>
          <ac:spMkLst>
            <pc:docMk/>
            <pc:sldMk cId="2232713128" sldId="268"/>
            <ac:spMk id="37" creationId="{00000000-0000-0000-0000-000000000000}"/>
          </ac:spMkLst>
        </pc:spChg>
        <pc:spChg chg="mod">
          <ac:chgData name="sam simmonds" userId="a62769c1390564fa" providerId="LiveId" clId="{47B75567-1713-4E6B-8CE2-834BF09C541E}" dt="2018-11-16T12:29:58.197" v="1178" actId="255"/>
          <ac:spMkLst>
            <pc:docMk/>
            <pc:sldMk cId="2232713128" sldId="268"/>
            <ac:spMk id="38" creationId="{00000000-0000-0000-0000-000000000000}"/>
          </ac:spMkLst>
        </pc:spChg>
        <pc:spChg chg="mod">
          <ac:chgData name="sam simmonds" userId="a62769c1390564fa" providerId="LiveId" clId="{47B75567-1713-4E6B-8CE2-834BF09C541E}" dt="2018-11-16T12:20:15.832" v="1143" actId="1076"/>
          <ac:spMkLst>
            <pc:docMk/>
            <pc:sldMk cId="2232713128" sldId="268"/>
            <ac:spMk id="41" creationId="{00000000-0000-0000-0000-000000000000}"/>
          </ac:spMkLst>
        </pc:spChg>
        <pc:grpChg chg="mod">
          <ac:chgData name="sam simmonds" userId="a62769c1390564fa" providerId="LiveId" clId="{47B75567-1713-4E6B-8CE2-834BF09C541E}" dt="2018-11-16T12:20:12.063" v="1142" actId="1076"/>
          <ac:grpSpMkLst>
            <pc:docMk/>
            <pc:sldMk cId="2232713128" sldId="268"/>
            <ac:grpSpMk id="40" creationId="{00000000-0000-0000-0000-000000000000}"/>
          </ac:grpSpMkLst>
        </pc:grpChg>
        <pc:picChg chg="add del mod">
          <ac:chgData name="sam simmonds" userId="a62769c1390564fa" providerId="LiveId" clId="{47B75567-1713-4E6B-8CE2-834BF09C541E}" dt="2018-11-16T12:31:53.898" v="1188" actId="478"/>
          <ac:picMkLst>
            <pc:docMk/>
            <pc:sldMk cId="2232713128" sldId="268"/>
            <ac:picMk id="2" creationId="{DA065F3F-5031-4C58-9E8E-2CA5466D5CB3}"/>
          </ac:picMkLst>
        </pc:picChg>
        <pc:picChg chg="add mod">
          <ac:chgData name="sam simmonds" userId="a62769c1390564fa" providerId="LiveId" clId="{47B75567-1713-4E6B-8CE2-834BF09C541E}" dt="2018-11-16T12:30:01.443" v="1179" actId="1076"/>
          <ac:picMkLst>
            <pc:docMk/>
            <pc:sldMk cId="2232713128" sldId="268"/>
            <ac:picMk id="4" creationId="{660725DC-E8CA-4C3C-AA40-5F678949C593}"/>
          </ac:picMkLst>
        </pc:picChg>
        <pc:picChg chg="add del mod">
          <ac:chgData name="sam simmonds" userId="a62769c1390564fa" providerId="LiveId" clId="{47B75567-1713-4E6B-8CE2-834BF09C541E}" dt="2018-11-16T12:32:01.143" v="1191" actId="478"/>
          <ac:picMkLst>
            <pc:docMk/>
            <pc:sldMk cId="2232713128" sldId="268"/>
            <ac:picMk id="9" creationId="{DA8C6A27-80CB-4AF2-8069-03B64026542E}"/>
          </ac:picMkLst>
        </pc:picChg>
        <pc:picChg chg="add mod ord">
          <ac:chgData name="sam simmonds" userId="a62769c1390564fa" providerId="LiveId" clId="{47B75567-1713-4E6B-8CE2-834BF09C541E}" dt="2018-11-16T12:32:30.550" v="1195" actId="167"/>
          <ac:picMkLst>
            <pc:docMk/>
            <pc:sldMk cId="2232713128" sldId="268"/>
            <ac:picMk id="10" creationId="{0D7EEF67-D9E4-47BB-AABC-4DA2D1CF39CB}"/>
          </ac:picMkLst>
        </pc:picChg>
        <pc:picChg chg="add mod">
          <ac:chgData name="sam simmonds" userId="a62769c1390564fa" providerId="LiveId" clId="{47B75567-1713-4E6B-8CE2-834BF09C541E}" dt="2018-11-16T12:35:11.152" v="1203" actId="1076"/>
          <ac:picMkLst>
            <pc:docMk/>
            <pc:sldMk cId="2232713128" sldId="268"/>
            <ac:picMk id="11" creationId="{86136ACB-F1E0-4BD4-8F69-C0CDAF0DA26C}"/>
          </ac:picMkLst>
        </pc:picChg>
        <pc:picChg chg="add mod">
          <ac:chgData name="sam simmonds" userId="a62769c1390564fa" providerId="LiveId" clId="{47B75567-1713-4E6B-8CE2-834BF09C541E}" dt="2018-11-16T12:32:59.852" v="1200" actId="1076"/>
          <ac:picMkLst>
            <pc:docMk/>
            <pc:sldMk cId="2232713128" sldId="268"/>
            <ac:picMk id="16" creationId="{E9062526-E9C3-493B-B428-3A3451306478}"/>
          </ac:picMkLst>
        </pc:picChg>
        <pc:picChg chg="add mod">
          <ac:chgData name="sam simmonds" userId="a62769c1390564fa" providerId="LiveId" clId="{47B75567-1713-4E6B-8CE2-834BF09C541E}" dt="2018-11-16T12:30:39.449" v="1185" actId="1076"/>
          <ac:picMkLst>
            <pc:docMk/>
            <pc:sldMk cId="2232713128" sldId="268"/>
            <ac:picMk id="17" creationId="{B5362350-5210-436F-B593-B52C3B2D920D}"/>
          </ac:picMkLst>
        </pc:picChg>
        <pc:picChg chg="add del mod ord">
          <ac:chgData name="sam simmonds" userId="a62769c1390564fa" providerId="LiveId" clId="{47B75567-1713-4E6B-8CE2-834BF09C541E}" dt="2018-11-16T12:35:04.955" v="1201" actId="478"/>
          <ac:picMkLst>
            <pc:docMk/>
            <pc:sldMk cId="2232713128" sldId="268"/>
            <ac:picMk id="18" creationId="{8CADE5BB-063E-44DC-859F-7DAD0BD45E28}"/>
          </ac:picMkLst>
        </pc:picChg>
        <pc:picChg chg="add mod">
          <ac:chgData name="sam simmonds" userId="a62769c1390564fa" providerId="LiveId" clId="{47B75567-1713-4E6B-8CE2-834BF09C541E}" dt="2018-11-16T12:30:39.449" v="1185" actId="1076"/>
          <ac:picMkLst>
            <pc:docMk/>
            <pc:sldMk cId="2232713128" sldId="268"/>
            <ac:picMk id="19" creationId="{B2F64C6F-6234-4ECF-9015-6B73F11BAFCE}"/>
          </ac:picMkLst>
        </pc:picChg>
        <pc:picChg chg="add del mod">
          <ac:chgData name="sam simmonds" userId="a62769c1390564fa" providerId="LiveId" clId="{47B75567-1713-4E6B-8CE2-834BF09C541E}" dt="2018-11-16T12:21:17.964" v="1156" actId="478"/>
          <ac:picMkLst>
            <pc:docMk/>
            <pc:sldMk cId="2232713128" sldId="268"/>
            <ac:picMk id="20" creationId="{1BBF5802-8B93-4862-BE7A-DDDA9C13EC5E}"/>
          </ac:picMkLst>
        </pc:picChg>
        <pc:cxnChg chg="mod">
          <ac:chgData name="sam simmonds" userId="a62769c1390564fa" providerId="LiveId" clId="{47B75567-1713-4E6B-8CE2-834BF09C541E}" dt="2018-11-16T12:35:28.398" v="1207" actId="14100"/>
          <ac:cxnSpMkLst>
            <pc:docMk/>
            <pc:sldMk cId="2232713128" sldId="268"/>
            <ac:cxnSpMk id="31" creationId="{00000000-0000-0000-0000-000000000000}"/>
          </ac:cxnSpMkLst>
        </pc:cxnChg>
      </pc:sldChg>
      <pc:sldChg chg="del">
        <pc:chgData name="sam simmonds" userId="a62769c1390564fa" providerId="LiveId" clId="{47B75567-1713-4E6B-8CE2-834BF09C541E}" dt="2018-11-16T12:44:10.538" v="1298" actId="2696"/>
        <pc:sldMkLst>
          <pc:docMk/>
          <pc:sldMk cId="2523928047" sldId="271"/>
        </pc:sldMkLst>
      </pc:sldChg>
      <pc:sldChg chg="add del">
        <pc:chgData name="sam simmonds" userId="a62769c1390564fa" providerId="LiveId" clId="{47B75567-1713-4E6B-8CE2-834BF09C541E}" dt="2018-11-16T11:19:47.753" v="107" actId="2696"/>
        <pc:sldMkLst>
          <pc:docMk/>
          <pc:sldMk cId="2583448806" sldId="272"/>
        </pc:sldMkLst>
      </pc:sldChg>
      <pc:sldChg chg="del">
        <pc:chgData name="sam simmonds" userId="a62769c1390564fa" providerId="LiveId" clId="{47B75567-1713-4E6B-8CE2-834BF09C541E}" dt="2018-11-16T11:20:15.219" v="108" actId="2696"/>
        <pc:sldMkLst>
          <pc:docMk/>
          <pc:sldMk cId="987705414" sldId="273"/>
        </pc:sldMkLst>
      </pc:sldChg>
      <pc:sldChg chg="del">
        <pc:chgData name="sam simmonds" userId="a62769c1390564fa" providerId="LiveId" clId="{47B75567-1713-4E6B-8CE2-834BF09C541E}" dt="2018-11-16T12:25:06.627" v="1170" actId="2696"/>
        <pc:sldMkLst>
          <pc:docMk/>
          <pc:sldMk cId="3241665091" sldId="274"/>
        </pc:sldMkLst>
      </pc:sldChg>
      <pc:sldChg chg="addSp delSp modSp del">
        <pc:chgData name="sam simmonds" userId="a62769c1390564fa" providerId="LiveId" clId="{47B75567-1713-4E6B-8CE2-834BF09C541E}" dt="2018-11-16T13:32:37.871" v="2220" actId="2696"/>
        <pc:sldMkLst>
          <pc:docMk/>
          <pc:sldMk cId="2113485735" sldId="275"/>
        </pc:sldMkLst>
        <pc:spChg chg="add del">
          <ac:chgData name="sam simmonds" userId="a62769c1390564fa" providerId="LiveId" clId="{47B75567-1713-4E6B-8CE2-834BF09C541E}" dt="2018-11-16T13:05:23.402" v="1604"/>
          <ac:spMkLst>
            <pc:docMk/>
            <pc:sldMk cId="2113485735" sldId="275"/>
            <ac:spMk id="4" creationId="{E191623B-E06E-4234-978F-B92D78D5176B}"/>
          </ac:spMkLst>
        </pc:spChg>
        <pc:picChg chg="mod">
          <ac:chgData name="sam simmonds" userId="a62769c1390564fa" providerId="LiveId" clId="{47B75567-1713-4E6B-8CE2-834BF09C541E}" dt="2018-11-16T13:05:25.348" v="1605" actId="1076"/>
          <ac:picMkLst>
            <pc:docMk/>
            <pc:sldMk cId="2113485735" sldId="275"/>
            <ac:picMk id="11266" creationId="{00000000-0000-0000-0000-000000000000}"/>
          </ac:picMkLst>
        </pc:picChg>
      </pc:sldChg>
      <pc:sldChg chg="del">
        <pc:chgData name="sam simmonds" userId="a62769c1390564fa" providerId="LiveId" clId="{47B75567-1713-4E6B-8CE2-834BF09C541E}" dt="2018-11-16T13:32:39.204" v="2221" actId="2696"/>
        <pc:sldMkLst>
          <pc:docMk/>
          <pc:sldMk cId="4070035618" sldId="276"/>
        </pc:sldMkLst>
      </pc:sldChg>
      <pc:sldChg chg="modSp del">
        <pc:chgData name="sam simmonds" userId="a62769c1390564fa" providerId="LiveId" clId="{47B75567-1713-4E6B-8CE2-834BF09C541E}" dt="2018-11-16T13:32:40.012" v="2222" actId="2696"/>
        <pc:sldMkLst>
          <pc:docMk/>
          <pc:sldMk cId="165226240" sldId="277"/>
        </pc:sldMkLst>
        <pc:picChg chg="mod">
          <ac:chgData name="sam simmonds" userId="a62769c1390564fa" providerId="LiveId" clId="{47B75567-1713-4E6B-8CE2-834BF09C541E}" dt="2018-11-16T11:15:41.248" v="104" actId="14100"/>
          <ac:picMkLst>
            <pc:docMk/>
            <pc:sldMk cId="165226240" sldId="277"/>
            <ac:picMk id="12290" creationId="{00000000-0000-0000-0000-000000000000}"/>
          </ac:picMkLst>
        </pc:picChg>
      </pc:sldChg>
      <pc:sldChg chg="del">
        <pc:chgData name="sam simmonds" userId="a62769c1390564fa" providerId="LiveId" clId="{47B75567-1713-4E6B-8CE2-834BF09C541E}" dt="2018-11-16T13:32:40.665" v="2223" actId="2696"/>
        <pc:sldMkLst>
          <pc:docMk/>
          <pc:sldMk cId="1216020852" sldId="278"/>
        </pc:sldMkLst>
      </pc:sldChg>
      <pc:sldChg chg="del">
        <pc:chgData name="sam simmonds" userId="a62769c1390564fa" providerId="LiveId" clId="{47B75567-1713-4E6B-8CE2-834BF09C541E}" dt="2018-11-16T13:32:41.268" v="2224" actId="2696"/>
        <pc:sldMkLst>
          <pc:docMk/>
          <pc:sldMk cId="285315975" sldId="279"/>
        </pc:sldMkLst>
      </pc:sldChg>
      <pc:sldChg chg="del">
        <pc:chgData name="sam simmonds" userId="a62769c1390564fa" providerId="LiveId" clId="{47B75567-1713-4E6B-8CE2-834BF09C541E}" dt="2018-11-16T13:32:41.927" v="2225" actId="2696"/>
        <pc:sldMkLst>
          <pc:docMk/>
          <pc:sldMk cId="897731509" sldId="280"/>
        </pc:sldMkLst>
      </pc:sldChg>
      <pc:sldChg chg="del">
        <pc:chgData name="sam simmonds" userId="a62769c1390564fa" providerId="LiveId" clId="{47B75567-1713-4E6B-8CE2-834BF09C541E}" dt="2018-11-16T13:23:41.231" v="2123" actId="2696"/>
        <pc:sldMkLst>
          <pc:docMk/>
          <pc:sldMk cId="2841437228" sldId="281"/>
        </pc:sldMkLst>
      </pc:sldChg>
      <pc:sldChg chg="modSp modNotesTx">
        <pc:chgData name="sam simmonds" userId="a62769c1390564fa" providerId="LiveId" clId="{47B75567-1713-4E6B-8CE2-834BF09C541E}" dt="2018-11-16T13:24:59.030" v="2200" actId="20577"/>
        <pc:sldMkLst>
          <pc:docMk/>
          <pc:sldMk cId="1191206179" sldId="282"/>
        </pc:sldMkLst>
        <pc:spChg chg="mod">
          <ac:chgData name="sam simmonds" userId="a62769c1390564fa" providerId="LiveId" clId="{47B75567-1713-4E6B-8CE2-834BF09C541E}" dt="2018-11-16T12:52:20.927" v="1439" actId="20577"/>
          <ac:spMkLst>
            <pc:docMk/>
            <pc:sldMk cId="1191206179" sldId="282"/>
            <ac:spMk id="2" creationId="{00000000-0000-0000-0000-000000000000}"/>
          </ac:spMkLst>
        </pc:spChg>
        <pc:spChg chg="mod">
          <ac:chgData name="sam simmonds" userId="a62769c1390564fa" providerId="LiveId" clId="{47B75567-1713-4E6B-8CE2-834BF09C541E}" dt="2018-11-16T12:52:39.090" v="1444" actId="113"/>
          <ac:spMkLst>
            <pc:docMk/>
            <pc:sldMk cId="1191206179" sldId="282"/>
            <ac:spMk id="3" creationId="{00000000-0000-0000-0000-000000000000}"/>
          </ac:spMkLst>
        </pc:spChg>
      </pc:sldChg>
      <pc:sldChg chg="modSp">
        <pc:chgData name="sam simmonds" userId="a62769c1390564fa" providerId="LiveId" clId="{47B75567-1713-4E6B-8CE2-834BF09C541E}" dt="2018-11-16T13:24:08.044" v="2129" actId="14100"/>
        <pc:sldMkLst>
          <pc:docMk/>
          <pc:sldMk cId="3600463981" sldId="283"/>
        </pc:sldMkLst>
        <pc:picChg chg="mod">
          <ac:chgData name="sam simmonds" userId="a62769c1390564fa" providerId="LiveId" clId="{47B75567-1713-4E6B-8CE2-834BF09C541E}" dt="2018-11-16T13:24:08.044" v="2129" actId="14100"/>
          <ac:picMkLst>
            <pc:docMk/>
            <pc:sldMk cId="3600463981" sldId="283"/>
            <ac:picMk id="3074" creationId="{00000000-0000-0000-0000-000000000000}"/>
          </ac:picMkLst>
        </pc:picChg>
      </pc:sldChg>
      <pc:sldChg chg="addSp modSp modAnim modNotesTx">
        <pc:chgData name="sam simmonds" userId="a62769c1390564fa" providerId="LiveId" clId="{47B75567-1713-4E6B-8CE2-834BF09C541E}" dt="2018-11-16T13:15:25.644" v="1983"/>
        <pc:sldMkLst>
          <pc:docMk/>
          <pc:sldMk cId="4090892690" sldId="284"/>
        </pc:sldMkLst>
        <pc:spChg chg="add mod">
          <ac:chgData name="sam simmonds" userId="a62769c1390564fa" providerId="LiveId" clId="{47B75567-1713-4E6B-8CE2-834BF09C541E}" dt="2018-11-16T13:15:23.176" v="1982" actId="207"/>
          <ac:spMkLst>
            <pc:docMk/>
            <pc:sldMk cId="4090892690" sldId="284"/>
            <ac:spMk id="3" creationId="{1B5C6B43-5121-404E-B196-B23C7602800F}"/>
          </ac:spMkLst>
        </pc:spChg>
      </pc:sldChg>
      <pc:sldChg chg="addSp modSp modAnim">
        <pc:chgData name="sam simmonds" userId="a62769c1390564fa" providerId="LiveId" clId="{47B75567-1713-4E6B-8CE2-834BF09C541E}" dt="2018-11-16T13:15:34.519" v="1985"/>
        <pc:sldMkLst>
          <pc:docMk/>
          <pc:sldMk cId="1959591579" sldId="285"/>
        </pc:sldMkLst>
        <pc:spChg chg="add mod">
          <ac:chgData name="sam simmonds" userId="a62769c1390564fa" providerId="LiveId" clId="{47B75567-1713-4E6B-8CE2-834BF09C541E}" dt="2018-11-16T13:15:32.590" v="1984" actId="207"/>
          <ac:spMkLst>
            <pc:docMk/>
            <pc:sldMk cId="1959591579" sldId="285"/>
            <ac:spMk id="3" creationId="{553DADB9-0693-4BA6-81EB-430F202C6BC2}"/>
          </ac:spMkLst>
        </pc:spChg>
        <pc:picChg chg="mod">
          <ac:chgData name="sam simmonds" userId="a62769c1390564fa" providerId="LiveId" clId="{47B75567-1713-4E6B-8CE2-834BF09C541E}" dt="2018-11-16T13:14:25.508" v="1969" actId="1076"/>
          <ac:picMkLst>
            <pc:docMk/>
            <pc:sldMk cId="1959591579" sldId="285"/>
            <ac:picMk id="6147" creationId="{00000000-0000-0000-0000-000000000000}"/>
          </ac:picMkLst>
        </pc:picChg>
      </pc:sldChg>
      <pc:sldChg chg="addSp delSp modSp modNotesTx">
        <pc:chgData name="sam simmonds" userId="a62769c1390564fa" providerId="LiveId" clId="{47B75567-1713-4E6B-8CE2-834BF09C541E}" dt="2018-11-16T13:16:55.065" v="2001" actId="20577"/>
        <pc:sldMkLst>
          <pc:docMk/>
          <pc:sldMk cId="3543121811" sldId="286"/>
        </pc:sldMkLst>
        <pc:spChg chg="mod">
          <ac:chgData name="sam simmonds" userId="a62769c1390564fa" providerId="LiveId" clId="{47B75567-1713-4E6B-8CE2-834BF09C541E}" dt="2018-11-16T13:16:55.065" v="2001" actId="20577"/>
          <ac:spMkLst>
            <pc:docMk/>
            <pc:sldMk cId="3543121811" sldId="286"/>
            <ac:spMk id="2" creationId="{00000000-0000-0000-0000-000000000000}"/>
          </ac:spMkLst>
        </pc:spChg>
        <pc:spChg chg="add del mod">
          <ac:chgData name="sam simmonds" userId="a62769c1390564fa" providerId="LiveId" clId="{47B75567-1713-4E6B-8CE2-834BF09C541E}" dt="2018-11-16T12:53:30.219" v="1445" actId="478"/>
          <ac:spMkLst>
            <pc:docMk/>
            <pc:sldMk cId="3543121811" sldId="286"/>
            <ac:spMk id="3" creationId="{30899DEE-5A87-4A45-AC67-26B04C975F27}"/>
          </ac:spMkLst>
        </pc:spChg>
        <pc:picChg chg="mod">
          <ac:chgData name="sam simmonds" userId="a62769c1390564fa" providerId="LiveId" clId="{47B75567-1713-4E6B-8CE2-834BF09C541E}" dt="2018-11-16T12:53:49.873" v="1446" actId="1076"/>
          <ac:picMkLst>
            <pc:docMk/>
            <pc:sldMk cId="3543121811" sldId="286"/>
            <ac:picMk id="17410" creationId="{00000000-0000-0000-0000-000000000000}"/>
          </ac:picMkLst>
        </pc:picChg>
      </pc:sldChg>
      <pc:sldChg chg="del">
        <pc:chgData name="sam simmonds" userId="a62769c1390564fa" providerId="LiveId" clId="{47B75567-1713-4E6B-8CE2-834BF09C541E}" dt="2018-11-16T11:42:20.406" v="292" actId="2696"/>
        <pc:sldMkLst>
          <pc:docMk/>
          <pc:sldMk cId="2720801027" sldId="287"/>
        </pc:sldMkLst>
      </pc:sldChg>
      <pc:sldChg chg="delSp modSp add del modAnim">
        <pc:chgData name="sam simmonds" userId="a62769c1390564fa" providerId="LiveId" clId="{47B75567-1713-4E6B-8CE2-834BF09C541E}" dt="2018-11-16T13:26:10.237" v="2219" actId="2696"/>
        <pc:sldMkLst>
          <pc:docMk/>
          <pc:sldMk cId="1956157448" sldId="288"/>
        </pc:sldMkLst>
        <pc:spChg chg="mod">
          <ac:chgData name="sam simmonds" userId="a62769c1390564fa" providerId="LiveId" clId="{47B75567-1713-4E6B-8CE2-834BF09C541E}" dt="2018-11-16T11:42:25.257" v="293" actId="113"/>
          <ac:spMkLst>
            <pc:docMk/>
            <pc:sldMk cId="1956157448" sldId="288"/>
            <ac:spMk id="2" creationId="{C7412272-DDEF-4AB3-B474-2057E8C27EF4}"/>
          </ac:spMkLst>
        </pc:spChg>
        <pc:spChg chg="mod">
          <ac:chgData name="sam simmonds" userId="a62769c1390564fa" providerId="LiveId" clId="{47B75567-1713-4E6B-8CE2-834BF09C541E}" dt="2018-11-16T13:26:00.389" v="2201"/>
          <ac:spMkLst>
            <pc:docMk/>
            <pc:sldMk cId="1956157448" sldId="288"/>
            <ac:spMk id="3" creationId="{039EC8E7-A5D3-40C8-93F8-6F024E3F1617}"/>
          </ac:spMkLst>
        </pc:spChg>
        <pc:picChg chg="del">
          <ac:chgData name="sam simmonds" userId="a62769c1390564fa" providerId="LiveId" clId="{47B75567-1713-4E6B-8CE2-834BF09C541E}" dt="2018-11-16T11:37:06.609" v="125" actId="478"/>
          <ac:picMkLst>
            <pc:docMk/>
            <pc:sldMk cId="1956157448" sldId="288"/>
            <ac:picMk id="6" creationId="{2216C594-690B-4147-AE5D-AAD3B3D59390}"/>
          </ac:picMkLst>
        </pc:picChg>
      </pc:sldChg>
      <pc:sldChg chg="addSp modSp add modAnim modNotesTx">
        <pc:chgData name="sam simmonds" userId="a62769c1390564fa" providerId="LiveId" clId="{47B75567-1713-4E6B-8CE2-834BF09C541E}" dt="2018-11-16T13:26:08.542" v="2218" actId="20577"/>
        <pc:sldMkLst>
          <pc:docMk/>
          <pc:sldMk cId="2413856332" sldId="289"/>
        </pc:sldMkLst>
        <pc:spChg chg="mod">
          <ac:chgData name="sam simmonds" userId="a62769c1390564fa" providerId="LiveId" clId="{47B75567-1713-4E6B-8CE2-834BF09C541E}" dt="2018-11-16T11:42:42.816" v="308" actId="20577"/>
          <ac:spMkLst>
            <pc:docMk/>
            <pc:sldMk cId="2413856332" sldId="289"/>
            <ac:spMk id="2" creationId="{D0BB2E0E-B0FB-4EC9-8F5A-C8EA36005E30}"/>
          </ac:spMkLst>
        </pc:spChg>
        <pc:spChg chg="mod">
          <ac:chgData name="sam simmonds" userId="a62769c1390564fa" providerId="LiveId" clId="{47B75567-1713-4E6B-8CE2-834BF09C541E}" dt="2018-11-16T11:43:03.296" v="310" actId="255"/>
          <ac:spMkLst>
            <pc:docMk/>
            <pc:sldMk cId="2413856332" sldId="289"/>
            <ac:spMk id="3" creationId="{52CFBB9E-B37F-496B-8A81-9D558A806828}"/>
          </ac:spMkLst>
        </pc:spChg>
        <pc:picChg chg="add mod ord">
          <ac:chgData name="sam simmonds" userId="a62769c1390564fa" providerId="LiveId" clId="{47B75567-1713-4E6B-8CE2-834BF09C541E}" dt="2018-11-16T11:41:50.232" v="286" actId="1076"/>
          <ac:picMkLst>
            <pc:docMk/>
            <pc:sldMk cId="2413856332" sldId="289"/>
            <ac:picMk id="4" creationId="{AE767C7E-BA32-4451-8BAE-94FA577A329F}"/>
          </ac:picMkLst>
        </pc:picChg>
        <pc:picChg chg="add mod">
          <ac:chgData name="sam simmonds" userId="a62769c1390564fa" providerId="LiveId" clId="{47B75567-1713-4E6B-8CE2-834BF09C541E}" dt="2018-11-16T11:41:56.909" v="288" actId="1076"/>
          <ac:picMkLst>
            <pc:docMk/>
            <pc:sldMk cId="2413856332" sldId="289"/>
            <ac:picMk id="5" creationId="{0D3A5032-4198-4E09-8426-9DB638408B3F}"/>
          </ac:picMkLst>
        </pc:picChg>
        <pc:picChg chg="add mod">
          <ac:chgData name="sam simmonds" userId="a62769c1390564fa" providerId="LiveId" clId="{47B75567-1713-4E6B-8CE2-834BF09C541E}" dt="2018-11-16T11:41:59.983" v="289" actId="1076"/>
          <ac:picMkLst>
            <pc:docMk/>
            <pc:sldMk cId="2413856332" sldId="289"/>
            <ac:picMk id="6" creationId="{151FA9D7-3D39-4AAD-85AB-4F26F1AD7074}"/>
          </ac:picMkLst>
        </pc:picChg>
      </pc:sldChg>
      <pc:sldChg chg="addSp delSp modSp add ord delAnim modAnim modNotesTx">
        <pc:chgData name="sam simmonds" userId="a62769c1390564fa" providerId="LiveId" clId="{47B75567-1713-4E6B-8CE2-834BF09C541E}" dt="2018-11-16T13:08:14.045" v="1689" actId="20577"/>
        <pc:sldMkLst>
          <pc:docMk/>
          <pc:sldMk cId="934281298" sldId="290"/>
        </pc:sldMkLst>
        <pc:spChg chg="add del mod">
          <ac:chgData name="sam simmonds" userId="a62769c1390564fa" providerId="LiveId" clId="{47B75567-1713-4E6B-8CE2-834BF09C541E}" dt="2018-11-16T12:39:33.732" v="1214" actId="478"/>
          <ac:spMkLst>
            <pc:docMk/>
            <pc:sldMk cId="934281298" sldId="290"/>
            <ac:spMk id="3" creationId="{3631A174-C084-4F92-97AD-670598191A3A}"/>
          </ac:spMkLst>
        </pc:spChg>
        <pc:spChg chg="add mod">
          <ac:chgData name="sam simmonds" userId="a62769c1390564fa" providerId="LiveId" clId="{47B75567-1713-4E6B-8CE2-834BF09C541E}" dt="2018-11-16T12:45:19.995" v="1323" actId="1076"/>
          <ac:spMkLst>
            <pc:docMk/>
            <pc:sldMk cId="934281298" sldId="290"/>
            <ac:spMk id="5" creationId="{896ED03A-DD1E-4D04-94EE-8F2AF34E1A4F}"/>
          </ac:spMkLst>
        </pc:spChg>
        <pc:spChg chg="mod">
          <ac:chgData name="sam simmonds" userId="a62769c1390564fa" providerId="LiveId" clId="{47B75567-1713-4E6B-8CE2-834BF09C541E}" dt="2018-11-16T12:40:20.224" v="1222" actId="1076"/>
          <ac:spMkLst>
            <pc:docMk/>
            <pc:sldMk cId="934281298" sldId="290"/>
            <ac:spMk id="25" creationId="{00000000-0000-0000-0000-000000000000}"/>
          </ac:spMkLst>
        </pc:spChg>
        <pc:spChg chg="mod">
          <ac:chgData name="sam simmonds" userId="a62769c1390564fa" providerId="LiveId" clId="{47B75567-1713-4E6B-8CE2-834BF09C541E}" dt="2018-11-16T12:44:49.855" v="1304" actId="1076"/>
          <ac:spMkLst>
            <pc:docMk/>
            <pc:sldMk cId="934281298" sldId="290"/>
            <ac:spMk id="37" creationId="{00000000-0000-0000-0000-000000000000}"/>
          </ac:spMkLst>
        </pc:spChg>
        <pc:spChg chg="mod">
          <ac:chgData name="sam simmonds" userId="a62769c1390564fa" providerId="LiveId" clId="{47B75567-1713-4E6B-8CE2-834BF09C541E}" dt="2018-11-16T12:45:11.313" v="1322" actId="1076"/>
          <ac:spMkLst>
            <pc:docMk/>
            <pc:sldMk cId="934281298" sldId="290"/>
            <ac:spMk id="38" creationId="{00000000-0000-0000-0000-000000000000}"/>
          </ac:spMkLst>
        </pc:spChg>
        <pc:spChg chg="mod">
          <ac:chgData name="sam simmonds" userId="a62769c1390564fa" providerId="LiveId" clId="{47B75567-1713-4E6B-8CE2-834BF09C541E}" dt="2018-11-16T12:45:25.542" v="1324" actId="1076"/>
          <ac:spMkLst>
            <pc:docMk/>
            <pc:sldMk cId="934281298" sldId="290"/>
            <ac:spMk id="41" creationId="{00000000-0000-0000-0000-000000000000}"/>
          </ac:spMkLst>
        </pc:spChg>
        <pc:grpChg chg="mod">
          <ac:chgData name="sam simmonds" userId="a62769c1390564fa" providerId="LiveId" clId="{47B75567-1713-4E6B-8CE2-834BF09C541E}" dt="2018-11-16T12:40:12.145" v="1218" actId="1076"/>
          <ac:grpSpMkLst>
            <pc:docMk/>
            <pc:sldMk cId="934281298" sldId="290"/>
            <ac:grpSpMk id="40" creationId="{00000000-0000-0000-0000-000000000000}"/>
          </ac:grpSpMkLst>
        </pc:grpChg>
        <pc:picChg chg="del mod">
          <ac:chgData name="sam simmonds" userId="a62769c1390564fa" providerId="LiveId" clId="{47B75567-1713-4E6B-8CE2-834BF09C541E}" dt="2018-11-16T12:39:27.643" v="1212" actId="478"/>
          <ac:picMkLst>
            <pc:docMk/>
            <pc:sldMk cId="934281298" sldId="290"/>
            <ac:picMk id="4" creationId="{660725DC-E8CA-4C3C-AA40-5F678949C593}"/>
          </ac:picMkLst>
        </pc:picChg>
        <pc:picChg chg="del">
          <ac:chgData name="sam simmonds" userId="a62769c1390564fa" providerId="LiveId" clId="{47B75567-1713-4E6B-8CE2-834BF09C541E}" dt="2018-11-16T12:39:27.643" v="1212" actId="478"/>
          <ac:picMkLst>
            <pc:docMk/>
            <pc:sldMk cId="934281298" sldId="290"/>
            <ac:picMk id="10" creationId="{0D7EEF67-D9E4-47BB-AABC-4DA2D1CF39CB}"/>
          </ac:picMkLst>
        </pc:picChg>
        <pc:picChg chg="del">
          <ac:chgData name="sam simmonds" userId="a62769c1390564fa" providerId="LiveId" clId="{47B75567-1713-4E6B-8CE2-834BF09C541E}" dt="2018-11-16T12:39:27.643" v="1212" actId="478"/>
          <ac:picMkLst>
            <pc:docMk/>
            <pc:sldMk cId="934281298" sldId="290"/>
            <ac:picMk id="11" creationId="{86136ACB-F1E0-4BD4-8F69-C0CDAF0DA26C}"/>
          </ac:picMkLst>
        </pc:picChg>
        <pc:picChg chg="del">
          <ac:chgData name="sam simmonds" userId="a62769c1390564fa" providerId="LiveId" clId="{47B75567-1713-4E6B-8CE2-834BF09C541E}" dt="2018-11-16T12:39:27.643" v="1212" actId="478"/>
          <ac:picMkLst>
            <pc:docMk/>
            <pc:sldMk cId="934281298" sldId="290"/>
            <ac:picMk id="16" creationId="{E9062526-E9C3-493B-B428-3A3451306478}"/>
          </ac:picMkLst>
        </pc:picChg>
        <pc:picChg chg="del">
          <ac:chgData name="sam simmonds" userId="a62769c1390564fa" providerId="LiveId" clId="{47B75567-1713-4E6B-8CE2-834BF09C541E}" dt="2018-11-16T12:39:27.643" v="1212" actId="478"/>
          <ac:picMkLst>
            <pc:docMk/>
            <pc:sldMk cId="934281298" sldId="290"/>
            <ac:picMk id="17" creationId="{B5362350-5210-436F-B593-B52C3B2D920D}"/>
          </ac:picMkLst>
        </pc:picChg>
        <pc:picChg chg="del">
          <ac:chgData name="sam simmonds" userId="a62769c1390564fa" providerId="LiveId" clId="{47B75567-1713-4E6B-8CE2-834BF09C541E}" dt="2018-11-16T12:39:27.643" v="1212" actId="478"/>
          <ac:picMkLst>
            <pc:docMk/>
            <pc:sldMk cId="934281298" sldId="290"/>
            <ac:picMk id="19" creationId="{B2F64C6F-6234-4ECF-9015-6B73F11BAFCE}"/>
          </ac:picMkLst>
        </pc:picChg>
        <pc:cxnChg chg="mod">
          <ac:chgData name="sam simmonds" userId="a62769c1390564fa" providerId="LiveId" clId="{47B75567-1713-4E6B-8CE2-834BF09C541E}" dt="2018-11-16T12:40:20.224" v="1222" actId="1076"/>
          <ac:cxnSpMkLst>
            <pc:docMk/>
            <pc:sldMk cId="934281298" sldId="290"/>
            <ac:cxnSpMk id="26" creationId="{00000000-0000-0000-0000-000000000000}"/>
          </ac:cxnSpMkLst>
        </pc:cxnChg>
        <pc:cxnChg chg="mod">
          <ac:chgData name="sam simmonds" userId="a62769c1390564fa" providerId="LiveId" clId="{47B75567-1713-4E6B-8CE2-834BF09C541E}" dt="2018-11-16T12:44:44.834" v="1303" actId="1076"/>
          <ac:cxnSpMkLst>
            <pc:docMk/>
            <pc:sldMk cId="934281298" sldId="290"/>
            <ac:cxnSpMk id="31" creationId="{00000000-0000-0000-0000-000000000000}"/>
          </ac:cxnSpMkLst>
        </pc:cxnChg>
      </pc:sldChg>
      <pc:sldChg chg="addSp delSp modSp add ord modAnim">
        <pc:chgData name="sam simmonds" userId="a62769c1390564fa" providerId="LiveId" clId="{47B75567-1713-4E6B-8CE2-834BF09C541E}" dt="2018-11-16T13:38:18.860" v="2297"/>
        <pc:sldMkLst>
          <pc:docMk/>
          <pc:sldMk cId="2818523667" sldId="291"/>
        </pc:sldMkLst>
        <pc:spChg chg="mod">
          <ac:chgData name="sam simmonds" userId="a62769c1390564fa" providerId="LiveId" clId="{47B75567-1713-4E6B-8CE2-834BF09C541E}" dt="2018-11-16T13:19:23.259" v="2122" actId="113"/>
          <ac:spMkLst>
            <pc:docMk/>
            <pc:sldMk cId="2818523667" sldId="291"/>
            <ac:spMk id="2" creationId="{4ED7263C-08D0-4BE8-8C71-0B94F5E9FFAE}"/>
          </ac:spMkLst>
        </pc:spChg>
        <pc:spChg chg="del">
          <ac:chgData name="sam simmonds" userId="a62769c1390564fa" providerId="LiveId" clId="{47B75567-1713-4E6B-8CE2-834BF09C541E}" dt="2018-11-16T12:47:47.365" v="1332"/>
          <ac:spMkLst>
            <pc:docMk/>
            <pc:sldMk cId="2818523667" sldId="291"/>
            <ac:spMk id="3" creationId="{912483A2-B8BE-4B5B-9C7F-29C450EF4810}"/>
          </ac:spMkLst>
        </pc:spChg>
        <pc:spChg chg="add mod">
          <ac:chgData name="sam simmonds" userId="a62769c1390564fa" providerId="LiveId" clId="{47B75567-1713-4E6B-8CE2-834BF09C541E}" dt="2018-11-16T13:18:03.423" v="2009" actId="1076"/>
          <ac:spMkLst>
            <pc:docMk/>
            <pc:sldMk cId="2818523667" sldId="291"/>
            <ac:spMk id="4" creationId="{86513CD9-12B1-447A-B79D-491957AD1A1B}"/>
          </ac:spMkLst>
        </pc:spChg>
        <pc:spChg chg="add mod">
          <ac:chgData name="sam simmonds" userId="a62769c1390564fa" providerId="LiveId" clId="{47B75567-1713-4E6B-8CE2-834BF09C541E}" dt="2018-11-16T13:18:42.451" v="2056" actId="20577"/>
          <ac:spMkLst>
            <pc:docMk/>
            <pc:sldMk cId="2818523667" sldId="291"/>
            <ac:spMk id="6" creationId="{4CCD7348-5F5E-45AA-B13E-78061862321F}"/>
          </ac:spMkLst>
        </pc:spChg>
        <pc:picChg chg="add mod">
          <ac:chgData name="sam simmonds" userId="a62769c1390564fa" providerId="LiveId" clId="{47B75567-1713-4E6B-8CE2-834BF09C541E}" dt="2018-11-16T12:49:54.440" v="1373" actId="14100"/>
          <ac:picMkLst>
            <pc:docMk/>
            <pc:sldMk cId="2818523667" sldId="291"/>
            <ac:picMk id="5" creationId="{DDFF82A3-4739-4190-AAF3-8E05E181880A}"/>
          </ac:picMkLst>
        </pc:picChg>
      </pc:sldChg>
      <pc:sldChg chg="delSp modSp add del delAnim">
        <pc:chgData name="sam simmonds" userId="a62769c1390564fa" providerId="LiveId" clId="{47B75567-1713-4E6B-8CE2-834BF09C541E}" dt="2018-11-16T12:42:39.744" v="1280" actId="2696"/>
        <pc:sldMkLst>
          <pc:docMk/>
          <pc:sldMk cId="4069467650" sldId="291"/>
        </pc:sldMkLst>
        <pc:spChg chg="mod">
          <ac:chgData name="sam simmonds" userId="a62769c1390564fa" providerId="LiveId" clId="{47B75567-1713-4E6B-8CE2-834BF09C541E}" dt="2018-11-16T12:41:57.963" v="1275" actId="313"/>
          <ac:spMkLst>
            <pc:docMk/>
            <pc:sldMk cId="4069467650" sldId="291"/>
            <ac:spMk id="2" creationId="{00000000-0000-0000-0000-000000000000}"/>
          </ac:spMkLst>
        </pc:spChg>
        <pc:spChg chg="del">
          <ac:chgData name="sam simmonds" userId="a62769c1390564fa" providerId="LiveId" clId="{47B75567-1713-4E6B-8CE2-834BF09C541E}" dt="2018-11-16T12:41:43.498" v="1249" actId="478"/>
          <ac:spMkLst>
            <pc:docMk/>
            <pc:sldMk cId="4069467650" sldId="291"/>
            <ac:spMk id="3" creationId="{C032F4D2-EDAC-4084-AD7C-43EDC569C9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45794E-0B0E-45CC-9A8B-E1937FFA88FD}" type="datetimeFigureOut">
              <a:rPr lang="en-GB" smtClean="0"/>
              <a:t>20/11/2018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AF1384-E4A6-4DF7-8204-E391A14745A1}" type="slidenum">
              <a:rPr lang="en-GB" smtClean="0"/>
              <a:t>‹#›</a:t>
            </a:fld>
            <a:endParaRPr lang="en-GB"/>
          </a:p>
        </p:txBody>
      </p:sp>
    </p:spTree>
    <p:extLst>
      <p:ext uri="{BB962C8B-B14F-4D97-AF65-F5344CB8AC3E}">
        <p14:creationId xmlns:p14="http://schemas.microsoft.com/office/powerpoint/2010/main" val="926114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b="1" dirty="0" err="1"/>
              <a:t>Introducitons</a:t>
            </a:r>
            <a:endParaRPr lang="en-GB" b="1" dirty="0"/>
          </a:p>
          <a:p>
            <a:pPr marL="0" indent="0">
              <a:buNone/>
            </a:pPr>
            <a:r>
              <a:rPr lang="en-GB" b="1" dirty="0"/>
              <a:t>Sam Simmonds </a:t>
            </a:r>
            <a:r>
              <a:rPr lang="en-GB" dirty="0"/>
              <a:t>– Trainee EP, worked as a teacher for 10 year and a </a:t>
            </a:r>
            <a:r>
              <a:rPr lang="en-GB" dirty="0" err="1"/>
              <a:t>SENCo</a:t>
            </a:r>
            <a:r>
              <a:rPr lang="en-GB" dirty="0"/>
              <a:t> for 4 year.</a:t>
            </a:r>
          </a:p>
          <a:p>
            <a:pPr marL="0" indent="0">
              <a:buNone/>
            </a:pPr>
            <a:endParaRPr lang="en-GB" dirty="0"/>
          </a:p>
          <a:p>
            <a:pPr marL="0" indent="0">
              <a:buNone/>
            </a:pPr>
            <a:endParaRPr lang="en-GB" dirty="0"/>
          </a:p>
          <a:p>
            <a:pPr marL="0" indent="0">
              <a:buNone/>
            </a:pPr>
            <a:r>
              <a:rPr lang="en-GB" b="1" dirty="0"/>
              <a:t>Natasha </a:t>
            </a:r>
            <a:r>
              <a:rPr lang="en-GB" b="1" dirty="0" err="1"/>
              <a:t>Goding</a:t>
            </a:r>
            <a:r>
              <a:rPr lang="en-GB" b="1" dirty="0"/>
              <a:t> </a:t>
            </a:r>
            <a:r>
              <a:rPr lang="en-GB" dirty="0"/>
              <a:t>– Trainee EP, worked as a Occupational Therapist and as a Foster Carer for a number of years.</a:t>
            </a:r>
          </a:p>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1</a:t>
            </a:fld>
            <a:endParaRPr lang="en-GB"/>
          </a:p>
        </p:txBody>
      </p:sp>
    </p:spTree>
    <p:extLst>
      <p:ext uri="{BB962C8B-B14F-4D97-AF65-F5344CB8AC3E}">
        <p14:creationId xmlns:p14="http://schemas.microsoft.com/office/powerpoint/2010/main" val="2149476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Focusing in on today is motivation </a:t>
            </a:r>
          </a:p>
          <a:p>
            <a:endParaRPr lang="en-GB" dirty="0"/>
          </a:p>
          <a:p>
            <a:r>
              <a:rPr lang="en-GB" dirty="0"/>
              <a:t>Activity</a:t>
            </a:r>
            <a:r>
              <a:rPr lang="en-GB" baseline="0" dirty="0"/>
              <a:t> 1</a:t>
            </a:r>
          </a:p>
          <a:p>
            <a:endParaRPr lang="en-GB" baseline="0" dirty="0"/>
          </a:p>
          <a:p>
            <a:r>
              <a:rPr lang="en-GB" baseline="0" dirty="0"/>
              <a:t>Small group discussion for 5 minutes</a:t>
            </a:r>
          </a:p>
          <a:p>
            <a:endParaRPr lang="en-GB" baseline="0" dirty="0"/>
          </a:p>
          <a:p>
            <a:r>
              <a:rPr lang="en-GB" baseline="0" dirty="0"/>
              <a:t>Each group feedback 2 points and flip chart responses</a:t>
            </a:r>
          </a:p>
          <a:p>
            <a:pPr marL="0" indent="0">
              <a:buNone/>
            </a:pPr>
            <a:r>
              <a:rPr lang="en-GB" dirty="0"/>
              <a:t>Pupil:</a:t>
            </a:r>
          </a:p>
          <a:p>
            <a:pPr marL="0" indent="0">
              <a:buNone/>
            </a:pPr>
            <a:endParaRPr lang="en-GB" dirty="0"/>
          </a:p>
          <a:p>
            <a:r>
              <a:rPr lang="en-GB" dirty="0"/>
              <a:t>sets realistic and achievable goals</a:t>
            </a:r>
          </a:p>
          <a:p>
            <a:r>
              <a:rPr lang="en-GB" dirty="0"/>
              <a:t>can follow through on plans</a:t>
            </a:r>
          </a:p>
          <a:p>
            <a:r>
              <a:rPr lang="en-GB" dirty="0"/>
              <a:t>takes initiatives</a:t>
            </a:r>
          </a:p>
          <a:p>
            <a:r>
              <a:rPr lang="en-GB" dirty="0"/>
              <a:t>is responsible for his/her actions</a:t>
            </a:r>
          </a:p>
          <a:p>
            <a:r>
              <a:rPr lang="en-GB" dirty="0"/>
              <a:t>seeks alternatives to problems</a:t>
            </a:r>
          </a:p>
          <a:p>
            <a:r>
              <a:rPr lang="en-GB" dirty="0"/>
              <a:t>evaluates him/herself according to past performance</a:t>
            </a:r>
          </a:p>
          <a:p>
            <a:r>
              <a:rPr lang="en-GB" dirty="0"/>
              <a:t>is willing to take risks</a:t>
            </a:r>
          </a:p>
          <a:p>
            <a:r>
              <a:rPr lang="en-GB" dirty="0"/>
              <a:t>is highly motivated</a:t>
            </a:r>
          </a:p>
          <a:p>
            <a:endParaRPr lang="en-GB" dirty="0"/>
          </a:p>
          <a:p>
            <a:endParaRPr lang="en-GB" dirty="0"/>
          </a:p>
          <a:p>
            <a:r>
              <a:rPr lang="en-GB" dirty="0"/>
              <a:t>Remind ELSAs that before a pupil can</a:t>
            </a:r>
            <a:r>
              <a:rPr lang="en-GB" baseline="0" dirty="0"/>
              <a:t> develop these skills, they need to have met targets in security, affiliation and selfhood. They are prerequisites.</a:t>
            </a:r>
          </a:p>
          <a:p>
            <a:endParaRPr lang="en-GB" baseline="0" dirty="0"/>
          </a:p>
          <a:p>
            <a:r>
              <a:rPr lang="en-GB" baseline="0" dirty="0"/>
              <a:t>Link back to the overall topic of days 2 and 3. Pupils who are able to do these things are likely to have higher self esteem and be more resilient.</a:t>
            </a:r>
          </a:p>
          <a:p>
            <a:endParaRPr lang="en-GB" baseline="0" dirty="0"/>
          </a:p>
          <a:p>
            <a:r>
              <a:rPr lang="en-GB" baseline="0" dirty="0"/>
              <a:t>There is an overlap between mission and competence (focus of the afternoon session)</a:t>
            </a:r>
          </a:p>
          <a:p>
            <a:endParaRPr lang="en-GB" baseline="0" dirty="0"/>
          </a:p>
          <a:p>
            <a:r>
              <a:rPr lang="en-GB" baseline="0" dirty="0"/>
              <a:t>For the rest of the morning, we will focus on the last point relating to motivation. Motivation (as you will see from the definition slides) encompasses many of the points relating to mission. There will be a short introduction to motivation and then we will focus on motivational interviewing as this is something you could use as an ELSA.</a:t>
            </a:r>
            <a:endParaRPr lang="en-GB" dirty="0"/>
          </a:p>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2</a:t>
            </a:fld>
            <a:endParaRPr lang="en-GB"/>
          </a:p>
        </p:txBody>
      </p:sp>
    </p:spTree>
    <p:extLst>
      <p:ext uri="{BB962C8B-B14F-4D97-AF65-F5344CB8AC3E}">
        <p14:creationId xmlns:p14="http://schemas.microsoft.com/office/powerpoint/2010/main" val="1443636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Motivation is not static – it is changeable - Children may be motivated one day and not the next, in one lesson and not another, in one year at school and not</a:t>
            </a:r>
            <a:r>
              <a:rPr lang="en-GB" b="1" baseline="0" dirty="0"/>
              <a:t> another</a:t>
            </a:r>
            <a:r>
              <a:rPr lang="en-GB" b="1" dirty="0"/>
              <a:t> etc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Motivation links strongly to mission. There will be a short introduction to motivation and then we will focus on motivational interviewing as this is something you could use as an ELSA.</a:t>
            </a:r>
            <a:endParaRPr lang="en-GB" dirty="0"/>
          </a:p>
          <a:p>
            <a:endParaRPr lang="en-GB" dirty="0"/>
          </a:p>
          <a:p>
            <a:r>
              <a:rPr lang="en-GB" dirty="0"/>
              <a:t>Motivation is not static – it is changeable - Children may be motivated one day and not the next, in one lesson and not another, in one year at school and not</a:t>
            </a:r>
            <a:r>
              <a:rPr lang="en-GB" baseline="0" dirty="0"/>
              <a:t> another</a:t>
            </a:r>
            <a:r>
              <a:rPr lang="en-GB" dirty="0"/>
              <a:t> etc</a:t>
            </a:r>
          </a:p>
          <a:p>
            <a:endParaRPr lang="en-GB" dirty="0"/>
          </a:p>
          <a:p>
            <a:r>
              <a:rPr lang="en-GB" dirty="0"/>
              <a:t>Physical and medical factors (link</a:t>
            </a:r>
            <a:r>
              <a:rPr lang="en-GB" baseline="0" dirty="0"/>
              <a:t> to Maslow) – is the pupil tired? Hungry? Unwell?</a:t>
            </a:r>
          </a:p>
          <a:p>
            <a:r>
              <a:rPr lang="en-GB" baseline="0" dirty="0"/>
              <a:t>Learning ability – does the task hold a realistic challenge for the pupil? If it is too easy or way beyond their ability it is less likely to increase motivation to complete it.</a:t>
            </a:r>
          </a:p>
          <a:p>
            <a:r>
              <a:rPr lang="en-GB" baseline="0" dirty="0"/>
              <a:t>Involvement with the task – does the pupil see the purpose of the task? Have they had any choice or control?</a:t>
            </a:r>
          </a:p>
          <a:p>
            <a:r>
              <a:rPr lang="en-GB" baseline="0" dirty="0"/>
              <a:t>Interest in the task– is it something they want to do or enjoy? Is there a benefit?</a:t>
            </a:r>
          </a:p>
          <a:p>
            <a:r>
              <a:rPr lang="en-GB" baseline="0" dirty="0"/>
              <a:t>Teaching style and feedback given to pupils– do they create a growth mind set? (give brief description but it will be covered in afternoon)</a:t>
            </a:r>
          </a:p>
          <a:p>
            <a:endParaRPr lang="en-GB" dirty="0"/>
          </a:p>
          <a:p>
            <a:r>
              <a:rPr lang="en-GB" dirty="0"/>
              <a:t>Carol </a:t>
            </a:r>
            <a:r>
              <a:rPr lang="en-GB" dirty="0" err="1"/>
              <a:t>Dweck</a:t>
            </a:r>
            <a:r>
              <a:rPr lang="en-GB" dirty="0"/>
              <a:t>:</a:t>
            </a:r>
          </a:p>
          <a:p>
            <a:r>
              <a:rPr lang="en-GB" dirty="0"/>
              <a:t>Fixed</a:t>
            </a:r>
            <a:r>
              <a:rPr lang="en-GB" baseline="0" dirty="0"/>
              <a:t> </a:t>
            </a:r>
            <a:r>
              <a:rPr lang="en-GB" baseline="0" dirty="0" err="1"/>
              <a:t>mindset</a:t>
            </a:r>
            <a:r>
              <a:rPr lang="en-GB" baseline="0" dirty="0"/>
              <a:t> = intelligence is static</a:t>
            </a:r>
          </a:p>
          <a:p>
            <a:r>
              <a:rPr lang="en-GB" baseline="0" dirty="0"/>
              <a:t>Growth mindset = intelligence can be developed</a:t>
            </a:r>
          </a:p>
          <a:p>
            <a:endParaRPr lang="en-GB" baseline="0" dirty="0"/>
          </a:p>
          <a:p>
            <a:endParaRPr lang="en-GB" baseline="0" dirty="0"/>
          </a:p>
          <a:p>
            <a:r>
              <a:rPr lang="en-GB" dirty="0"/>
              <a:t>MI was first described by Miller in 1983; it</a:t>
            </a:r>
            <a:r>
              <a:rPr lang="en-GB" baseline="0" dirty="0"/>
              <a:t> gathered momentum in the 1980s. In 1991 Miller and Rollnick published ‘Motivational interviewing; preparing people to change addictive behaviour’.</a:t>
            </a:r>
          </a:p>
          <a:p>
            <a:endParaRPr lang="en-GB" baseline="0" dirty="0"/>
          </a:p>
          <a:p>
            <a:r>
              <a:rPr lang="en-GB" baseline="0" dirty="0"/>
              <a:t>Miller and Rose (2009) – MI has been used to manage addictive behaviours, mental health and medical management.</a:t>
            </a:r>
          </a:p>
          <a:p>
            <a:endParaRPr lang="en-GB" baseline="0" dirty="0"/>
          </a:p>
          <a:p>
            <a:r>
              <a:rPr lang="en-GB" baseline="0" dirty="0"/>
              <a:t>Atkinson and Woods (2003) – MI is potentially useful in supporting children and young people where the impetus for referral is typically from a third party. They may not want to change.</a:t>
            </a:r>
          </a:p>
          <a:p>
            <a:endParaRPr lang="en-GB" baseline="0" dirty="0"/>
          </a:p>
          <a:p>
            <a:r>
              <a:rPr lang="en-GB" baseline="0" dirty="0"/>
              <a:t>Activity 2 – discussions in small groups taking one idea as feedback from each group. Examples of such behaviours = truancy, school refusal, smoking, stealing, acting the class clown.</a:t>
            </a:r>
          </a:p>
          <a:p>
            <a:endParaRPr lang="en-GB" baseline="0" dirty="0"/>
          </a:p>
          <a:p>
            <a:r>
              <a:rPr lang="en-GB" sz="1200" dirty="0"/>
              <a:t>Slide</a:t>
            </a:r>
          </a:p>
          <a:p>
            <a:r>
              <a:rPr lang="en-GB" sz="1200" dirty="0"/>
              <a:t>Pupil may </a:t>
            </a:r>
            <a:r>
              <a:rPr lang="en-GB" sz="1200" b="1" dirty="0"/>
              <a:t>not want to change</a:t>
            </a:r>
            <a:r>
              <a:rPr lang="en-GB" sz="1200" dirty="0"/>
              <a:t>; there may be advantages in maintaining the behaviour.</a:t>
            </a:r>
          </a:p>
          <a:p>
            <a:endParaRPr lang="en-GB" sz="1200" dirty="0"/>
          </a:p>
          <a:p>
            <a:r>
              <a:rPr lang="en-GB" sz="1200" dirty="0"/>
              <a:t>Need for change has </a:t>
            </a:r>
            <a:r>
              <a:rPr lang="en-GB" sz="1200" b="1" dirty="0"/>
              <a:t>come from a member of school </a:t>
            </a:r>
            <a:r>
              <a:rPr lang="en-GB" sz="1200" dirty="0"/>
              <a:t>staff or parent.</a:t>
            </a:r>
          </a:p>
          <a:p>
            <a:endParaRPr lang="en-GB" sz="1200" b="1" u="sng" dirty="0"/>
          </a:p>
          <a:p>
            <a:r>
              <a:rPr lang="en-GB" sz="1200" b="1" u="sng" dirty="0"/>
              <a:t>Discuss in pairs </a:t>
            </a:r>
          </a:p>
          <a:p>
            <a:r>
              <a:rPr lang="en-GB" sz="1200" dirty="0"/>
              <a:t>Can you think of any examples of a behaviour that staff might want a pupil to change?</a:t>
            </a:r>
          </a:p>
          <a:p>
            <a:r>
              <a:rPr lang="en-GB" sz="1200" dirty="0">
                <a:solidFill>
                  <a:srgbClr val="002060"/>
                </a:solidFill>
              </a:rPr>
              <a:t>-Truancy, </a:t>
            </a:r>
          </a:p>
          <a:p>
            <a:r>
              <a:rPr lang="en-GB" sz="1200" dirty="0">
                <a:solidFill>
                  <a:srgbClr val="002060"/>
                </a:solidFill>
              </a:rPr>
              <a:t>- School refusal, </a:t>
            </a:r>
          </a:p>
          <a:p>
            <a:r>
              <a:rPr lang="en-GB" sz="1200" dirty="0">
                <a:solidFill>
                  <a:srgbClr val="002060"/>
                </a:solidFill>
              </a:rPr>
              <a:t>- Acting the class clown.</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3</a:t>
            </a:fld>
            <a:endParaRPr lang="en-GB"/>
          </a:p>
        </p:txBody>
      </p:sp>
    </p:spTree>
    <p:extLst>
      <p:ext uri="{BB962C8B-B14F-4D97-AF65-F5344CB8AC3E}">
        <p14:creationId xmlns:p14="http://schemas.microsoft.com/office/powerpoint/2010/main" val="3695594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ELSAs</a:t>
            </a:r>
            <a:r>
              <a:rPr lang="en-GB" baseline="0" dirty="0"/>
              <a:t> have a copy of this in their handouts.</a:t>
            </a:r>
          </a:p>
          <a:p>
            <a:endParaRPr lang="en-GB" baseline="0" dirty="0"/>
          </a:p>
          <a:p>
            <a:r>
              <a:rPr lang="en-GB" baseline="0" dirty="0"/>
              <a:t>Stage 1 – </a:t>
            </a:r>
            <a:r>
              <a:rPr lang="en-GB" baseline="0" dirty="0" err="1"/>
              <a:t>prethinking</a:t>
            </a:r>
            <a:r>
              <a:rPr lang="en-GB" baseline="0" dirty="0"/>
              <a:t>. Not ready to make a change or not thinking about change.</a:t>
            </a:r>
          </a:p>
          <a:p>
            <a:endParaRPr lang="en-GB" baseline="0" dirty="0"/>
          </a:p>
          <a:p>
            <a:r>
              <a:rPr lang="en-GB" baseline="0" dirty="0"/>
              <a:t>Stage 2 – thinking. Working out whether to change behaviour.</a:t>
            </a:r>
          </a:p>
          <a:p>
            <a:endParaRPr lang="en-GB" baseline="0" dirty="0"/>
          </a:p>
          <a:p>
            <a:r>
              <a:rPr lang="en-GB" baseline="0" dirty="0"/>
              <a:t>Stage 3 – deciding. Deciding whether or not to change behaviour.</a:t>
            </a:r>
          </a:p>
          <a:p>
            <a:endParaRPr lang="en-GB" baseline="0" dirty="0"/>
          </a:p>
          <a:p>
            <a:r>
              <a:rPr lang="en-GB" baseline="0" dirty="0"/>
              <a:t>Stage 4 – doing. Actually making the change.</a:t>
            </a:r>
          </a:p>
          <a:p>
            <a:endParaRPr lang="en-GB" baseline="0" dirty="0"/>
          </a:p>
          <a:p>
            <a:r>
              <a:rPr lang="en-GB" baseline="0" dirty="0"/>
              <a:t>Stage 5 – maintaining. Keeping the change going.</a:t>
            </a:r>
          </a:p>
          <a:p>
            <a:endParaRPr lang="en-GB" baseline="0" dirty="0"/>
          </a:p>
          <a:p>
            <a:r>
              <a:rPr lang="en-GB" baseline="0" dirty="0"/>
              <a:t>Stage 6 – relapsing. At times, things go wrong when we are changing our behaviour. </a:t>
            </a:r>
          </a:p>
          <a:p>
            <a:endParaRPr lang="en-GB" baseline="0" dirty="0"/>
          </a:p>
          <a:p>
            <a:r>
              <a:rPr lang="en-GB" b="1" u="sng" dirty="0"/>
              <a:t>Active listening </a:t>
            </a:r>
            <a:r>
              <a:rPr lang="en-GB" dirty="0"/>
              <a:t>– we will focus on this during day</a:t>
            </a:r>
            <a:r>
              <a:rPr lang="en-GB" baseline="0" dirty="0"/>
              <a:t> 6. Miller and Rollnick (2002) suggest that active listening is fundamental in MI i.e. open ended questions, affirmations, reflections and summaries (all covered on day 6).</a:t>
            </a:r>
          </a:p>
          <a:p>
            <a:endParaRPr lang="en-GB" baseline="0" dirty="0"/>
          </a:p>
          <a:p>
            <a:r>
              <a:rPr lang="en-GB" baseline="0" dirty="0"/>
              <a:t>MI identifies 6 </a:t>
            </a:r>
            <a:r>
              <a:rPr lang="en-GB" b="1" u="sng" baseline="0" dirty="0"/>
              <a:t>stages of change</a:t>
            </a:r>
            <a:r>
              <a:rPr lang="en-GB" baseline="0" dirty="0"/>
              <a:t>. McNamara (1992) adapted the stages to fit within education. This is the model we will focus on.</a:t>
            </a:r>
          </a:p>
          <a:p>
            <a:endParaRPr lang="en-GB" baseline="0" dirty="0"/>
          </a:p>
          <a:p>
            <a:r>
              <a:rPr lang="en-GB" baseline="0" dirty="0"/>
              <a:t>5 stages a child or young person may pass through when addressing a </a:t>
            </a:r>
            <a:r>
              <a:rPr lang="en-GB" b="1" u="sng" baseline="0" dirty="0"/>
              <a:t>behavioural change</a:t>
            </a:r>
            <a:r>
              <a:rPr lang="en-GB" baseline="0" dirty="0"/>
              <a:t>. </a:t>
            </a:r>
            <a:r>
              <a:rPr lang="en-GB" baseline="0" dirty="0" err="1"/>
              <a:t>Manthey</a:t>
            </a:r>
            <a:r>
              <a:rPr lang="en-GB" baseline="0" dirty="0"/>
              <a:t> (2011) – MI helped to improve behaviour and increase autonomy and independence. </a:t>
            </a:r>
          </a:p>
          <a:p>
            <a:endParaRPr lang="en-GB" baseline="0" dirty="0"/>
          </a:p>
          <a:p>
            <a:r>
              <a:rPr lang="en-GB" baseline="0" dirty="0" err="1"/>
              <a:t>McCambridge</a:t>
            </a:r>
            <a:r>
              <a:rPr lang="en-GB" baseline="0" dirty="0"/>
              <a:t> and Strang (2004) – suggest MI is good for young people who require a more </a:t>
            </a:r>
            <a:r>
              <a:rPr lang="en-GB" b="1" u="sng" baseline="0" dirty="0"/>
              <a:t>collaborative </a:t>
            </a:r>
            <a:r>
              <a:rPr lang="en-GB" baseline="0" dirty="0"/>
              <a:t>and no-confrontational approach. This approach supports change rather than imposes it. Most research is on MI with secondary age and upper primary age pupils but Frey et al (2011) suggest that it could be used with younger children.</a:t>
            </a:r>
          </a:p>
          <a:p>
            <a:endParaRPr lang="en-GB" baseline="0" dirty="0"/>
          </a:p>
          <a:p>
            <a:r>
              <a:rPr lang="en-GB" baseline="0" dirty="0"/>
              <a:t>McNamara (2009) – interventions for younger children with social, emotional and behavioural difficulties have focused on behavioural interventions (to change behaviour extrinsically e.g. through reward and punishment). To shift towards </a:t>
            </a:r>
            <a:r>
              <a:rPr lang="en-GB" b="1" u="sng" baseline="0" dirty="0"/>
              <a:t>intrinsic</a:t>
            </a:r>
            <a:r>
              <a:rPr lang="en-GB" baseline="0" dirty="0"/>
              <a:t> change, there needs to be a focus on thoughts, feelings and collaboration which is included in both MI and ELSA work in general.</a:t>
            </a:r>
          </a:p>
          <a:p>
            <a:endParaRPr lang="en-GB" baseline="0" dirty="0"/>
          </a:p>
          <a:p>
            <a:r>
              <a:rPr lang="en-GB" baseline="0" dirty="0"/>
              <a:t>To fully train in MI, you would need to attend a longer course but today we will share the resources with you and introduce the stages of change model.</a:t>
            </a:r>
          </a:p>
          <a:p>
            <a:endParaRPr lang="en-GB" dirty="0"/>
          </a:p>
        </p:txBody>
      </p:sp>
      <p:sp>
        <p:nvSpPr>
          <p:cNvPr id="4" name="Slide Number Placeholder 3"/>
          <p:cNvSpPr>
            <a:spLocks noGrp="1"/>
          </p:cNvSpPr>
          <p:nvPr>
            <p:ph type="sldNum" sz="quarter" idx="10"/>
          </p:nvPr>
        </p:nvSpPr>
        <p:spPr/>
        <p:txBody>
          <a:bodyPr/>
          <a:lstStyle/>
          <a:p>
            <a:fld id="{2B4AF20C-D0B4-489B-B53D-0B3A8CCE90DB}" type="slidenum">
              <a:rPr lang="en-GB" smtClean="0"/>
              <a:t>4</a:t>
            </a:fld>
            <a:endParaRPr lang="en-GB"/>
          </a:p>
        </p:txBody>
      </p:sp>
    </p:spTree>
    <p:extLst>
      <p:ext uri="{BB962C8B-B14F-4D97-AF65-F5344CB8AC3E}">
        <p14:creationId xmlns:p14="http://schemas.microsoft.com/office/powerpoint/2010/main" val="2732955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u="sng" dirty="0"/>
              <a:t>Active listening </a:t>
            </a:r>
            <a:r>
              <a:rPr lang="en-GB" dirty="0"/>
              <a:t>– </a:t>
            </a:r>
            <a:r>
              <a:rPr lang="en-GB" b="1" dirty="0"/>
              <a:t>we will focus on this another day</a:t>
            </a:r>
            <a:endParaRPr lang="en-GB" baseline="0" dirty="0"/>
          </a:p>
          <a:p>
            <a:endParaRPr lang="en-GB" baseline="0" dirty="0"/>
          </a:p>
          <a:p>
            <a:r>
              <a:rPr lang="en-GB" b="1" u="sng" baseline="0" dirty="0"/>
              <a:t>collaborative </a:t>
            </a:r>
            <a:r>
              <a:rPr lang="en-GB" baseline="0" dirty="0"/>
              <a:t>and no-confrontational approach. This approach supports change rather than imposes it. </a:t>
            </a:r>
          </a:p>
          <a:p>
            <a:endParaRPr lang="en-GB" baseline="0" dirty="0"/>
          </a:p>
          <a:p>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err="1"/>
              <a:t>McCambridge</a:t>
            </a:r>
            <a:r>
              <a:rPr lang="en-GB" baseline="0" dirty="0"/>
              <a:t> and Strang (2004) – suggest MI is good for young people who require a more </a:t>
            </a:r>
            <a:r>
              <a:rPr lang="en-GB" b="1" u="sng" baseline="0" dirty="0"/>
              <a:t>collaborative </a:t>
            </a:r>
            <a:r>
              <a:rPr lang="en-GB" baseline="0" dirty="0"/>
              <a:t>and no-confrontational approach. This approach supports change rather than imposes it. Most research is on MI with secondary age and upper primary age pupils but Frey et al (2011) suggest that it could be used with younger children.</a:t>
            </a:r>
          </a:p>
          <a:p>
            <a:endParaRPr lang="en-GB" baseline="0" dirty="0"/>
          </a:p>
          <a:p>
            <a:r>
              <a:rPr lang="en-GB" baseline="0" dirty="0"/>
              <a:t>McNamara (2009) – interventions for younger children with social, emotional and behavioural difficulties have focused on behavioural interventions (to change behaviour extrinsically e.g. through reward and punishment). To shift towards </a:t>
            </a:r>
            <a:r>
              <a:rPr lang="en-GB" b="1" u="sng" baseline="0" dirty="0"/>
              <a:t>intrinsic</a:t>
            </a:r>
            <a:r>
              <a:rPr lang="en-GB" baseline="0" dirty="0"/>
              <a:t> change, there needs to be a focus on thoughts, feelings and collaboration which is included in both MI and ELSA work in general.</a:t>
            </a:r>
          </a:p>
          <a:p>
            <a:endParaRPr lang="en-GB" baseline="0" dirty="0"/>
          </a:p>
          <a:p>
            <a:endParaRPr lang="en-GB" baseline="0" dirty="0"/>
          </a:p>
          <a:p>
            <a:r>
              <a:rPr lang="en-GB" baseline="0" dirty="0"/>
              <a:t>MI identifies 6 </a:t>
            </a:r>
            <a:r>
              <a:rPr lang="en-GB" b="1" u="sng" baseline="0" dirty="0"/>
              <a:t>stages of change</a:t>
            </a:r>
            <a:r>
              <a:rPr lang="en-GB" baseline="0" dirty="0"/>
              <a:t>. McNamara (1992) adapted the stages to fit within education. This is the model we will focus on.</a:t>
            </a:r>
          </a:p>
          <a:p>
            <a:endParaRPr lang="en-GB" baseline="0" dirty="0"/>
          </a:p>
          <a:p>
            <a:r>
              <a:rPr lang="en-GB" baseline="0" dirty="0"/>
              <a:t>5 stages a child or young person may pass through when addressing a </a:t>
            </a:r>
            <a:r>
              <a:rPr lang="en-GB" b="1" u="sng" baseline="0" dirty="0"/>
              <a:t>behavioural change</a:t>
            </a:r>
            <a:r>
              <a:rPr lang="en-GB" baseline="0" dirty="0"/>
              <a:t>. </a:t>
            </a:r>
            <a:r>
              <a:rPr lang="en-GB" baseline="0" dirty="0" err="1"/>
              <a:t>Manthey</a:t>
            </a:r>
            <a:r>
              <a:rPr lang="en-GB" baseline="0" dirty="0"/>
              <a:t> (2011) – MI helped to improve behaviour and increase autonomy and independence. </a:t>
            </a:r>
          </a:p>
          <a:p>
            <a:r>
              <a:rPr lang="en-GB" baseline="0" dirty="0"/>
              <a:t>To fully train in MI, you would need to attend a longer course but today we will share the resources with you and introduce the stages of change model.</a:t>
            </a:r>
          </a:p>
          <a:p>
            <a:endParaRPr lang="en-GB" baseline="0" dirty="0"/>
          </a:p>
          <a:p>
            <a:endParaRPr lang="en-GB" baseline="0" dirty="0"/>
          </a:p>
          <a:p>
            <a:endParaRPr lang="en-GB" baseline="0" dirty="0"/>
          </a:p>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5</a:t>
            </a:fld>
            <a:endParaRPr lang="en-GB"/>
          </a:p>
        </p:txBody>
      </p:sp>
    </p:spTree>
    <p:extLst>
      <p:ext uri="{BB962C8B-B14F-4D97-AF65-F5344CB8AC3E}">
        <p14:creationId xmlns:p14="http://schemas.microsoft.com/office/powerpoint/2010/main" val="4254230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Working on things the child wants to change at first.</a:t>
            </a:r>
          </a:p>
          <a:p>
            <a:endParaRPr lang="en-GB" dirty="0"/>
          </a:p>
          <a:p>
            <a:endParaRPr lang="en-GB" dirty="0"/>
          </a:p>
          <a:p>
            <a:r>
              <a:rPr lang="en-GB" dirty="0"/>
              <a:t>For many pupils, looking at the model and examples for each stage will </a:t>
            </a:r>
            <a:r>
              <a:rPr lang="en-GB" b="1" dirty="0"/>
              <a:t>help them to think about the behaviour they may want to change</a:t>
            </a:r>
            <a:r>
              <a:rPr lang="en-GB" dirty="0"/>
              <a:t>.</a:t>
            </a:r>
            <a:r>
              <a:rPr lang="en-GB" baseline="0" dirty="0"/>
              <a:t> </a:t>
            </a:r>
          </a:p>
          <a:p>
            <a:endParaRPr lang="en-GB" baseline="0" dirty="0"/>
          </a:p>
          <a:p>
            <a:r>
              <a:rPr lang="en-GB" baseline="0" dirty="0"/>
              <a:t>Do the activities we have done with the pupil. You will be able to help them to think about how they could move from one stage to the next. Be careful not to problem solve for them, you need to actively listen and help them to explore possibilities. It will be more powerful if they can identify steps for themselves – we will discuss this again on day 6. </a:t>
            </a:r>
          </a:p>
          <a:p>
            <a:endParaRPr lang="en-GB" baseline="0" dirty="0"/>
          </a:p>
          <a:p>
            <a:r>
              <a:rPr lang="en-GB" b="1" baseline="0" dirty="0"/>
              <a:t>In your packs, you have the 5 part programme for using MI to facilitate change</a:t>
            </a:r>
            <a:r>
              <a:rPr lang="en-GB" baseline="0" dirty="0"/>
              <a:t>. This was created by Cathy Atkinson. There are lots of activities in each section so it is not expected that each part will be completed in one session. Some parts may take 3 or 4 sessions to work through.</a:t>
            </a:r>
            <a:endParaRPr lang="en-GB" dirty="0"/>
          </a:p>
          <a:p>
            <a:endParaRPr lang="en-GB" dirty="0"/>
          </a:p>
        </p:txBody>
      </p:sp>
      <p:sp>
        <p:nvSpPr>
          <p:cNvPr id="4" name="Slide Number Placeholder 3"/>
          <p:cNvSpPr>
            <a:spLocks noGrp="1"/>
          </p:cNvSpPr>
          <p:nvPr>
            <p:ph type="sldNum" sz="quarter" idx="10"/>
          </p:nvPr>
        </p:nvSpPr>
        <p:spPr/>
        <p:txBody>
          <a:bodyPr/>
          <a:lstStyle/>
          <a:p>
            <a:fld id="{2B4AF20C-D0B4-489B-B53D-0B3A8CCE90DB}" type="slidenum">
              <a:rPr lang="en-GB" smtClean="0"/>
              <a:t>6</a:t>
            </a:fld>
            <a:endParaRPr lang="en-GB"/>
          </a:p>
        </p:txBody>
      </p:sp>
    </p:spTree>
    <p:extLst>
      <p:ext uri="{BB962C8B-B14F-4D97-AF65-F5344CB8AC3E}">
        <p14:creationId xmlns:p14="http://schemas.microsoft.com/office/powerpoint/2010/main" val="2789739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scaling to help pupils identify where they</a:t>
            </a:r>
            <a:r>
              <a:rPr lang="en-GB" baseline="0" dirty="0"/>
              <a:t> are on the stages of change model </a:t>
            </a:r>
          </a:p>
          <a:p>
            <a:endParaRPr lang="en-GB" dirty="0"/>
          </a:p>
          <a:p>
            <a:r>
              <a:rPr lang="en-GB" dirty="0"/>
              <a:t>Using this to start conversations </a:t>
            </a:r>
          </a:p>
          <a:p>
            <a:endParaRPr lang="en-GB" dirty="0"/>
          </a:p>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7</a:t>
            </a:fld>
            <a:endParaRPr lang="en-GB"/>
          </a:p>
        </p:txBody>
      </p:sp>
    </p:spTree>
    <p:extLst>
      <p:ext uri="{BB962C8B-B14F-4D97-AF65-F5344CB8AC3E}">
        <p14:creationId xmlns:p14="http://schemas.microsoft.com/office/powerpoint/2010/main" val="3471414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talking about the model and focusing</a:t>
            </a:r>
            <a:r>
              <a:rPr lang="en-GB" baseline="0" dirty="0"/>
              <a:t> on the first two stages, it may be helpful for pupils to think about the pros and cons of the behaviour they may or may not want to change.</a:t>
            </a:r>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8</a:t>
            </a:fld>
            <a:endParaRPr lang="en-GB"/>
          </a:p>
        </p:txBody>
      </p:sp>
    </p:spTree>
    <p:extLst>
      <p:ext uri="{BB962C8B-B14F-4D97-AF65-F5344CB8AC3E}">
        <p14:creationId xmlns:p14="http://schemas.microsoft.com/office/powerpoint/2010/main" val="247869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ELSAs can use questions like the ones on the slide to encourage</a:t>
            </a:r>
            <a:r>
              <a:rPr lang="en-GB" baseline="0" dirty="0"/>
              <a:t> the pupil to notice, celebrate, reflect on small steps towards a target.</a:t>
            </a:r>
          </a:p>
          <a:p>
            <a:r>
              <a:rPr lang="en-GB" baseline="0" dirty="0"/>
              <a:t>This is particularly important if the pupil enters the relapse stage, they may go back to thinking or deciding but it is likely to be easier and quicker to get back to maintaining if they recognise that although they relapsed, they did make changes. </a:t>
            </a:r>
            <a:endParaRPr lang="en-GB" dirty="0"/>
          </a:p>
          <a:p>
            <a:endParaRPr lang="en-GB" dirty="0" smtClean="0"/>
          </a:p>
          <a:p>
            <a:r>
              <a:rPr lang="en-GB" dirty="0" smtClean="0"/>
              <a:t>See more questions in the pack</a:t>
            </a:r>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9</a:t>
            </a:fld>
            <a:endParaRPr lang="en-GB"/>
          </a:p>
        </p:txBody>
      </p:sp>
    </p:spTree>
    <p:extLst>
      <p:ext uri="{BB962C8B-B14F-4D97-AF65-F5344CB8AC3E}">
        <p14:creationId xmlns:p14="http://schemas.microsoft.com/office/powerpoint/2010/main" val="4292816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ELSAs to practice explaining</a:t>
            </a:r>
            <a:r>
              <a:rPr lang="en-GB" baseline="0" dirty="0"/>
              <a:t> the model to a pupil.</a:t>
            </a:r>
          </a:p>
          <a:p>
            <a:endParaRPr lang="en-GB" baseline="0" dirty="0"/>
          </a:p>
          <a:p>
            <a:r>
              <a:rPr lang="en-GB" baseline="0" dirty="0"/>
              <a:t>There is a published programme with session plans written by Cathy Atkinson and entitled ‘Facilitating change’.</a:t>
            </a:r>
          </a:p>
          <a:p>
            <a:endParaRPr lang="en-GB" baseline="0" dirty="0"/>
          </a:p>
          <a:p>
            <a:r>
              <a:rPr lang="en-GB" baseline="0" dirty="0"/>
              <a:t>3 people – observer gives positive feedback to the ELSA </a:t>
            </a:r>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10</a:t>
            </a:fld>
            <a:endParaRPr lang="en-GB"/>
          </a:p>
        </p:txBody>
      </p:sp>
    </p:spTree>
    <p:extLst>
      <p:ext uri="{BB962C8B-B14F-4D97-AF65-F5344CB8AC3E}">
        <p14:creationId xmlns:p14="http://schemas.microsoft.com/office/powerpoint/2010/main" val="3210566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DAF1384-E4A6-4DF7-8204-E391A14745A1}" type="slidenum">
              <a:rPr lang="en-GB" smtClean="0"/>
              <a:t>11</a:t>
            </a:fld>
            <a:endParaRPr lang="en-GB"/>
          </a:p>
        </p:txBody>
      </p:sp>
    </p:spTree>
    <p:extLst>
      <p:ext uri="{BB962C8B-B14F-4D97-AF65-F5344CB8AC3E}">
        <p14:creationId xmlns:p14="http://schemas.microsoft.com/office/powerpoint/2010/main" val="28751038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lsanetwork.org/index.php"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B137D69-F647-4661-92CF-31D926495E48}" type="datetimeFigureOut">
              <a:rPr lang="en-GB" smtClean="0"/>
              <a:t>20/11/2018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3AEC6E-B6AB-4936-AA06-418E064178C7}" type="slidenum">
              <a:rPr lang="en-GB" smtClean="0"/>
              <a:t>‹#›</a:t>
            </a:fld>
            <a:endParaRPr lang="en-GB"/>
          </a:p>
        </p:txBody>
      </p:sp>
      <p:pic>
        <p:nvPicPr>
          <p:cNvPr id="1026" name="Picture 2" descr="ELSA Network: Building for Success">
            <a:hlinkClick r:id="rId2" tooltip="&quot;ELSA Network: Building for Success&quo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116632"/>
            <a:ext cx="49149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7987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137D69-F647-4661-92CF-31D926495E48}" type="datetimeFigureOut">
              <a:rPr lang="en-GB" smtClean="0"/>
              <a:t>20/11/2018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3009128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137D69-F647-4661-92CF-31D926495E48}" type="datetimeFigureOut">
              <a:rPr lang="en-GB" smtClean="0"/>
              <a:t>20/11/2018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38205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B137D69-F647-4661-92CF-31D926495E48}" type="datetimeFigureOut">
              <a:rPr lang="en-GB" smtClean="0"/>
              <a:t>20/11/2018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3462823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B137D69-F647-4661-92CF-31D926495E48}" type="datetimeFigureOut">
              <a:rPr lang="en-GB" smtClean="0"/>
              <a:t>20/11/2018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577667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B137D69-F647-4661-92CF-31D926495E48}" type="datetimeFigureOut">
              <a:rPr lang="en-GB" smtClean="0"/>
              <a:t>20/11/2018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254908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37D69-F647-4661-92CF-31D926495E48}" type="datetimeFigureOut">
              <a:rPr lang="en-GB" smtClean="0"/>
              <a:t>20/11/2018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90259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37D69-F647-4661-92CF-31D926495E48}" type="datetimeFigureOut">
              <a:rPr lang="en-GB" smtClean="0"/>
              <a:t>20/11/2018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3917465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B137D69-F647-4661-92CF-31D926495E48}" type="datetimeFigureOut">
              <a:rPr lang="en-GB" smtClean="0"/>
              <a:t>20/11/2018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2520454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137D69-F647-4661-92CF-31D926495E48}" type="datetimeFigureOut">
              <a:rPr lang="en-GB" smtClean="0"/>
              <a:t>20/11/2018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3402737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B137D69-F647-4661-92CF-31D926495E48}" type="datetimeFigureOut">
              <a:rPr lang="en-GB" smtClean="0"/>
              <a:t>20/11/2018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3AEC6E-B6AB-4936-AA06-418E064178C7}" type="slidenum">
              <a:rPr lang="en-GB" smtClean="0"/>
              <a:t>‹#›</a:t>
            </a:fld>
            <a:endParaRPr lang="en-GB"/>
          </a:p>
        </p:txBody>
      </p:sp>
    </p:spTree>
    <p:extLst>
      <p:ext uri="{BB962C8B-B14F-4D97-AF65-F5344CB8AC3E}">
        <p14:creationId xmlns:p14="http://schemas.microsoft.com/office/powerpoint/2010/main" val="178743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elsanetwork.org/index.php"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137D69-F647-4661-92CF-31D926495E48}" type="datetimeFigureOut">
              <a:rPr lang="en-GB" smtClean="0"/>
              <a:t>20/11/2018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3AEC6E-B6AB-4936-AA06-418E064178C7}" type="slidenum">
              <a:rPr lang="en-GB" smtClean="0"/>
              <a:t>‹#›</a:t>
            </a:fld>
            <a:endParaRPr lang="en-GB"/>
          </a:p>
        </p:txBody>
      </p:sp>
      <p:pic>
        <p:nvPicPr>
          <p:cNvPr id="8" name="Picture 7" descr="ELSA Network: Building for Success">
            <a:hlinkClick r:id="rId13" tooltip="&quot;ELSA Network: Building for Success&quot;"/>
          </p:cNvPr>
          <p:cNvPicPr/>
          <p:nvPr/>
        </p:nvPicPr>
        <p:blipFill rotWithShape="1">
          <a:blip r:embed="rId14">
            <a:extLst>
              <a:ext uri="{28A0092B-C50C-407E-A947-70E740481C1C}">
                <a14:useLocalDpi xmlns:a14="http://schemas.microsoft.com/office/drawing/2010/main" val="0"/>
              </a:ext>
            </a:extLst>
          </a:blip>
          <a:srcRect r="65892"/>
          <a:stretch/>
        </p:blipFill>
        <p:spPr bwMode="auto">
          <a:xfrm>
            <a:off x="7164288" y="188640"/>
            <a:ext cx="1676400" cy="98107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925950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AE767C7E-BA32-4451-8BAE-94FA577A329F}"/>
              </a:ext>
            </a:extLst>
          </p:cNvPr>
          <p:cNvPicPr>
            <a:picLocks noChangeAspect="1"/>
          </p:cNvPicPr>
          <p:nvPr/>
        </p:nvPicPr>
        <p:blipFill>
          <a:blip r:embed="rId3"/>
          <a:stretch>
            <a:fillRect/>
          </a:stretch>
        </p:blipFill>
        <p:spPr>
          <a:xfrm>
            <a:off x="6858822" y="2132962"/>
            <a:ext cx="2301256" cy="1680004"/>
          </a:xfrm>
          <a:prstGeom prst="rect">
            <a:avLst/>
          </a:prstGeom>
        </p:spPr>
      </p:pic>
      <p:sp>
        <p:nvSpPr>
          <p:cNvPr id="2" name="Title 1">
            <a:extLst>
              <a:ext uri="{FF2B5EF4-FFF2-40B4-BE49-F238E27FC236}">
                <a16:creationId xmlns:a16="http://schemas.microsoft.com/office/drawing/2014/main" xmlns="" id="{D0BB2E0E-B0FB-4EC9-8F5A-C8EA36005E30}"/>
              </a:ext>
            </a:extLst>
          </p:cNvPr>
          <p:cNvSpPr>
            <a:spLocks noGrp="1"/>
          </p:cNvSpPr>
          <p:nvPr>
            <p:ph type="title"/>
          </p:nvPr>
        </p:nvSpPr>
        <p:spPr/>
        <p:txBody>
          <a:bodyPr/>
          <a:lstStyle/>
          <a:p>
            <a:r>
              <a:rPr lang="en-GB" b="1" dirty="0"/>
              <a:t>Outline of the session</a:t>
            </a:r>
            <a:r>
              <a:rPr lang="en-GB" dirty="0"/>
              <a:t> </a:t>
            </a:r>
          </a:p>
        </p:txBody>
      </p:sp>
      <p:sp>
        <p:nvSpPr>
          <p:cNvPr id="3" name="Content Placeholder 2">
            <a:extLst>
              <a:ext uri="{FF2B5EF4-FFF2-40B4-BE49-F238E27FC236}">
                <a16:creationId xmlns:a16="http://schemas.microsoft.com/office/drawing/2014/main" xmlns="" id="{52CFBB9E-B37F-496B-8A81-9D558A806828}"/>
              </a:ext>
            </a:extLst>
          </p:cNvPr>
          <p:cNvSpPr>
            <a:spLocks noGrp="1"/>
          </p:cNvSpPr>
          <p:nvPr>
            <p:ph idx="1"/>
          </p:nvPr>
        </p:nvSpPr>
        <p:spPr>
          <a:xfrm>
            <a:off x="457200" y="1549984"/>
            <a:ext cx="8229600" cy="4525963"/>
          </a:xfrm>
        </p:spPr>
        <p:txBody>
          <a:bodyPr/>
          <a:lstStyle/>
          <a:p>
            <a:pPr marL="0" indent="0">
              <a:buNone/>
            </a:pPr>
            <a:r>
              <a:rPr lang="en-US" altLang="en-US" b="1" dirty="0"/>
              <a:t>Continuing with </a:t>
            </a:r>
            <a:r>
              <a:rPr lang="en-US" altLang="en-US" b="1" dirty="0" err="1"/>
              <a:t>Borba’s</a:t>
            </a:r>
            <a:r>
              <a:rPr lang="en-US" altLang="en-US" b="1" dirty="0"/>
              <a:t> Building Blocks of Self Esteem:</a:t>
            </a:r>
          </a:p>
          <a:p>
            <a:pPr marL="0" indent="0">
              <a:buNone/>
            </a:pPr>
            <a:endParaRPr lang="en-GB" altLang="en-US" dirty="0"/>
          </a:p>
          <a:p>
            <a:pPr marL="0" indent="0">
              <a:buNone/>
            </a:pPr>
            <a:r>
              <a:rPr lang="en-GB" altLang="en-US" sz="2800" dirty="0"/>
              <a:t>4. Mission – Motivation interviewing </a:t>
            </a:r>
          </a:p>
          <a:p>
            <a:pPr marL="0" indent="0">
              <a:buNone/>
            </a:pPr>
            <a:endParaRPr lang="en-GB" altLang="en-US" sz="2800" dirty="0"/>
          </a:p>
          <a:p>
            <a:pPr marL="0" indent="0">
              <a:buNone/>
            </a:pPr>
            <a:r>
              <a:rPr lang="en-GB" altLang="en-US" sz="2800" dirty="0"/>
              <a:t>5. Competence </a:t>
            </a:r>
          </a:p>
          <a:p>
            <a:pPr marL="0" indent="0">
              <a:buNone/>
            </a:pPr>
            <a:r>
              <a:rPr lang="en-GB" altLang="en-US" sz="2800" dirty="0"/>
              <a:t>- Therapeutic stories </a:t>
            </a:r>
            <a:endParaRPr lang="en-US" altLang="en-US" sz="2800" dirty="0"/>
          </a:p>
        </p:txBody>
      </p:sp>
      <p:pic>
        <p:nvPicPr>
          <p:cNvPr id="5" name="Picture 3" descr="C:\Program Files (x86)\Microsoft Office\MEDIA\CAGCAT10\j0302953.jpg">
            <a:extLst>
              <a:ext uri="{FF2B5EF4-FFF2-40B4-BE49-F238E27FC236}">
                <a16:creationId xmlns:a16="http://schemas.microsoft.com/office/drawing/2014/main" xmlns="" id="{0D3A5032-4198-4E09-8426-9DB638408B3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34289" y="4073649"/>
            <a:ext cx="1376552" cy="192974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xmlns="" id="{151FA9D7-3D39-4AAD-85AB-4F26F1AD70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8682" y="4758444"/>
            <a:ext cx="3265326" cy="2448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385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xmlns="" id="{A07C3539-A870-41E0-B6AE-E7BF2BF95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4422" y="3527315"/>
            <a:ext cx="3312368" cy="3087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GB" dirty="0"/>
              <a:t>What is ‘Mission’?</a:t>
            </a:r>
          </a:p>
        </p:txBody>
      </p:sp>
      <p:sp>
        <p:nvSpPr>
          <p:cNvPr id="3" name="Content Placeholder 2"/>
          <p:cNvSpPr>
            <a:spLocks noGrp="1"/>
          </p:cNvSpPr>
          <p:nvPr>
            <p:ph idx="1"/>
          </p:nvPr>
        </p:nvSpPr>
        <p:spPr>
          <a:xfrm>
            <a:off x="251520" y="980728"/>
            <a:ext cx="8229600" cy="4525963"/>
          </a:xfrm>
        </p:spPr>
        <p:txBody>
          <a:bodyPr>
            <a:normAutofit/>
          </a:bodyPr>
          <a:lstStyle/>
          <a:p>
            <a:pPr marL="0" indent="0">
              <a:buNone/>
            </a:pPr>
            <a:endParaRPr lang="en-GB" dirty="0"/>
          </a:p>
          <a:p>
            <a:pPr marL="0" indent="0">
              <a:buNone/>
            </a:pPr>
            <a:r>
              <a:rPr lang="en-GB" b="1" u="sng" dirty="0"/>
              <a:t>In pairs answer this question in one word:</a:t>
            </a:r>
          </a:p>
          <a:p>
            <a:pPr marL="0" indent="0">
              <a:buNone/>
            </a:pPr>
            <a:r>
              <a:rPr lang="en-GB" dirty="0"/>
              <a:t>What might we </a:t>
            </a:r>
            <a:r>
              <a:rPr lang="en-GB" b="1" dirty="0"/>
              <a:t>see in pupils </a:t>
            </a:r>
            <a:r>
              <a:rPr lang="en-GB" dirty="0"/>
              <a:t>who are high in ‘mission’? </a:t>
            </a:r>
          </a:p>
          <a:p>
            <a:pPr marL="0" indent="0">
              <a:buNone/>
            </a:pPr>
            <a:endParaRPr lang="en-GB" dirty="0"/>
          </a:p>
        </p:txBody>
      </p:sp>
      <p:pic>
        <p:nvPicPr>
          <p:cNvPr id="6" name="Picture 5">
            <a:extLst>
              <a:ext uri="{FF2B5EF4-FFF2-40B4-BE49-F238E27FC236}">
                <a16:creationId xmlns:a16="http://schemas.microsoft.com/office/drawing/2014/main" xmlns="" id="{9923691D-4C34-4B31-B173-07C75CCDC94C}"/>
              </a:ext>
            </a:extLst>
          </p:cNvPr>
          <p:cNvPicPr>
            <a:picLocks noChangeAspect="1"/>
          </p:cNvPicPr>
          <p:nvPr/>
        </p:nvPicPr>
        <p:blipFill>
          <a:blip r:embed="rId4"/>
          <a:stretch>
            <a:fillRect/>
          </a:stretch>
        </p:blipFill>
        <p:spPr>
          <a:xfrm>
            <a:off x="-56125" y="3402137"/>
            <a:ext cx="6120547" cy="2810644"/>
          </a:xfrm>
          <a:prstGeom prst="rect">
            <a:avLst/>
          </a:prstGeom>
        </p:spPr>
      </p:pic>
      <p:sp>
        <p:nvSpPr>
          <p:cNvPr id="7" name="Rectangle 6">
            <a:extLst>
              <a:ext uri="{FF2B5EF4-FFF2-40B4-BE49-F238E27FC236}">
                <a16:creationId xmlns:a16="http://schemas.microsoft.com/office/drawing/2014/main" xmlns="" id="{CC84FFCB-207B-48D1-91AD-0C2A8D10137F}"/>
              </a:ext>
            </a:extLst>
          </p:cNvPr>
          <p:cNvSpPr/>
          <p:nvPr/>
        </p:nvSpPr>
        <p:spPr>
          <a:xfrm>
            <a:off x="129675" y="5570936"/>
            <a:ext cx="2949904" cy="769441"/>
          </a:xfrm>
          <a:prstGeom prst="rect">
            <a:avLst/>
          </a:prstGeom>
        </p:spPr>
        <p:txBody>
          <a:bodyPr wrap="square">
            <a:spAutoFit/>
          </a:bodyPr>
          <a:lstStyle/>
          <a:p>
            <a:r>
              <a:rPr lang="en-GB" sz="4400" dirty="0">
                <a:solidFill>
                  <a:srgbClr val="FF0000"/>
                </a:solidFill>
                <a:latin typeface="Times New Roman" panose="02020603050405020304" pitchFamily="18" charset="0"/>
                <a:cs typeface="Times New Roman" panose="02020603050405020304" pitchFamily="18" charset="0"/>
              </a:rPr>
              <a:t>Motivation</a:t>
            </a:r>
          </a:p>
        </p:txBody>
      </p:sp>
    </p:spTree>
    <p:extLst>
      <p:ext uri="{BB962C8B-B14F-4D97-AF65-F5344CB8AC3E}">
        <p14:creationId xmlns:p14="http://schemas.microsoft.com/office/powerpoint/2010/main" val="4047280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014392" y="3429000"/>
            <a:ext cx="3672408" cy="243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pPr algn="l"/>
            <a:r>
              <a:rPr lang="en-GB" b="1" dirty="0"/>
              <a:t>Motivation to change</a:t>
            </a:r>
          </a:p>
        </p:txBody>
      </p:sp>
      <p:sp>
        <p:nvSpPr>
          <p:cNvPr id="3" name="Rectangle 2">
            <a:extLst>
              <a:ext uri="{FF2B5EF4-FFF2-40B4-BE49-F238E27FC236}">
                <a16:creationId xmlns:a16="http://schemas.microsoft.com/office/drawing/2014/main" xmlns="" id="{C032F4D2-EDAC-4084-AD7C-43EDC569C988}"/>
              </a:ext>
            </a:extLst>
          </p:cNvPr>
          <p:cNvSpPr/>
          <p:nvPr/>
        </p:nvSpPr>
        <p:spPr>
          <a:xfrm>
            <a:off x="251520" y="1379669"/>
            <a:ext cx="8640960" cy="4893647"/>
          </a:xfrm>
          <a:prstGeom prst="rect">
            <a:avLst/>
          </a:prstGeom>
        </p:spPr>
        <p:txBody>
          <a:bodyPr wrap="square">
            <a:spAutoFit/>
          </a:bodyPr>
          <a:lstStyle/>
          <a:p>
            <a:r>
              <a:rPr lang="en-GB" sz="2400" dirty="0"/>
              <a:t>Pupil may </a:t>
            </a:r>
            <a:r>
              <a:rPr lang="en-GB" sz="2400" b="1" dirty="0"/>
              <a:t>not want to change</a:t>
            </a:r>
            <a:r>
              <a:rPr lang="en-GB" sz="2400" dirty="0"/>
              <a:t>;</a:t>
            </a:r>
          </a:p>
          <a:p>
            <a:endParaRPr lang="en-GB" sz="2400" dirty="0"/>
          </a:p>
          <a:p>
            <a:r>
              <a:rPr lang="en-GB" sz="2400" dirty="0"/>
              <a:t>The need for change has </a:t>
            </a:r>
            <a:r>
              <a:rPr lang="en-GB" sz="2400" b="1" dirty="0"/>
              <a:t>come from school </a:t>
            </a:r>
            <a:r>
              <a:rPr lang="en-GB" sz="2400" dirty="0"/>
              <a:t>staff or parent.</a:t>
            </a:r>
          </a:p>
          <a:p>
            <a:endParaRPr lang="en-GB" sz="2400" b="1" u="sng" dirty="0"/>
          </a:p>
          <a:p>
            <a:r>
              <a:rPr lang="en-GB" sz="2400" b="1" u="sng" dirty="0"/>
              <a:t>Question:</a:t>
            </a:r>
          </a:p>
          <a:p>
            <a:r>
              <a:rPr lang="en-GB" sz="2400" dirty="0"/>
              <a:t>1. Can you think of any examples of a behaviour that staff might want a pupil to change?</a:t>
            </a:r>
          </a:p>
          <a:p>
            <a:endParaRPr lang="en-GB" sz="2400" dirty="0">
              <a:solidFill>
                <a:srgbClr val="002060"/>
              </a:solidFill>
            </a:endParaRPr>
          </a:p>
          <a:p>
            <a:pPr marL="342900" indent="-342900">
              <a:buFontTx/>
              <a:buChar char="-"/>
            </a:pPr>
            <a:r>
              <a:rPr lang="en-GB" sz="2400" dirty="0">
                <a:solidFill>
                  <a:srgbClr val="002060"/>
                </a:solidFill>
              </a:rPr>
              <a:t>School refusal, </a:t>
            </a:r>
          </a:p>
          <a:p>
            <a:pPr marL="342900" indent="-342900">
              <a:buFontTx/>
              <a:buChar char="-"/>
            </a:pPr>
            <a:r>
              <a:rPr lang="en-GB" sz="2400" dirty="0">
                <a:solidFill>
                  <a:srgbClr val="002060"/>
                </a:solidFill>
              </a:rPr>
              <a:t>Truancy, </a:t>
            </a:r>
          </a:p>
          <a:p>
            <a:pPr marL="342900" indent="-342900">
              <a:buFontTx/>
              <a:buChar char="-"/>
            </a:pPr>
            <a:r>
              <a:rPr lang="en-GB" sz="2400" dirty="0">
                <a:solidFill>
                  <a:srgbClr val="002060"/>
                </a:solidFill>
              </a:rPr>
              <a:t>Acting the class clown</a:t>
            </a:r>
          </a:p>
          <a:p>
            <a:pPr marL="457200" indent="-457200">
              <a:buFontTx/>
              <a:buChar char="-"/>
            </a:pPr>
            <a:endParaRPr lang="en-GB" sz="2400" dirty="0">
              <a:solidFill>
                <a:srgbClr val="002060"/>
              </a:solidFill>
            </a:endParaRPr>
          </a:p>
          <a:p>
            <a:r>
              <a:rPr lang="en-GB" sz="2400" dirty="0"/>
              <a:t>2. Why might a pupil not want to change these things?</a:t>
            </a:r>
          </a:p>
        </p:txBody>
      </p:sp>
    </p:spTree>
    <p:extLst>
      <p:ext uri="{BB962C8B-B14F-4D97-AF65-F5344CB8AC3E}">
        <p14:creationId xmlns:p14="http://schemas.microsoft.com/office/powerpoint/2010/main" val="84804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0D7EEF67-D9E4-47BB-AABC-4DA2D1CF39CB}"/>
              </a:ext>
            </a:extLst>
          </p:cNvPr>
          <p:cNvPicPr>
            <a:picLocks noChangeAspect="1"/>
          </p:cNvPicPr>
          <p:nvPr/>
        </p:nvPicPr>
        <p:blipFill>
          <a:blip r:embed="rId3"/>
          <a:stretch>
            <a:fillRect/>
          </a:stretch>
        </p:blipFill>
        <p:spPr>
          <a:xfrm>
            <a:off x="32350" y="3144235"/>
            <a:ext cx="1849978" cy="1995578"/>
          </a:xfrm>
          <a:prstGeom prst="rect">
            <a:avLst/>
          </a:prstGeom>
        </p:spPr>
      </p:pic>
      <p:grpSp>
        <p:nvGrpSpPr>
          <p:cNvPr id="40" name="Group 39"/>
          <p:cNvGrpSpPr/>
          <p:nvPr/>
        </p:nvGrpSpPr>
        <p:grpSpPr>
          <a:xfrm>
            <a:off x="1223512" y="1700808"/>
            <a:ext cx="5974307" cy="5112568"/>
            <a:chOff x="2296769" y="1412776"/>
            <a:chExt cx="6120022" cy="5256584"/>
          </a:xfrm>
        </p:grpSpPr>
        <p:sp>
          <p:nvSpPr>
            <p:cNvPr id="25" name="Oval 24"/>
            <p:cNvSpPr/>
            <p:nvPr/>
          </p:nvSpPr>
          <p:spPr>
            <a:xfrm>
              <a:off x="2728159" y="1412776"/>
              <a:ext cx="5688632" cy="5256584"/>
            </a:xfrm>
            <a:prstGeom prst="ellipse">
              <a:avLst/>
            </a:prstGeom>
            <a:ln w="31750"/>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cxnSp>
          <p:nvCxnSpPr>
            <p:cNvPr id="26" name="Straight Connector 25"/>
            <p:cNvCxnSpPr>
              <a:stCxn id="25" idx="0"/>
              <a:endCxn id="25" idx="4"/>
            </p:cNvCxnSpPr>
            <p:nvPr/>
          </p:nvCxnSpPr>
          <p:spPr>
            <a:xfrm>
              <a:off x="5572475" y="1412776"/>
              <a:ext cx="0" cy="5256584"/>
            </a:xfrm>
            <a:prstGeom prst="line">
              <a:avLst/>
            </a:prstGeom>
            <a:ln w="31750"/>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flipV="1">
              <a:off x="3218941" y="2592824"/>
              <a:ext cx="4720915" cy="2891954"/>
            </a:xfrm>
            <a:prstGeom prst="line">
              <a:avLst/>
            </a:prstGeom>
            <a:ln w="31750"/>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flipH="1" flipV="1">
              <a:off x="3071413" y="2819467"/>
              <a:ext cx="5015973" cy="2481115"/>
            </a:xfrm>
            <a:prstGeom prst="line">
              <a:avLst/>
            </a:prstGeom>
            <a:ln w="31750"/>
          </p:spPr>
          <p:style>
            <a:lnRef idx="1">
              <a:schemeClr val="dk1"/>
            </a:lnRef>
            <a:fillRef idx="0">
              <a:schemeClr val="dk1"/>
            </a:fillRef>
            <a:effectRef idx="0">
              <a:schemeClr val="dk1"/>
            </a:effectRef>
            <a:fontRef idx="minor">
              <a:schemeClr val="tx1"/>
            </a:fontRef>
          </p:style>
        </p:cxnSp>
        <p:cxnSp>
          <p:nvCxnSpPr>
            <p:cNvPr id="31" name="Straight Arrow Connector 30"/>
            <p:cNvCxnSpPr>
              <a:cxnSpLocks/>
              <a:stCxn id="25" idx="2"/>
              <a:endCxn id="37" idx="2"/>
            </p:cNvCxnSpPr>
            <p:nvPr/>
          </p:nvCxnSpPr>
          <p:spPr>
            <a:xfrm flipH="1" flipV="1">
              <a:off x="2296769" y="2103592"/>
              <a:ext cx="431390" cy="1937476"/>
            </a:xfrm>
            <a:prstGeom prst="straightConnector1">
              <a:avLst/>
            </a:prstGeom>
            <a:ln w="31750">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3832075" y="2232325"/>
              <a:ext cx="1619295" cy="664538"/>
            </a:xfrm>
            <a:prstGeom prst="rect">
              <a:avLst/>
            </a:prstGeom>
            <a:noFill/>
          </p:spPr>
          <p:txBody>
            <a:bodyPr wrap="square" rtlCol="0">
              <a:spAutoFit/>
            </a:bodyPr>
            <a:lstStyle/>
            <a:p>
              <a:pPr algn="ctr"/>
              <a:r>
                <a:rPr lang="en-GB" b="1" dirty="0"/>
                <a:t>Stage 6 - Relapse</a:t>
              </a:r>
              <a:endParaRPr lang="en-GB" dirty="0"/>
            </a:p>
          </p:txBody>
        </p:sp>
        <p:sp>
          <p:nvSpPr>
            <p:cNvPr id="33" name="TextBox 32"/>
            <p:cNvSpPr txBox="1"/>
            <p:nvPr/>
          </p:nvSpPr>
          <p:spPr>
            <a:xfrm>
              <a:off x="5638362" y="2232325"/>
              <a:ext cx="1691271" cy="664538"/>
            </a:xfrm>
            <a:prstGeom prst="rect">
              <a:avLst/>
            </a:prstGeom>
            <a:noFill/>
          </p:spPr>
          <p:txBody>
            <a:bodyPr wrap="square" rtlCol="0">
              <a:spAutoFit/>
            </a:bodyPr>
            <a:lstStyle/>
            <a:p>
              <a:pPr algn="ctr"/>
              <a:r>
                <a:rPr lang="en-GB" b="1" dirty="0"/>
                <a:t>Stage 1 - </a:t>
              </a:r>
              <a:r>
                <a:rPr lang="en-GB" b="1" dirty="0" err="1"/>
                <a:t>Prethining</a:t>
              </a:r>
              <a:endParaRPr lang="en-GB" dirty="0"/>
            </a:p>
          </p:txBody>
        </p:sp>
        <p:sp>
          <p:nvSpPr>
            <p:cNvPr id="34" name="TextBox 33"/>
            <p:cNvSpPr txBox="1"/>
            <p:nvPr/>
          </p:nvSpPr>
          <p:spPr>
            <a:xfrm>
              <a:off x="6704447" y="3727755"/>
              <a:ext cx="1382939" cy="664538"/>
            </a:xfrm>
            <a:prstGeom prst="rect">
              <a:avLst/>
            </a:prstGeom>
            <a:noFill/>
          </p:spPr>
          <p:txBody>
            <a:bodyPr wrap="square" rtlCol="0">
              <a:spAutoFit/>
            </a:bodyPr>
            <a:lstStyle/>
            <a:p>
              <a:pPr algn="ctr"/>
              <a:r>
                <a:rPr lang="en-GB" b="1" dirty="0"/>
                <a:t>Stage 2 - Thinking</a:t>
              </a:r>
              <a:endParaRPr lang="en-GB" dirty="0"/>
            </a:p>
          </p:txBody>
        </p:sp>
        <p:sp>
          <p:nvSpPr>
            <p:cNvPr id="35" name="TextBox 34"/>
            <p:cNvSpPr txBox="1"/>
            <p:nvPr/>
          </p:nvSpPr>
          <p:spPr>
            <a:xfrm>
              <a:off x="4342480" y="4788699"/>
              <a:ext cx="1197321" cy="664538"/>
            </a:xfrm>
            <a:prstGeom prst="rect">
              <a:avLst/>
            </a:prstGeom>
            <a:noFill/>
          </p:spPr>
          <p:txBody>
            <a:bodyPr wrap="square" rtlCol="0">
              <a:spAutoFit/>
            </a:bodyPr>
            <a:lstStyle/>
            <a:p>
              <a:pPr algn="ctr"/>
              <a:r>
                <a:rPr lang="en-GB" b="1" dirty="0"/>
                <a:t>Stage 4 - Action</a:t>
              </a:r>
              <a:endParaRPr lang="en-GB" dirty="0"/>
            </a:p>
          </p:txBody>
        </p:sp>
        <p:sp>
          <p:nvSpPr>
            <p:cNvPr id="36" name="TextBox 35"/>
            <p:cNvSpPr txBox="1"/>
            <p:nvPr/>
          </p:nvSpPr>
          <p:spPr>
            <a:xfrm>
              <a:off x="3232446" y="3680818"/>
              <a:ext cx="1488622" cy="664538"/>
            </a:xfrm>
            <a:prstGeom prst="rect">
              <a:avLst/>
            </a:prstGeom>
            <a:noFill/>
          </p:spPr>
          <p:txBody>
            <a:bodyPr wrap="square" rtlCol="0">
              <a:spAutoFit/>
            </a:bodyPr>
            <a:lstStyle/>
            <a:p>
              <a:pPr algn="ctr"/>
              <a:r>
                <a:rPr lang="en-GB" b="1" dirty="0"/>
                <a:t>Stage 5 - Maintenance</a:t>
              </a:r>
              <a:endParaRPr lang="en-GB" dirty="0"/>
            </a:p>
          </p:txBody>
        </p:sp>
      </p:grpSp>
      <p:sp>
        <p:nvSpPr>
          <p:cNvPr id="37" name="TextBox 36"/>
          <p:cNvSpPr txBox="1"/>
          <p:nvPr/>
        </p:nvSpPr>
        <p:spPr>
          <a:xfrm>
            <a:off x="251288" y="433706"/>
            <a:ext cx="1944447" cy="1938992"/>
          </a:xfrm>
          <a:prstGeom prst="rect">
            <a:avLst/>
          </a:prstGeom>
          <a:noFill/>
        </p:spPr>
        <p:txBody>
          <a:bodyPr wrap="square" rtlCol="0">
            <a:spAutoFit/>
          </a:bodyPr>
          <a:lstStyle/>
          <a:p>
            <a:r>
              <a:rPr lang="en-GB" sz="2000" b="1" dirty="0"/>
              <a:t>Stability </a:t>
            </a:r>
            <a:r>
              <a:rPr lang="en-GB" sz="2000" dirty="0"/>
              <a:t>– old behaviour stopped, new behaviours in place, change complete</a:t>
            </a:r>
          </a:p>
        </p:txBody>
      </p:sp>
      <p:sp>
        <p:nvSpPr>
          <p:cNvPr id="38" name="Title 37"/>
          <p:cNvSpPr>
            <a:spLocks noGrp="1"/>
          </p:cNvSpPr>
          <p:nvPr>
            <p:ph type="title"/>
          </p:nvPr>
        </p:nvSpPr>
        <p:spPr>
          <a:xfrm>
            <a:off x="457200" y="5382"/>
            <a:ext cx="8229600" cy="1143000"/>
          </a:xfrm>
        </p:spPr>
        <p:txBody>
          <a:bodyPr>
            <a:noAutofit/>
          </a:bodyPr>
          <a:lstStyle/>
          <a:p>
            <a:r>
              <a:rPr lang="en-GB" sz="4000" dirty="0"/>
              <a:t>The Wheel of Change</a:t>
            </a:r>
            <a:br>
              <a:rPr lang="en-GB" sz="4000" dirty="0"/>
            </a:br>
            <a:r>
              <a:rPr lang="en-GB" sz="1800" dirty="0"/>
              <a:t>Atkinson (2005)</a:t>
            </a:r>
          </a:p>
        </p:txBody>
      </p:sp>
      <p:sp>
        <p:nvSpPr>
          <p:cNvPr id="41" name="TextBox 40"/>
          <p:cNvSpPr txBox="1"/>
          <p:nvPr/>
        </p:nvSpPr>
        <p:spPr>
          <a:xfrm>
            <a:off x="4556819" y="4979784"/>
            <a:ext cx="1168813" cy="646331"/>
          </a:xfrm>
          <a:prstGeom prst="rect">
            <a:avLst/>
          </a:prstGeom>
          <a:noFill/>
        </p:spPr>
        <p:txBody>
          <a:bodyPr wrap="square" rtlCol="0">
            <a:spAutoFit/>
          </a:bodyPr>
          <a:lstStyle/>
          <a:p>
            <a:pPr algn="ctr"/>
            <a:r>
              <a:rPr lang="en-GB" b="1" dirty="0"/>
              <a:t>Stage 3 - Deciding</a:t>
            </a:r>
            <a:endParaRPr lang="en-GB" dirty="0"/>
          </a:p>
        </p:txBody>
      </p:sp>
      <p:pic>
        <p:nvPicPr>
          <p:cNvPr id="16" name="Picture 2">
            <a:extLst>
              <a:ext uri="{FF2B5EF4-FFF2-40B4-BE49-F238E27FC236}">
                <a16:creationId xmlns:a16="http://schemas.microsoft.com/office/drawing/2014/main" xmlns="" id="{E9062526-E9C3-493B-B428-3A3451306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8515" y="1095921"/>
            <a:ext cx="1417251" cy="16517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2">
            <a:extLst>
              <a:ext uri="{FF2B5EF4-FFF2-40B4-BE49-F238E27FC236}">
                <a16:creationId xmlns:a16="http://schemas.microsoft.com/office/drawing/2014/main" xmlns="" id="{B5362350-5210-436F-B593-B52C3B2D920D}"/>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7317090" y="2941851"/>
            <a:ext cx="1525933" cy="17743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2">
            <a:extLst>
              <a:ext uri="{FF2B5EF4-FFF2-40B4-BE49-F238E27FC236}">
                <a16:creationId xmlns:a16="http://schemas.microsoft.com/office/drawing/2014/main" xmlns="" id="{B2F64C6F-6234-4ECF-9015-6B73F11BAFCE}"/>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1585506" y="5255757"/>
            <a:ext cx="1570693" cy="15706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xmlns="" id="{660725DC-E8CA-4C3C-AA40-5F678949C593}"/>
              </a:ext>
            </a:extLst>
          </p:cNvPr>
          <p:cNvPicPr>
            <a:picLocks noChangeAspect="1"/>
          </p:cNvPicPr>
          <p:nvPr/>
        </p:nvPicPr>
        <p:blipFill>
          <a:blip r:embed="rId7"/>
          <a:stretch>
            <a:fillRect/>
          </a:stretch>
        </p:blipFill>
        <p:spPr>
          <a:xfrm>
            <a:off x="1873644" y="907853"/>
            <a:ext cx="1979711" cy="1479834"/>
          </a:xfrm>
          <a:prstGeom prst="rect">
            <a:avLst/>
          </a:prstGeom>
        </p:spPr>
      </p:pic>
      <p:pic>
        <p:nvPicPr>
          <p:cNvPr id="11" name="Picture 10">
            <a:extLst>
              <a:ext uri="{FF2B5EF4-FFF2-40B4-BE49-F238E27FC236}">
                <a16:creationId xmlns:a16="http://schemas.microsoft.com/office/drawing/2014/main" xmlns="" id="{86136ACB-F1E0-4BD4-8F69-C0CDAF0DA26C}"/>
              </a:ext>
            </a:extLst>
          </p:cNvPr>
          <p:cNvPicPr>
            <a:picLocks noChangeAspect="1"/>
          </p:cNvPicPr>
          <p:nvPr/>
        </p:nvPicPr>
        <p:blipFill>
          <a:blip r:embed="rId8"/>
          <a:stretch>
            <a:fillRect/>
          </a:stretch>
        </p:blipFill>
        <p:spPr>
          <a:xfrm>
            <a:off x="6706780" y="5117178"/>
            <a:ext cx="2466975" cy="1847850"/>
          </a:xfrm>
          <a:prstGeom prst="rect">
            <a:avLst/>
          </a:prstGeom>
        </p:spPr>
      </p:pic>
    </p:spTree>
    <p:extLst>
      <p:ext uri="{BB962C8B-B14F-4D97-AF65-F5344CB8AC3E}">
        <p14:creationId xmlns:p14="http://schemas.microsoft.com/office/powerpoint/2010/main" val="223271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xmlns="" id="{FAF6F747-B7A7-4458-AFAE-FE5BDF7CAA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2557" y="5350607"/>
            <a:ext cx="2720302"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395536" y="332656"/>
            <a:ext cx="8229600" cy="1143000"/>
          </a:xfrm>
        </p:spPr>
        <p:txBody>
          <a:bodyPr/>
          <a:lstStyle/>
          <a:p>
            <a:pPr algn="l"/>
            <a:r>
              <a:rPr lang="en-GB" b="1" dirty="0"/>
              <a:t>Motivational Interviewing (MI) </a:t>
            </a:r>
          </a:p>
        </p:txBody>
      </p:sp>
      <p:sp>
        <p:nvSpPr>
          <p:cNvPr id="3" name="Content Placeholder 2"/>
          <p:cNvSpPr>
            <a:spLocks noGrp="1"/>
          </p:cNvSpPr>
          <p:nvPr>
            <p:ph idx="1"/>
          </p:nvPr>
        </p:nvSpPr>
        <p:spPr>
          <a:xfrm>
            <a:off x="395536" y="1600200"/>
            <a:ext cx="8291264" cy="4525963"/>
          </a:xfrm>
        </p:spPr>
        <p:txBody>
          <a:bodyPr>
            <a:normAutofit/>
          </a:bodyPr>
          <a:lstStyle/>
          <a:p>
            <a:pPr marL="0" indent="0">
              <a:buNone/>
            </a:pPr>
            <a:r>
              <a:rPr lang="en-GB" dirty="0"/>
              <a:t>Are techniques used to </a:t>
            </a:r>
            <a:r>
              <a:rPr lang="en-GB" b="1" dirty="0"/>
              <a:t>prepare people </a:t>
            </a:r>
            <a:r>
              <a:rPr lang="en-GB" dirty="0"/>
              <a:t>to make change, when they </a:t>
            </a:r>
            <a:r>
              <a:rPr lang="en-GB" b="1" dirty="0"/>
              <a:t>might not want to change</a:t>
            </a:r>
            <a:r>
              <a:rPr lang="en-GB" dirty="0"/>
              <a:t>.</a:t>
            </a:r>
          </a:p>
          <a:p>
            <a:endParaRPr lang="en-GB" dirty="0"/>
          </a:p>
          <a:p>
            <a:pPr marL="0" indent="0">
              <a:buNone/>
            </a:pPr>
            <a:r>
              <a:rPr lang="en-GB" dirty="0"/>
              <a:t>Key principle underling this approach are:</a:t>
            </a:r>
          </a:p>
          <a:p>
            <a:pPr marL="0" indent="0">
              <a:buNone/>
            </a:pPr>
            <a:endParaRPr lang="en-GB" dirty="0"/>
          </a:p>
          <a:p>
            <a:r>
              <a:rPr lang="en-GB" dirty="0"/>
              <a:t>Collaborative approach </a:t>
            </a:r>
          </a:p>
          <a:p>
            <a:pPr marL="0" indent="0">
              <a:buNone/>
            </a:pPr>
            <a:r>
              <a:rPr lang="en-GB" sz="2800" dirty="0"/>
              <a:t>	- Supports change does not impose it</a:t>
            </a:r>
          </a:p>
          <a:p>
            <a:pPr lvl="2">
              <a:buFontTx/>
              <a:buChar char="-"/>
            </a:pPr>
            <a:r>
              <a:rPr lang="en-GB" sz="2800" dirty="0"/>
              <a:t>Praising effort</a:t>
            </a:r>
          </a:p>
          <a:p>
            <a:pPr>
              <a:buFontTx/>
              <a:buChar char="-"/>
            </a:pPr>
            <a:endParaRPr lang="en-GB" sz="2800" dirty="0"/>
          </a:p>
          <a:p>
            <a:pPr marL="0" indent="0">
              <a:buNone/>
            </a:pPr>
            <a:endParaRPr lang="en-GB" sz="2800" dirty="0"/>
          </a:p>
          <a:p>
            <a:endParaRPr lang="en-GB" dirty="0"/>
          </a:p>
          <a:p>
            <a:endParaRPr lang="en-GB" dirty="0"/>
          </a:p>
        </p:txBody>
      </p:sp>
    </p:spTree>
    <p:extLst>
      <p:ext uri="{BB962C8B-B14F-4D97-AF65-F5344CB8AC3E}">
        <p14:creationId xmlns:p14="http://schemas.microsoft.com/office/powerpoint/2010/main" val="226606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p:cNvGrpSpPr/>
          <p:nvPr/>
        </p:nvGrpSpPr>
        <p:grpSpPr>
          <a:xfrm>
            <a:off x="673459" y="1929019"/>
            <a:ext cx="6524359" cy="5112568"/>
            <a:chOff x="1733302" y="1412776"/>
            <a:chExt cx="6683489" cy="5256584"/>
          </a:xfrm>
        </p:grpSpPr>
        <p:sp>
          <p:nvSpPr>
            <p:cNvPr id="25" name="Oval 24"/>
            <p:cNvSpPr/>
            <p:nvPr/>
          </p:nvSpPr>
          <p:spPr>
            <a:xfrm>
              <a:off x="2728159" y="1412776"/>
              <a:ext cx="5688632" cy="5256584"/>
            </a:xfrm>
            <a:prstGeom prst="ellipse">
              <a:avLst/>
            </a:prstGeom>
            <a:ln w="31750"/>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cxnSp>
          <p:nvCxnSpPr>
            <p:cNvPr id="26" name="Straight Connector 25"/>
            <p:cNvCxnSpPr>
              <a:stCxn id="25" idx="0"/>
              <a:endCxn id="25" idx="4"/>
            </p:cNvCxnSpPr>
            <p:nvPr/>
          </p:nvCxnSpPr>
          <p:spPr>
            <a:xfrm>
              <a:off x="5572475" y="1412776"/>
              <a:ext cx="0" cy="5256584"/>
            </a:xfrm>
            <a:prstGeom prst="line">
              <a:avLst/>
            </a:prstGeom>
            <a:ln w="31750"/>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flipV="1">
              <a:off x="3218941" y="2592824"/>
              <a:ext cx="4720915" cy="2891954"/>
            </a:xfrm>
            <a:prstGeom prst="line">
              <a:avLst/>
            </a:prstGeom>
            <a:ln w="31750"/>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flipH="1" flipV="1">
              <a:off x="3071413" y="2819467"/>
              <a:ext cx="5015973" cy="2481115"/>
            </a:xfrm>
            <a:prstGeom prst="line">
              <a:avLst/>
            </a:prstGeom>
            <a:ln w="31750"/>
          </p:spPr>
          <p:style>
            <a:lnRef idx="1">
              <a:schemeClr val="dk1"/>
            </a:lnRef>
            <a:fillRef idx="0">
              <a:schemeClr val="dk1"/>
            </a:fillRef>
            <a:effectRef idx="0">
              <a:schemeClr val="dk1"/>
            </a:effectRef>
            <a:fontRef idx="minor">
              <a:schemeClr val="tx1"/>
            </a:fontRef>
          </p:style>
        </p:cxnSp>
        <p:cxnSp>
          <p:nvCxnSpPr>
            <p:cNvPr id="31" name="Straight Arrow Connector 30"/>
            <p:cNvCxnSpPr>
              <a:cxnSpLocks/>
            </p:cNvCxnSpPr>
            <p:nvPr/>
          </p:nvCxnSpPr>
          <p:spPr>
            <a:xfrm flipH="1" flipV="1">
              <a:off x="1733302" y="3387604"/>
              <a:ext cx="1008704" cy="680301"/>
            </a:xfrm>
            <a:prstGeom prst="straightConnector1">
              <a:avLst/>
            </a:prstGeom>
            <a:ln w="31750">
              <a:tailEnd type="arrow"/>
            </a:ln>
          </p:spPr>
          <p:style>
            <a:lnRef idx="1">
              <a:schemeClr val="dk1"/>
            </a:lnRef>
            <a:fillRef idx="0">
              <a:schemeClr val="dk1"/>
            </a:fillRef>
            <a:effectRef idx="0">
              <a:schemeClr val="dk1"/>
            </a:effectRef>
            <a:fontRef idx="minor">
              <a:schemeClr val="tx1"/>
            </a:fontRef>
          </p:style>
        </p:cxnSp>
        <p:sp>
          <p:nvSpPr>
            <p:cNvPr id="32" name="TextBox 31"/>
            <p:cNvSpPr txBox="1"/>
            <p:nvPr/>
          </p:nvSpPr>
          <p:spPr>
            <a:xfrm>
              <a:off x="3832075" y="2232325"/>
              <a:ext cx="1619295" cy="664538"/>
            </a:xfrm>
            <a:prstGeom prst="rect">
              <a:avLst/>
            </a:prstGeom>
            <a:noFill/>
          </p:spPr>
          <p:txBody>
            <a:bodyPr wrap="square" rtlCol="0">
              <a:spAutoFit/>
            </a:bodyPr>
            <a:lstStyle/>
            <a:p>
              <a:pPr algn="ctr"/>
              <a:r>
                <a:rPr lang="en-GB" b="1" dirty="0"/>
                <a:t>Stage 6 - Relapse</a:t>
              </a:r>
              <a:endParaRPr lang="en-GB" dirty="0"/>
            </a:p>
          </p:txBody>
        </p:sp>
        <p:sp>
          <p:nvSpPr>
            <p:cNvPr id="33" name="TextBox 32"/>
            <p:cNvSpPr txBox="1"/>
            <p:nvPr/>
          </p:nvSpPr>
          <p:spPr>
            <a:xfrm>
              <a:off x="5638362" y="2232325"/>
              <a:ext cx="1691271" cy="664538"/>
            </a:xfrm>
            <a:prstGeom prst="rect">
              <a:avLst/>
            </a:prstGeom>
            <a:noFill/>
          </p:spPr>
          <p:txBody>
            <a:bodyPr wrap="square" rtlCol="0">
              <a:spAutoFit/>
            </a:bodyPr>
            <a:lstStyle/>
            <a:p>
              <a:pPr algn="ctr"/>
              <a:r>
                <a:rPr lang="en-GB" b="1" dirty="0"/>
                <a:t>Stage 1 - </a:t>
              </a:r>
              <a:r>
                <a:rPr lang="en-GB" b="1" dirty="0" err="1"/>
                <a:t>Prethining</a:t>
              </a:r>
              <a:endParaRPr lang="en-GB" dirty="0"/>
            </a:p>
          </p:txBody>
        </p:sp>
        <p:sp>
          <p:nvSpPr>
            <p:cNvPr id="34" name="TextBox 33"/>
            <p:cNvSpPr txBox="1"/>
            <p:nvPr/>
          </p:nvSpPr>
          <p:spPr>
            <a:xfrm>
              <a:off x="6704447" y="3727755"/>
              <a:ext cx="1382939" cy="664538"/>
            </a:xfrm>
            <a:prstGeom prst="rect">
              <a:avLst/>
            </a:prstGeom>
            <a:noFill/>
          </p:spPr>
          <p:txBody>
            <a:bodyPr wrap="square" rtlCol="0">
              <a:spAutoFit/>
            </a:bodyPr>
            <a:lstStyle/>
            <a:p>
              <a:pPr algn="ctr"/>
              <a:r>
                <a:rPr lang="en-GB" b="1" dirty="0"/>
                <a:t>Stage 2 - Thinking</a:t>
              </a:r>
              <a:endParaRPr lang="en-GB" dirty="0"/>
            </a:p>
          </p:txBody>
        </p:sp>
        <p:sp>
          <p:nvSpPr>
            <p:cNvPr id="35" name="TextBox 34"/>
            <p:cNvSpPr txBox="1"/>
            <p:nvPr/>
          </p:nvSpPr>
          <p:spPr>
            <a:xfrm>
              <a:off x="4342480" y="4788699"/>
              <a:ext cx="1197321" cy="664538"/>
            </a:xfrm>
            <a:prstGeom prst="rect">
              <a:avLst/>
            </a:prstGeom>
            <a:noFill/>
          </p:spPr>
          <p:txBody>
            <a:bodyPr wrap="square" rtlCol="0">
              <a:spAutoFit/>
            </a:bodyPr>
            <a:lstStyle/>
            <a:p>
              <a:pPr algn="ctr"/>
              <a:r>
                <a:rPr lang="en-GB" b="1" dirty="0"/>
                <a:t>Stage 4 - Action</a:t>
              </a:r>
              <a:endParaRPr lang="en-GB" dirty="0"/>
            </a:p>
          </p:txBody>
        </p:sp>
        <p:sp>
          <p:nvSpPr>
            <p:cNvPr id="36" name="TextBox 35"/>
            <p:cNvSpPr txBox="1"/>
            <p:nvPr/>
          </p:nvSpPr>
          <p:spPr>
            <a:xfrm>
              <a:off x="3232446" y="3680818"/>
              <a:ext cx="1488622" cy="664538"/>
            </a:xfrm>
            <a:prstGeom prst="rect">
              <a:avLst/>
            </a:prstGeom>
            <a:noFill/>
          </p:spPr>
          <p:txBody>
            <a:bodyPr wrap="square" rtlCol="0">
              <a:spAutoFit/>
            </a:bodyPr>
            <a:lstStyle/>
            <a:p>
              <a:pPr algn="ctr"/>
              <a:r>
                <a:rPr lang="en-GB" b="1" dirty="0"/>
                <a:t>Stage 5 - Maintenance</a:t>
              </a:r>
              <a:endParaRPr lang="en-GB" dirty="0"/>
            </a:p>
          </p:txBody>
        </p:sp>
      </p:grpSp>
      <p:sp>
        <p:nvSpPr>
          <p:cNvPr id="37" name="TextBox 36"/>
          <p:cNvSpPr txBox="1"/>
          <p:nvPr/>
        </p:nvSpPr>
        <p:spPr>
          <a:xfrm>
            <a:off x="90229" y="1800533"/>
            <a:ext cx="1944447" cy="1938992"/>
          </a:xfrm>
          <a:prstGeom prst="rect">
            <a:avLst/>
          </a:prstGeom>
          <a:noFill/>
        </p:spPr>
        <p:txBody>
          <a:bodyPr wrap="square" rtlCol="0">
            <a:spAutoFit/>
          </a:bodyPr>
          <a:lstStyle/>
          <a:p>
            <a:r>
              <a:rPr lang="en-GB" sz="2000" b="1" dirty="0"/>
              <a:t>Stability </a:t>
            </a:r>
            <a:r>
              <a:rPr lang="en-GB" sz="2000" dirty="0"/>
              <a:t>– old behaviour stopped, new behaviours in place, change complete</a:t>
            </a:r>
          </a:p>
        </p:txBody>
      </p:sp>
      <p:sp>
        <p:nvSpPr>
          <p:cNvPr id="38" name="Title 37"/>
          <p:cNvSpPr>
            <a:spLocks noGrp="1"/>
          </p:cNvSpPr>
          <p:nvPr>
            <p:ph type="title"/>
          </p:nvPr>
        </p:nvSpPr>
        <p:spPr>
          <a:xfrm>
            <a:off x="-698736" y="5761"/>
            <a:ext cx="8229600" cy="1143000"/>
          </a:xfrm>
        </p:spPr>
        <p:txBody>
          <a:bodyPr>
            <a:noAutofit/>
          </a:bodyPr>
          <a:lstStyle/>
          <a:p>
            <a:r>
              <a:rPr lang="en-GB" sz="4000" dirty="0"/>
              <a:t>Using MI - The Wheel of Change</a:t>
            </a:r>
            <a:br>
              <a:rPr lang="en-GB" sz="4000" dirty="0"/>
            </a:br>
            <a:endParaRPr lang="en-GB" sz="1800" dirty="0"/>
          </a:p>
        </p:txBody>
      </p:sp>
      <p:sp>
        <p:nvSpPr>
          <p:cNvPr id="41" name="TextBox 40"/>
          <p:cNvSpPr txBox="1"/>
          <p:nvPr/>
        </p:nvSpPr>
        <p:spPr>
          <a:xfrm>
            <a:off x="4710891" y="5216705"/>
            <a:ext cx="1168813" cy="646331"/>
          </a:xfrm>
          <a:prstGeom prst="rect">
            <a:avLst/>
          </a:prstGeom>
          <a:noFill/>
        </p:spPr>
        <p:txBody>
          <a:bodyPr wrap="square" rtlCol="0">
            <a:spAutoFit/>
          </a:bodyPr>
          <a:lstStyle/>
          <a:p>
            <a:pPr algn="ctr"/>
            <a:r>
              <a:rPr lang="en-GB" b="1" dirty="0"/>
              <a:t>Stage 3 - Deciding</a:t>
            </a:r>
            <a:endParaRPr lang="en-GB" dirty="0"/>
          </a:p>
        </p:txBody>
      </p:sp>
      <p:sp>
        <p:nvSpPr>
          <p:cNvPr id="5" name="Rectangle 4">
            <a:extLst>
              <a:ext uri="{FF2B5EF4-FFF2-40B4-BE49-F238E27FC236}">
                <a16:creationId xmlns:a16="http://schemas.microsoft.com/office/drawing/2014/main" xmlns="" id="{896ED03A-DD1E-4D04-94EE-8F2AF34E1A4F}"/>
              </a:ext>
            </a:extLst>
          </p:cNvPr>
          <p:cNvSpPr/>
          <p:nvPr/>
        </p:nvSpPr>
        <p:spPr>
          <a:xfrm>
            <a:off x="1658146" y="1122144"/>
            <a:ext cx="7492244" cy="646331"/>
          </a:xfrm>
          <a:prstGeom prst="rect">
            <a:avLst/>
          </a:prstGeom>
        </p:spPr>
        <p:txBody>
          <a:bodyPr wrap="none">
            <a:spAutoFit/>
          </a:bodyPr>
          <a:lstStyle/>
          <a:p>
            <a:r>
              <a:rPr lang="en-GB" sz="3600" b="1" dirty="0">
                <a:solidFill>
                  <a:srgbClr val="FF0000"/>
                </a:solidFill>
              </a:rPr>
              <a:t>Share the wheel of change with pupils</a:t>
            </a:r>
          </a:p>
        </p:txBody>
      </p:sp>
    </p:spTree>
    <p:extLst>
      <p:ext uri="{BB962C8B-B14F-4D97-AF65-F5344CB8AC3E}">
        <p14:creationId xmlns:p14="http://schemas.microsoft.com/office/powerpoint/2010/main" val="93428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Using MI - scaling</a:t>
            </a:r>
          </a:p>
        </p:txBody>
      </p:sp>
      <p:pic>
        <p:nvPicPr>
          <p:cNvPr id="409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67544" y="2276872"/>
            <a:ext cx="8131573" cy="3744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xmlns="" id="{1B5C6B43-5121-404E-B196-B23C7602800F}"/>
              </a:ext>
            </a:extLst>
          </p:cNvPr>
          <p:cNvSpPr/>
          <p:nvPr/>
        </p:nvSpPr>
        <p:spPr>
          <a:xfrm>
            <a:off x="26240" y="6232357"/>
            <a:ext cx="9442304" cy="430887"/>
          </a:xfrm>
          <a:prstGeom prst="rect">
            <a:avLst/>
          </a:prstGeom>
        </p:spPr>
        <p:txBody>
          <a:bodyPr wrap="square">
            <a:spAutoFit/>
          </a:bodyPr>
          <a:lstStyle/>
          <a:p>
            <a:r>
              <a:rPr lang="en-GB" sz="2200" dirty="0">
                <a:solidFill>
                  <a:srgbClr val="FF0000"/>
                </a:solidFill>
              </a:rPr>
              <a:t>use scaling to help pupils identify where they are on the stages of change model </a:t>
            </a:r>
          </a:p>
        </p:txBody>
      </p:sp>
    </p:spTree>
    <p:extLst>
      <p:ext uri="{BB962C8B-B14F-4D97-AF65-F5344CB8AC3E}">
        <p14:creationId xmlns:p14="http://schemas.microsoft.com/office/powerpoint/2010/main" val="409089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Using MI – weighing it up</a:t>
            </a:r>
          </a:p>
        </p:txBody>
      </p:sp>
      <p:pic>
        <p:nvPicPr>
          <p:cNvPr id="614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768986"/>
            <a:ext cx="7700737" cy="4055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xmlns="" id="{553DADB9-0693-4BA6-81EB-430F202C6BC2}"/>
              </a:ext>
            </a:extLst>
          </p:cNvPr>
          <p:cNvSpPr/>
          <p:nvPr/>
        </p:nvSpPr>
        <p:spPr>
          <a:xfrm>
            <a:off x="179647" y="5994503"/>
            <a:ext cx="8712833" cy="830997"/>
          </a:xfrm>
          <a:prstGeom prst="rect">
            <a:avLst/>
          </a:prstGeom>
        </p:spPr>
        <p:txBody>
          <a:bodyPr wrap="square">
            <a:spAutoFit/>
          </a:bodyPr>
          <a:lstStyle/>
          <a:p>
            <a:r>
              <a:rPr lang="en-GB" sz="2400" dirty="0">
                <a:solidFill>
                  <a:srgbClr val="FF0000"/>
                </a:solidFill>
              </a:rPr>
              <a:t>It might be helpful for pupils to think about the pros and cons of the behaviour they may or may not want to change.</a:t>
            </a:r>
          </a:p>
        </p:txBody>
      </p:sp>
    </p:spTree>
    <p:extLst>
      <p:ext uri="{BB962C8B-B14F-4D97-AF65-F5344CB8AC3E}">
        <p14:creationId xmlns:p14="http://schemas.microsoft.com/office/powerpoint/2010/main" val="1959591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D7263C-08D0-4BE8-8C71-0B94F5E9FFAE}"/>
              </a:ext>
            </a:extLst>
          </p:cNvPr>
          <p:cNvSpPr>
            <a:spLocks noGrp="1"/>
          </p:cNvSpPr>
          <p:nvPr>
            <p:ph type="title"/>
          </p:nvPr>
        </p:nvSpPr>
        <p:spPr>
          <a:xfrm>
            <a:off x="12734" y="76160"/>
            <a:ext cx="8229600" cy="1143000"/>
          </a:xfrm>
        </p:spPr>
        <p:txBody>
          <a:bodyPr>
            <a:normAutofit/>
          </a:bodyPr>
          <a:lstStyle/>
          <a:p>
            <a:pPr algn="l"/>
            <a:r>
              <a:rPr lang="en-GB" sz="3600" b="1" dirty="0"/>
              <a:t>Using MI – Being curious/asking questions </a:t>
            </a:r>
          </a:p>
        </p:txBody>
      </p:sp>
      <p:sp>
        <p:nvSpPr>
          <p:cNvPr id="4" name="Content Placeholder 3">
            <a:extLst>
              <a:ext uri="{FF2B5EF4-FFF2-40B4-BE49-F238E27FC236}">
                <a16:creationId xmlns:a16="http://schemas.microsoft.com/office/drawing/2014/main" xmlns="" id="{86513CD9-12B1-447A-B79D-491957AD1A1B}"/>
              </a:ext>
            </a:extLst>
          </p:cNvPr>
          <p:cNvSpPr>
            <a:spLocks noGrp="1"/>
          </p:cNvSpPr>
          <p:nvPr>
            <p:ph idx="1"/>
          </p:nvPr>
        </p:nvSpPr>
        <p:spPr>
          <a:xfrm>
            <a:off x="280301" y="2564904"/>
            <a:ext cx="8229600" cy="4007251"/>
          </a:xfrm>
          <a:prstGeom prst="rect">
            <a:avLst/>
          </a:prstGeom>
        </p:spPr>
        <p:txBody>
          <a:bodyPr wrap="square">
            <a:spAutoFit/>
          </a:bodyPr>
          <a:lstStyle/>
          <a:p>
            <a:r>
              <a:rPr lang="en-GB" sz="2400" dirty="0"/>
              <a:t>What will you try to do this week?</a:t>
            </a:r>
          </a:p>
          <a:p>
            <a:r>
              <a:rPr lang="en-GB" sz="2400" dirty="0"/>
              <a:t>What did you manage to do?</a:t>
            </a:r>
          </a:p>
          <a:p>
            <a:r>
              <a:rPr lang="en-GB" sz="2400" dirty="0"/>
              <a:t>How did you feel?</a:t>
            </a:r>
          </a:p>
          <a:p>
            <a:r>
              <a:rPr lang="en-GB" sz="2400" dirty="0"/>
              <a:t>Did other people notice? What did they say/do?</a:t>
            </a:r>
          </a:p>
          <a:p>
            <a:r>
              <a:rPr lang="en-GB" sz="2400" dirty="0"/>
              <a:t>What are you pleased with?</a:t>
            </a:r>
          </a:p>
          <a:p>
            <a:r>
              <a:rPr lang="en-GB" sz="2400" dirty="0"/>
              <a:t>What do you need help with?</a:t>
            </a:r>
          </a:p>
          <a:p>
            <a:r>
              <a:rPr lang="en-GB" sz="2400" dirty="0"/>
              <a:t>What next?</a:t>
            </a:r>
          </a:p>
          <a:p>
            <a:r>
              <a:rPr lang="en-GB" sz="2400" dirty="0"/>
              <a:t>Anything else?</a:t>
            </a:r>
          </a:p>
          <a:p>
            <a:r>
              <a:rPr lang="en-GB" sz="2400" dirty="0"/>
              <a:t>What will others notice?</a:t>
            </a:r>
          </a:p>
        </p:txBody>
      </p:sp>
      <p:pic>
        <p:nvPicPr>
          <p:cNvPr id="5" name="Picture 4">
            <a:extLst>
              <a:ext uri="{FF2B5EF4-FFF2-40B4-BE49-F238E27FC236}">
                <a16:creationId xmlns:a16="http://schemas.microsoft.com/office/drawing/2014/main" xmlns="" id="{DDFF82A3-4739-4190-AAF3-8E05E181880A}"/>
              </a:ext>
            </a:extLst>
          </p:cNvPr>
          <p:cNvPicPr>
            <a:picLocks noChangeAspect="1"/>
          </p:cNvPicPr>
          <p:nvPr/>
        </p:nvPicPr>
        <p:blipFill>
          <a:blip r:embed="rId3"/>
          <a:stretch>
            <a:fillRect/>
          </a:stretch>
        </p:blipFill>
        <p:spPr>
          <a:xfrm>
            <a:off x="5330692" y="4293096"/>
            <a:ext cx="3835194" cy="2552147"/>
          </a:xfrm>
          <a:prstGeom prst="rect">
            <a:avLst/>
          </a:prstGeom>
        </p:spPr>
      </p:pic>
      <p:sp>
        <p:nvSpPr>
          <p:cNvPr id="6" name="Rectangle 5">
            <a:extLst>
              <a:ext uri="{FF2B5EF4-FFF2-40B4-BE49-F238E27FC236}">
                <a16:creationId xmlns:a16="http://schemas.microsoft.com/office/drawing/2014/main" xmlns="" id="{4CCD7348-5F5E-45AA-B13E-78061862321F}"/>
              </a:ext>
            </a:extLst>
          </p:cNvPr>
          <p:cNvSpPr/>
          <p:nvPr/>
        </p:nvSpPr>
        <p:spPr>
          <a:xfrm>
            <a:off x="251520" y="753854"/>
            <a:ext cx="8879746" cy="1815882"/>
          </a:xfrm>
          <a:prstGeom prst="rect">
            <a:avLst/>
          </a:prstGeom>
        </p:spPr>
        <p:txBody>
          <a:bodyPr wrap="square">
            <a:spAutoFit/>
          </a:bodyPr>
          <a:lstStyle/>
          <a:p>
            <a:endParaRPr lang="en-GB" sz="2800" dirty="0">
              <a:solidFill>
                <a:srgbClr val="FF0000"/>
              </a:solidFill>
            </a:endParaRPr>
          </a:p>
          <a:p>
            <a:r>
              <a:rPr lang="en-GB" sz="2800" dirty="0">
                <a:solidFill>
                  <a:srgbClr val="FF0000"/>
                </a:solidFill>
              </a:rPr>
              <a:t>Encourage the pupil to notice, celebrate, reflect on small steps towards a target, by using questions:</a:t>
            </a:r>
          </a:p>
          <a:p>
            <a:endParaRPr lang="en-GB" sz="2800" dirty="0">
              <a:solidFill>
                <a:srgbClr val="FF0000"/>
              </a:solidFill>
            </a:endParaRPr>
          </a:p>
        </p:txBody>
      </p:sp>
    </p:spTree>
    <p:extLst>
      <p:ext uri="{BB962C8B-B14F-4D97-AF65-F5344CB8AC3E}">
        <p14:creationId xmlns:p14="http://schemas.microsoft.com/office/powerpoint/2010/main" val="2818523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Activity </a:t>
            </a:r>
          </a:p>
        </p:txBody>
      </p:sp>
      <p:sp>
        <p:nvSpPr>
          <p:cNvPr id="3" name="Content Placeholder 2"/>
          <p:cNvSpPr>
            <a:spLocks noGrp="1"/>
          </p:cNvSpPr>
          <p:nvPr>
            <p:ph idx="1"/>
          </p:nvPr>
        </p:nvSpPr>
        <p:spPr>
          <a:xfrm>
            <a:off x="457200" y="1628800"/>
            <a:ext cx="8229600" cy="4525963"/>
          </a:xfrm>
        </p:spPr>
        <p:txBody>
          <a:bodyPr>
            <a:normAutofit lnSpcReduction="10000"/>
          </a:bodyPr>
          <a:lstStyle/>
          <a:p>
            <a:r>
              <a:rPr lang="en-GB" dirty="0"/>
              <a:t>Work with a partner – one person take on the role of ELSA and one a pupil.</a:t>
            </a:r>
          </a:p>
          <a:p>
            <a:endParaRPr lang="en-GB" dirty="0"/>
          </a:p>
          <a:p>
            <a:pPr marL="0" indent="0">
              <a:buNone/>
            </a:pPr>
            <a:r>
              <a:rPr lang="en-GB" b="1" dirty="0"/>
              <a:t>Pupil </a:t>
            </a:r>
            <a:r>
              <a:rPr lang="en-GB" dirty="0"/>
              <a:t>– think of a behaviour you want to change or one you think others want you to change.</a:t>
            </a:r>
          </a:p>
          <a:p>
            <a:pPr marL="0" indent="0">
              <a:buNone/>
            </a:pPr>
            <a:endParaRPr lang="en-GB" dirty="0"/>
          </a:p>
          <a:p>
            <a:pPr marL="0" indent="0">
              <a:buNone/>
            </a:pPr>
            <a:r>
              <a:rPr lang="en-GB" b="1" dirty="0"/>
              <a:t>ELSA </a:t>
            </a:r>
            <a:r>
              <a:rPr lang="en-GB" dirty="0"/>
              <a:t>– explain the stages of change model and ask the pupil where they are on the model and why. </a:t>
            </a:r>
          </a:p>
        </p:txBody>
      </p:sp>
    </p:spTree>
    <p:extLst>
      <p:ext uri="{BB962C8B-B14F-4D97-AF65-F5344CB8AC3E}">
        <p14:creationId xmlns:p14="http://schemas.microsoft.com/office/powerpoint/2010/main" val="1191206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307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28432" y="0"/>
            <a:ext cx="10396976" cy="6985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0463981"/>
      </p:ext>
    </p:extLst>
  </p:cSld>
  <p:clrMapOvr>
    <a:masterClrMapping/>
  </p:clrMapOvr>
  <p:timing>
    <p:tnLst>
      <p:par>
        <p:cTn id="1" dur="indefinite" restart="never" nodeType="tmRoot"/>
      </p:par>
    </p:tnLst>
  </p:timing>
</p:sld>
</file>

<file path=ppt/theme/theme1.xml><?xml version="1.0" encoding="utf-8"?>
<a:theme xmlns:a="http://schemas.openxmlformats.org/drawingml/2006/main" name="ELS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ELSA</Template>
  <TotalTime>740</TotalTime>
  <Words>2063</Words>
  <Application>Microsoft Office PowerPoint</Application>
  <PresentationFormat>On-screen Show (4:3)</PresentationFormat>
  <Paragraphs>214</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ELSA</vt:lpstr>
      <vt:lpstr>Outline of the session </vt:lpstr>
      <vt:lpstr>What is ‘Mission’?</vt:lpstr>
      <vt:lpstr>Motivation to change</vt:lpstr>
      <vt:lpstr>The Wheel of Change Atkinson (2005)</vt:lpstr>
      <vt:lpstr>Motivational Interviewing (MI) </vt:lpstr>
      <vt:lpstr>Using MI - The Wheel of Change </vt:lpstr>
      <vt:lpstr>Using MI - scaling</vt:lpstr>
      <vt:lpstr>Using MI – weighing it up</vt:lpstr>
      <vt:lpstr>Using MI – Being curious/asking questions </vt:lpstr>
      <vt:lpstr>Activity </vt:lpstr>
      <vt:lpstr>PowerPoint Presentation</vt:lpstr>
    </vt:vector>
  </TitlesOfParts>
  <Company>Hampshire County Council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and Friendship Skills</dc:title>
  <dc:creator>edepwrac</dc:creator>
  <cp:lastModifiedBy>localprofile</cp:lastModifiedBy>
  <cp:revision>49</cp:revision>
  <dcterms:created xsi:type="dcterms:W3CDTF">2015-07-29T08:25:11Z</dcterms:created>
  <dcterms:modified xsi:type="dcterms:W3CDTF">2018-11-20T10:12:22Z</dcterms:modified>
</cp:coreProperties>
</file>