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3.xml" ContentType="application/vnd.openxmlformats-officedocument.theme+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73" r:id="rId2"/>
    <p:sldMasterId id="2147483661" r:id="rId3"/>
    <p:sldMasterId id="2147483698" r:id="rId4"/>
  </p:sldMasterIdLst>
  <p:notesMasterIdLst>
    <p:notesMasterId r:id="rId19"/>
  </p:notesMasterIdLst>
  <p:handoutMasterIdLst>
    <p:handoutMasterId r:id="rId20"/>
  </p:handoutMasterIdLst>
  <p:sldIdLst>
    <p:sldId id="327" r:id="rId5"/>
    <p:sldId id="328" r:id="rId6"/>
    <p:sldId id="329" r:id="rId7"/>
    <p:sldId id="330" r:id="rId8"/>
    <p:sldId id="331" r:id="rId9"/>
    <p:sldId id="332" r:id="rId10"/>
    <p:sldId id="333" r:id="rId11"/>
    <p:sldId id="334" r:id="rId12"/>
    <p:sldId id="335" r:id="rId13"/>
    <p:sldId id="336" r:id="rId14"/>
    <p:sldId id="337" r:id="rId15"/>
    <p:sldId id="338" r:id="rId16"/>
    <p:sldId id="339" r:id="rId17"/>
    <p:sldId id="340" r:id="rId18"/>
  </p:sldIdLst>
  <p:sldSz cx="9144000" cy="6858000" type="screen4x3"/>
  <p:notesSz cx="9872663" cy="6742113"/>
  <p:defaultTextStyle>
    <a:defPPr>
      <a:defRPr lang="en-GB"/>
    </a:defPPr>
    <a:lvl1pPr algn="ctr" rtl="0" fontAlgn="base">
      <a:spcBef>
        <a:spcPct val="0"/>
      </a:spcBef>
      <a:spcAft>
        <a:spcPct val="0"/>
      </a:spcAft>
      <a:defRPr sz="2400" kern="1200">
        <a:solidFill>
          <a:schemeClr val="tx1"/>
        </a:solidFill>
        <a:latin typeface="Times New Roman" pitchFamily="18" charset="0"/>
        <a:ea typeface="MS PGothic" pitchFamily="34" charset="-128"/>
        <a:cs typeface="+mn-cs"/>
      </a:defRPr>
    </a:lvl1pPr>
    <a:lvl2pPr marL="457200" algn="ctr" rtl="0" fontAlgn="base">
      <a:spcBef>
        <a:spcPct val="0"/>
      </a:spcBef>
      <a:spcAft>
        <a:spcPct val="0"/>
      </a:spcAft>
      <a:defRPr sz="2400" kern="1200">
        <a:solidFill>
          <a:schemeClr val="tx1"/>
        </a:solidFill>
        <a:latin typeface="Times New Roman" pitchFamily="18" charset="0"/>
        <a:ea typeface="MS PGothic" pitchFamily="34" charset="-128"/>
        <a:cs typeface="+mn-cs"/>
      </a:defRPr>
    </a:lvl2pPr>
    <a:lvl3pPr marL="914400" algn="ctr" rtl="0" fontAlgn="base">
      <a:spcBef>
        <a:spcPct val="0"/>
      </a:spcBef>
      <a:spcAft>
        <a:spcPct val="0"/>
      </a:spcAft>
      <a:defRPr sz="2400" kern="1200">
        <a:solidFill>
          <a:schemeClr val="tx1"/>
        </a:solidFill>
        <a:latin typeface="Times New Roman" pitchFamily="18" charset="0"/>
        <a:ea typeface="MS PGothic" pitchFamily="34" charset="-128"/>
        <a:cs typeface="+mn-cs"/>
      </a:defRPr>
    </a:lvl3pPr>
    <a:lvl4pPr marL="1371600" algn="ctr" rtl="0" fontAlgn="base">
      <a:spcBef>
        <a:spcPct val="0"/>
      </a:spcBef>
      <a:spcAft>
        <a:spcPct val="0"/>
      </a:spcAft>
      <a:defRPr sz="2400" kern="1200">
        <a:solidFill>
          <a:schemeClr val="tx1"/>
        </a:solidFill>
        <a:latin typeface="Times New Roman" pitchFamily="18" charset="0"/>
        <a:ea typeface="MS PGothic" pitchFamily="34" charset="-128"/>
        <a:cs typeface="+mn-cs"/>
      </a:defRPr>
    </a:lvl4pPr>
    <a:lvl5pPr marL="1828800" algn="ctr" rtl="0" fontAlgn="base">
      <a:spcBef>
        <a:spcPct val="0"/>
      </a:spcBef>
      <a:spcAft>
        <a:spcPct val="0"/>
      </a:spcAft>
      <a:defRPr sz="2400" kern="1200">
        <a:solidFill>
          <a:schemeClr val="tx1"/>
        </a:solidFill>
        <a:latin typeface="Times New Roman" pitchFamily="18" charset="0"/>
        <a:ea typeface="MS PGothic" pitchFamily="34" charset="-128"/>
        <a:cs typeface="+mn-cs"/>
      </a:defRPr>
    </a:lvl5pPr>
    <a:lvl6pPr marL="2286000" algn="l" defTabSz="914400" rtl="0" eaLnBrk="1" latinLnBrk="0" hangingPunct="1">
      <a:defRPr sz="2400" kern="1200">
        <a:solidFill>
          <a:schemeClr val="tx1"/>
        </a:solidFill>
        <a:latin typeface="Times New Roman" pitchFamily="18" charset="0"/>
        <a:ea typeface="MS PGothic" pitchFamily="34" charset="-128"/>
        <a:cs typeface="+mn-cs"/>
      </a:defRPr>
    </a:lvl6pPr>
    <a:lvl7pPr marL="2743200" algn="l" defTabSz="914400" rtl="0" eaLnBrk="1" latinLnBrk="0" hangingPunct="1">
      <a:defRPr sz="2400" kern="1200">
        <a:solidFill>
          <a:schemeClr val="tx1"/>
        </a:solidFill>
        <a:latin typeface="Times New Roman" pitchFamily="18" charset="0"/>
        <a:ea typeface="MS PGothic" pitchFamily="34" charset="-128"/>
        <a:cs typeface="+mn-cs"/>
      </a:defRPr>
    </a:lvl7pPr>
    <a:lvl8pPr marL="3200400" algn="l" defTabSz="914400" rtl="0" eaLnBrk="1" latinLnBrk="0" hangingPunct="1">
      <a:defRPr sz="2400" kern="1200">
        <a:solidFill>
          <a:schemeClr val="tx1"/>
        </a:solidFill>
        <a:latin typeface="Times New Roman" pitchFamily="18" charset="0"/>
        <a:ea typeface="MS PGothic" pitchFamily="34" charset="-128"/>
        <a:cs typeface="+mn-cs"/>
      </a:defRPr>
    </a:lvl8pPr>
    <a:lvl9pPr marL="3657600" algn="l" defTabSz="914400" rtl="0" eaLnBrk="1" latinLnBrk="0" hangingPunct="1">
      <a:defRPr sz="2400" kern="1200">
        <a:solidFill>
          <a:schemeClr val="tx1"/>
        </a:solidFill>
        <a:latin typeface="Times New Roman" pitchFamily="18" charset="0"/>
        <a:ea typeface="MS PGothic" pitchFamily="34" charset="-128"/>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50F87"/>
    <a:srgbClr val="73267A"/>
    <a:srgbClr val="800080"/>
    <a:srgbClr val="0033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4" d="100"/>
          <a:sy n="64" d="100"/>
        </p:scale>
        <p:origin x="-102" y="-1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p:scale>
          <a:sx n="75" d="100"/>
          <a:sy n="75" d="100"/>
        </p:scale>
        <p:origin x="-2592" y="378"/>
      </p:cViewPr>
      <p:guideLst>
        <p:guide orient="horz" pos="2123"/>
        <p:guide pos="3109"/>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slideMaster" Target="slideMasters/slideMaster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194" name="Rectangle 1026"/>
          <p:cNvSpPr>
            <a:spLocks noGrp="1" noChangeArrowheads="1"/>
          </p:cNvSpPr>
          <p:nvPr>
            <p:ph type="hdr" sz="quarter"/>
          </p:nvPr>
        </p:nvSpPr>
        <p:spPr bwMode="auto">
          <a:xfrm>
            <a:off x="0" y="0"/>
            <a:ext cx="4277301" cy="337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a:defRPr sz="1200">
                <a:latin typeface="Times New Roman" pitchFamily="18" charset="0"/>
                <a:ea typeface="+mn-ea"/>
              </a:defRPr>
            </a:lvl1pPr>
          </a:lstStyle>
          <a:p>
            <a:pPr>
              <a:defRPr/>
            </a:pPr>
            <a:endParaRPr lang="en-GB"/>
          </a:p>
        </p:txBody>
      </p:sp>
      <p:sp>
        <p:nvSpPr>
          <p:cNvPr id="8195" name="Rectangle 1027"/>
          <p:cNvSpPr>
            <a:spLocks noGrp="1" noChangeArrowheads="1"/>
          </p:cNvSpPr>
          <p:nvPr>
            <p:ph type="dt" sz="quarter" idx="1"/>
          </p:nvPr>
        </p:nvSpPr>
        <p:spPr bwMode="auto">
          <a:xfrm>
            <a:off x="5595362" y="0"/>
            <a:ext cx="4277301" cy="337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latin typeface="Times New Roman" pitchFamily="18" charset="0"/>
                <a:ea typeface="+mn-ea"/>
              </a:defRPr>
            </a:lvl1pPr>
          </a:lstStyle>
          <a:p>
            <a:pPr>
              <a:defRPr/>
            </a:pPr>
            <a:endParaRPr lang="en-GB"/>
          </a:p>
        </p:txBody>
      </p:sp>
      <p:sp>
        <p:nvSpPr>
          <p:cNvPr id="8196" name="Rectangle 1028"/>
          <p:cNvSpPr>
            <a:spLocks noGrp="1" noChangeArrowheads="1"/>
          </p:cNvSpPr>
          <p:nvPr>
            <p:ph type="ftr" sz="quarter" idx="2"/>
          </p:nvPr>
        </p:nvSpPr>
        <p:spPr bwMode="auto">
          <a:xfrm>
            <a:off x="0" y="6404953"/>
            <a:ext cx="4277301" cy="337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l">
              <a:defRPr sz="1200">
                <a:latin typeface="Times New Roman" pitchFamily="18" charset="0"/>
                <a:ea typeface="+mn-ea"/>
              </a:defRPr>
            </a:lvl1pPr>
          </a:lstStyle>
          <a:p>
            <a:pPr>
              <a:defRPr/>
            </a:pPr>
            <a:endParaRPr lang="en-GB"/>
          </a:p>
        </p:txBody>
      </p:sp>
      <p:sp>
        <p:nvSpPr>
          <p:cNvPr id="8197" name="Rectangle 1029"/>
          <p:cNvSpPr>
            <a:spLocks noGrp="1" noChangeArrowheads="1"/>
          </p:cNvSpPr>
          <p:nvPr>
            <p:ph type="sldNum" sz="quarter" idx="3"/>
          </p:nvPr>
        </p:nvSpPr>
        <p:spPr bwMode="auto">
          <a:xfrm>
            <a:off x="5595362" y="6404953"/>
            <a:ext cx="4277301" cy="337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lvl1pPr>
          </a:lstStyle>
          <a:p>
            <a:pPr>
              <a:defRPr/>
            </a:pPr>
            <a:fld id="{A1B90306-3157-4DAC-A9C9-596ACEE7C49F}" type="slidenum">
              <a:rPr lang="en-GB"/>
              <a:pPr>
                <a:defRPr/>
              </a:pPr>
              <a:t>‹#›</a:t>
            </a:fld>
            <a:endParaRPr lang="en-GB"/>
          </a:p>
        </p:txBody>
      </p:sp>
    </p:spTree>
    <p:extLst>
      <p:ext uri="{BB962C8B-B14F-4D97-AF65-F5344CB8AC3E}">
        <p14:creationId xmlns:p14="http://schemas.microsoft.com/office/powerpoint/2010/main" val="264579796"/>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42" name="Rectangle 2"/>
          <p:cNvSpPr>
            <a:spLocks noGrp="1" noChangeArrowheads="1"/>
          </p:cNvSpPr>
          <p:nvPr>
            <p:ph type="hdr" sz="quarter"/>
          </p:nvPr>
        </p:nvSpPr>
        <p:spPr bwMode="auto">
          <a:xfrm>
            <a:off x="0" y="1"/>
            <a:ext cx="4286600" cy="3620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a:defRPr sz="1200">
                <a:latin typeface="Times New Roman" pitchFamily="18" charset="0"/>
                <a:ea typeface="+mn-ea"/>
              </a:defRPr>
            </a:lvl1pPr>
          </a:lstStyle>
          <a:p>
            <a:pPr>
              <a:defRPr/>
            </a:pPr>
            <a:endParaRPr lang="en-GB"/>
          </a:p>
        </p:txBody>
      </p:sp>
      <p:sp>
        <p:nvSpPr>
          <p:cNvPr id="10243" name="Rectangle 3"/>
          <p:cNvSpPr>
            <a:spLocks noGrp="1" noChangeArrowheads="1"/>
          </p:cNvSpPr>
          <p:nvPr>
            <p:ph type="dt" idx="1"/>
          </p:nvPr>
        </p:nvSpPr>
        <p:spPr bwMode="auto">
          <a:xfrm>
            <a:off x="5639529" y="1"/>
            <a:ext cx="4286600" cy="3620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latin typeface="Times New Roman" pitchFamily="18" charset="0"/>
                <a:ea typeface="+mn-ea"/>
              </a:defRPr>
            </a:lvl1pPr>
          </a:lstStyle>
          <a:p>
            <a:pPr>
              <a:defRPr/>
            </a:pPr>
            <a:endParaRPr lang="en-GB"/>
          </a:p>
        </p:txBody>
      </p:sp>
      <p:sp>
        <p:nvSpPr>
          <p:cNvPr id="19460" name="Rectangle 4"/>
          <p:cNvSpPr>
            <a:spLocks noGrp="1" noRot="1" noChangeAspect="1" noChangeArrowheads="1" noTextEdit="1"/>
          </p:cNvSpPr>
          <p:nvPr>
            <p:ph type="sldImg" idx="2"/>
          </p:nvPr>
        </p:nvSpPr>
        <p:spPr bwMode="auto">
          <a:xfrm>
            <a:off x="3271838" y="517525"/>
            <a:ext cx="3382962" cy="2536825"/>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 uri="{53640926-AAD7-44D8-BBD7-CCE9431645EC}">
              <a14:shadowObscured xmlns:a14="http://schemas.microsoft.com/office/drawing/2010/main" val="1"/>
            </a:ext>
            <a:ext uri="{FAA26D3D-D897-4be2-8F04-BA451C77F1D7}"/>
          </a:extLst>
        </p:spPr>
      </p:sp>
      <p:sp>
        <p:nvSpPr>
          <p:cNvPr id="10245" name="Rectangle 5"/>
          <p:cNvSpPr>
            <a:spLocks noGrp="1" noChangeArrowheads="1"/>
          </p:cNvSpPr>
          <p:nvPr>
            <p:ph type="body" sz="quarter" idx="3"/>
          </p:nvPr>
        </p:nvSpPr>
        <p:spPr bwMode="auto">
          <a:xfrm>
            <a:off x="1352929" y="3208981"/>
            <a:ext cx="7220271" cy="30528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GB" noProof="0" smtClean="0"/>
              <a:t>Click to edit Master text styles</a:t>
            </a:r>
          </a:p>
          <a:p>
            <a:pPr lvl="1"/>
            <a:r>
              <a:rPr lang="en-GB" noProof="0" smtClean="0"/>
              <a:t>Second level</a:t>
            </a:r>
          </a:p>
          <a:p>
            <a:pPr lvl="2"/>
            <a:r>
              <a:rPr lang="en-GB" noProof="0" smtClean="0"/>
              <a:t>Third level</a:t>
            </a:r>
          </a:p>
          <a:p>
            <a:pPr lvl="3"/>
            <a:r>
              <a:rPr lang="en-GB" noProof="0" smtClean="0"/>
              <a:t>Fourth level</a:t>
            </a:r>
          </a:p>
          <a:p>
            <a:pPr lvl="4"/>
            <a:r>
              <a:rPr lang="en-GB" noProof="0" smtClean="0"/>
              <a:t>Fifth level</a:t>
            </a:r>
          </a:p>
        </p:txBody>
      </p:sp>
      <p:sp>
        <p:nvSpPr>
          <p:cNvPr id="10246" name="Rectangle 6"/>
          <p:cNvSpPr>
            <a:spLocks noGrp="1" noChangeArrowheads="1"/>
          </p:cNvSpPr>
          <p:nvPr>
            <p:ph type="ftr" sz="quarter" idx="4"/>
          </p:nvPr>
        </p:nvSpPr>
        <p:spPr bwMode="auto">
          <a:xfrm>
            <a:off x="0" y="6417963"/>
            <a:ext cx="4286600" cy="3100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l">
              <a:defRPr sz="1200">
                <a:latin typeface="Times New Roman" pitchFamily="18" charset="0"/>
                <a:ea typeface="+mn-ea"/>
              </a:defRPr>
            </a:lvl1pPr>
          </a:lstStyle>
          <a:p>
            <a:pPr>
              <a:defRPr/>
            </a:pPr>
            <a:endParaRPr lang="en-GB"/>
          </a:p>
        </p:txBody>
      </p:sp>
      <p:sp>
        <p:nvSpPr>
          <p:cNvPr id="10247" name="Rectangle 7"/>
          <p:cNvSpPr>
            <a:spLocks noGrp="1" noChangeArrowheads="1"/>
          </p:cNvSpPr>
          <p:nvPr>
            <p:ph type="sldNum" sz="quarter" idx="5"/>
          </p:nvPr>
        </p:nvSpPr>
        <p:spPr bwMode="auto">
          <a:xfrm>
            <a:off x="5639529" y="6417963"/>
            <a:ext cx="4286600" cy="3100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lvl1pPr>
          </a:lstStyle>
          <a:p>
            <a:pPr>
              <a:defRPr/>
            </a:pPr>
            <a:fld id="{0A767768-1694-43CB-8DB9-8C109826B36C}" type="slidenum">
              <a:rPr lang="en-GB"/>
              <a:pPr>
                <a:defRPr/>
              </a:pPr>
              <a:t>‹#›</a:t>
            </a:fld>
            <a:endParaRPr lang="en-GB"/>
          </a:p>
        </p:txBody>
      </p:sp>
    </p:spTree>
    <p:extLst>
      <p:ext uri="{BB962C8B-B14F-4D97-AF65-F5344CB8AC3E}">
        <p14:creationId xmlns:p14="http://schemas.microsoft.com/office/powerpoint/2010/main" val="2670234951"/>
      </p:ext>
    </p:extLst>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Times New Roman" pitchFamily="18" charset="0"/>
        <a:ea typeface="MS PGothic" pitchFamily="34" charset="-128"/>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S PGothic" pitchFamily="34" charset="-128"/>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S PGothic" pitchFamily="34" charset="-128"/>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S PGothic" pitchFamily="34" charset="-128"/>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S PGothic" pitchFamily="34"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Image Placeholder 1"/>
          <p:cNvSpPr>
            <a:spLocks noGrp="1" noRot="1" noChangeAspect="1" noTextEdit="1"/>
          </p:cNvSpPr>
          <p:nvPr>
            <p:ph type="sldImg"/>
          </p:nvPr>
        </p:nvSpPr>
        <p:spPr>
          <a:ln/>
        </p:spPr>
      </p:sp>
      <p:sp>
        <p:nvSpPr>
          <p:cNvPr id="18435" name="Notes Placeholder 2"/>
          <p:cNvSpPr>
            <a:spLocks noGrp="1"/>
          </p:cNvSpPr>
          <p:nvPr>
            <p:ph type="body" idx="1"/>
          </p:nvPr>
        </p:nvSpPr>
        <p:spPr>
          <a:noFill/>
        </p:spPr>
        <p:txBody>
          <a:bodyPr/>
          <a:lstStyle/>
          <a:p>
            <a:pPr eaLnBrk="1" hangingPunct="1"/>
            <a:endParaRPr lang="en-US" altLang="en-US" smtClean="0"/>
          </a:p>
        </p:txBody>
      </p:sp>
      <p:sp>
        <p:nvSpPr>
          <p:cNvPr id="18436" name="Slide Number Placeholder 3"/>
          <p:cNvSpPr>
            <a:spLocks noGrp="1"/>
          </p:cNvSpPr>
          <p:nvPr>
            <p:ph type="sldNum" sz="quarter" idx="5"/>
          </p:nvPr>
        </p:nvSpPr>
        <p:spPr>
          <a:noFill/>
        </p:spPr>
        <p:txBody>
          <a:bodyPr/>
          <a:lstStyle>
            <a:lvl1pPr eaLnBrk="0" hangingPunct="0">
              <a:spcBef>
                <a:spcPct val="30000"/>
              </a:spcBef>
              <a:defRPr sz="1200">
                <a:solidFill>
                  <a:schemeClr val="tx1"/>
                </a:solidFill>
                <a:latin typeface="Times New Roman" pitchFamily="18" charset="0"/>
              </a:defRPr>
            </a:lvl1pPr>
            <a:lvl2pPr marL="742950" indent="-285750" eaLnBrk="0" hangingPunct="0">
              <a:spcBef>
                <a:spcPct val="30000"/>
              </a:spcBef>
              <a:defRPr sz="1200">
                <a:solidFill>
                  <a:schemeClr val="tx1"/>
                </a:solidFill>
                <a:latin typeface="Times New Roman" pitchFamily="18" charset="0"/>
              </a:defRPr>
            </a:lvl2pPr>
            <a:lvl3pPr marL="1143000" indent="-228600" eaLnBrk="0" hangingPunct="0">
              <a:spcBef>
                <a:spcPct val="30000"/>
              </a:spcBef>
              <a:defRPr sz="1200">
                <a:solidFill>
                  <a:schemeClr val="tx1"/>
                </a:solidFill>
                <a:latin typeface="Times New Roman" pitchFamily="18" charset="0"/>
              </a:defRPr>
            </a:lvl3pPr>
            <a:lvl4pPr marL="1600200" indent="-228600" eaLnBrk="0" hangingPunct="0">
              <a:spcBef>
                <a:spcPct val="30000"/>
              </a:spcBef>
              <a:defRPr sz="1200">
                <a:solidFill>
                  <a:schemeClr val="tx1"/>
                </a:solidFill>
                <a:latin typeface="Times New Roman" pitchFamily="18" charset="0"/>
              </a:defRPr>
            </a:lvl4pPr>
            <a:lvl5pPr marL="2057400" indent="-228600" eaLnBrk="0" hangingPunct="0">
              <a:spcBef>
                <a:spcPct val="30000"/>
              </a:spcBef>
              <a:defRPr sz="1200">
                <a:solidFill>
                  <a:schemeClr val="tx1"/>
                </a:solidFill>
                <a:latin typeface="Times New Roman" pitchFamily="18" charset="0"/>
              </a:defRPr>
            </a:lvl5pPr>
            <a:lvl6pPr marL="2514600" indent="-228600" eaLnBrk="0" fontAlgn="base" hangingPunct="0">
              <a:spcBef>
                <a:spcPct val="30000"/>
              </a:spcBef>
              <a:spcAft>
                <a:spcPct val="0"/>
              </a:spcAft>
              <a:defRPr sz="1200">
                <a:solidFill>
                  <a:schemeClr val="tx1"/>
                </a:solidFill>
                <a:latin typeface="Times New Roman" pitchFamily="18" charset="0"/>
              </a:defRPr>
            </a:lvl6pPr>
            <a:lvl7pPr marL="2971800" indent="-228600" eaLnBrk="0" fontAlgn="base" hangingPunct="0">
              <a:spcBef>
                <a:spcPct val="30000"/>
              </a:spcBef>
              <a:spcAft>
                <a:spcPct val="0"/>
              </a:spcAft>
              <a:defRPr sz="1200">
                <a:solidFill>
                  <a:schemeClr val="tx1"/>
                </a:solidFill>
                <a:latin typeface="Times New Roman" pitchFamily="18" charset="0"/>
              </a:defRPr>
            </a:lvl7pPr>
            <a:lvl8pPr marL="3429000" indent="-228600" eaLnBrk="0" fontAlgn="base" hangingPunct="0">
              <a:spcBef>
                <a:spcPct val="30000"/>
              </a:spcBef>
              <a:spcAft>
                <a:spcPct val="0"/>
              </a:spcAft>
              <a:defRPr sz="1200">
                <a:solidFill>
                  <a:schemeClr val="tx1"/>
                </a:solidFill>
                <a:latin typeface="Times New Roman" pitchFamily="18" charset="0"/>
              </a:defRPr>
            </a:lvl8pPr>
            <a:lvl9pPr marL="3886200" indent="-228600" eaLnBrk="0" fontAlgn="base" hangingPunct="0">
              <a:spcBef>
                <a:spcPct val="30000"/>
              </a:spcBef>
              <a:spcAft>
                <a:spcPct val="0"/>
              </a:spcAft>
              <a:defRPr sz="1200">
                <a:solidFill>
                  <a:schemeClr val="tx1"/>
                </a:solidFill>
                <a:latin typeface="Times New Roman" pitchFamily="18" charset="0"/>
              </a:defRPr>
            </a:lvl9pPr>
          </a:lstStyle>
          <a:p>
            <a:pPr eaLnBrk="1" hangingPunct="1">
              <a:spcBef>
                <a:spcPct val="0"/>
              </a:spcBef>
            </a:pPr>
            <a:fld id="{63B3AC1E-C878-4633-B4CF-C25025A3F561}" type="slidenum">
              <a:rPr lang="en-GB" altLang="en-US" smtClean="0"/>
              <a:pPr eaLnBrk="1" hangingPunct="1">
                <a:spcBef>
                  <a:spcPct val="0"/>
                </a:spcBef>
              </a:pPr>
              <a:t>1</a:t>
            </a:fld>
            <a:endParaRPr lang="en-GB" altLang="en-US"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Times New Roman" pitchFamily="18" charset="0"/>
              </a:defRPr>
            </a:lvl1pPr>
            <a:lvl2pPr marL="742950" indent="-285750" eaLnBrk="0" hangingPunct="0">
              <a:spcBef>
                <a:spcPct val="30000"/>
              </a:spcBef>
              <a:defRPr sz="1200">
                <a:solidFill>
                  <a:schemeClr val="tx1"/>
                </a:solidFill>
                <a:latin typeface="Times New Roman" pitchFamily="18" charset="0"/>
              </a:defRPr>
            </a:lvl2pPr>
            <a:lvl3pPr marL="1143000" indent="-228600" eaLnBrk="0" hangingPunct="0">
              <a:spcBef>
                <a:spcPct val="30000"/>
              </a:spcBef>
              <a:defRPr sz="1200">
                <a:solidFill>
                  <a:schemeClr val="tx1"/>
                </a:solidFill>
                <a:latin typeface="Times New Roman" pitchFamily="18" charset="0"/>
              </a:defRPr>
            </a:lvl3pPr>
            <a:lvl4pPr marL="1600200" indent="-228600" eaLnBrk="0" hangingPunct="0">
              <a:spcBef>
                <a:spcPct val="30000"/>
              </a:spcBef>
              <a:defRPr sz="1200">
                <a:solidFill>
                  <a:schemeClr val="tx1"/>
                </a:solidFill>
                <a:latin typeface="Times New Roman" pitchFamily="18" charset="0"/>
              </a:defRPr>
            </a:lvl4pPr>
            <a:lvl5pPr marL="2057400" indent="-228600" eaLnBrk="0" hangingPunct="0">
              <a:spcBef>
                <a:spcPct val="30000"/>
              </a:spcBef>
              <a:defRPr sz="1200">
                <a:solidFill>
                  <a:schemeClr val="tx1"/>
                </a:solidFill>
                <a:latin typeface="Times New Roman" pitchFamily="18" charset="0"/>
              </a:defRPr>
            </a:lvl5pPr>
            <a:lvl6pPr marL="2514600" indent="-228600" eaLnBrk="0" fontAlgn="base" hangingPunct="0">
              <a:spcBef>
                <a:spcPct val="30000"/>
              </a:spcBef>
              <a:spcAft>
                <a:spcPct val="0"/>
              </a:spcAft>
              <a:defRPr sz="1200">
                <a:solidFill>
                  <a:schemeClr val="tx1"/>
                </a:solidFill>
                <a:latin typeface="Times New Roman" pitchFamily="18" charset="0"/>
              </a:defRPr>
            </a:lvl6pPr>
            <a:lvl7pPr marL="2971800" indent="-228600" eaLnBrk="0" fontAlgn="base" hangingPunct="0">
              <a:spcBef>
                <a:spcPct val="30000"/>
              </a:spcBef>
              <a:spcAft>
                <a:spcPct val="0"/>
              </a:spcAft>
              <a:defRPr sz="1200">
                <a:solidFill>
                  <a:schemeClr val="tx1"/>
                </a:solidFill>
                <a:latin typeface="Times New Roman" pitchFamily="18" charset="0"/>
              </a:defRPr>
            </a:lvl7pPr>
            <a:lvl8pPr marL="3429000" indent="-228600" eaLnBrk="0" fontAlgn="base" hangingPunct="0">
              <a:spcBef>
                <a:spcPct val="30000"/>
              </a:spcBef>
              <a:spcAft>
                <a:spcPct val="0"/>
              </a:spcAft>
              <a:defRPr sz="1200">
                <a:solidFill>
                  <a:schemeClr val="tx1"/>
                </a:solidFill>
                <a:latin typeface="Times New Roman" pitchFamily="18" charset="0"/>
              </a:defRPr>
            </a:lvl8pPr>
            <a:lvl9pPr marL="3886200" indent="-228600" eaLnBrk="0" fontAlgn="base" hangingPunct="0">
              <a:spcBef>
                <a:spcPct val="30000"/>
              </a:spcBef>
              <a:spcAft>
                <a:spcPct val="0"/>
              </a:spcAft>
              <a:defRPr sz="1200">
                <a:solidFill>
                  <a:schemeClr val="tx1"/>
                </a:solidFill>
                <a:latin typeface="Times New Roman" pitchFamily="18" charset="0"/>
              </a:defRPr>
            </a:lvl9pPr>
          </a:lstStyle>
          <a:p>
            <a:pPr eaLnBrk="1" hangingPunct="1">
              <a:spcBef>
                <a:spcPct val="0"/>
              </a:spcBef>
            </a:pPr>
            <a:fld id="{B188A01E-6BAF-4ED7-B810-6C2C97C2F60D}" type="slidenum">
              <a:rPr lang="en-GB" altLang="en-US" smtClean="0"/>
              <a:pPr eaLnBrk="1" hangingPunct="1">
                <a:spcBef>
                  <a:spcPct val="0"/>
                </a:spcBef>
              </a:pPr>
              <a:t>3</a:t>
            </a:fld>
            <a:endParaRPr lang="en-GB" altLang="en-US" smtClean="0"/>
          </a:p>
        </p:txBody>
      </p:sp>
      <p:sp>
        <p:nvSpPr>
          <p:cNvPr id="19459" name="Rectangle 2"/>
          <p:cNvSpPr>
            <a:spLocks noGrp="1" noRot="1" noChangeAspect="1" noChangeArrowheads="1" noTextEdit="1"/>
          </p:cNvSpPr>
          <p:nvPr>
            <p:ph type="sldImg"/>
          </p:nvPr>
        </p:nvSpPr>
        <p:spPr>
          <a:ln/>
        </p:spPr>
      </p:sp>
      <p:sp>
        <p:nvSpPr>
          <p:cNvPr id="19460" name="Rectangle 3"/>
          <p:cNvSpPr>
            <a:spLocks noGrp="1" noChangeArrowheads="1"/>
          </p:cNvSpPr>
          <p:nvPr>
            <p:ph type="body" idx="1"/>
          </p:nvPr>
        </p:nvSpPr>
        <p:spPr>
          <a:noFill/>
        </p:spPr>
        <p:txBody>
          <a:bodyPr/>
          <a:lstStyle/>
          <a:p>
            <a:pPr eaLnBrk="1" hangingPunct="1"/>
            <a:r>
              <a:rPr lang="en-GB" altLang="en-US" smtClean="0"/>
              <a:t>Provide example of SMART target record</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Times New Roman" pitchFamily="18" charset="0"/>
              </a:defRPr>
            </a:lvl1pPr>
            <a:lvl2pPr marL="742950" indent="-285750" eaLnBrk="0" hangingPunct="0">
              <a:spcBef>
                <a:spcPct val="30000"/>
              </a:spcBef>
              <a:defRPr sz="1200">
                <a:solidFill>
                  <a:schemeClr val="tx1"/>
                </a:solidFill>
                <a:latin typeface="Times New Roman" pitchFamily="18" charset="0"/>
              </a:defRPr>
            </a:lvl2pPr>
            <a:lvl3pPr marL="1143000" indent="-228600" eaLnBrk="0" hangingPunct="0">
              <a:spcBef>
                <a:spcPct val="30000"/>
              </a:spcBef>
              <a:defRPr sz="1200">
                <a:solidFill>
                  <a:schemeClr val="tx1"/>
                </a:solidFill>
                <a:latin typeface="Times New Roman" pitchFamily="18" charset="0"/>
              </a:defRPr>
            </a:lvl3pPr>
            <a:lvl4pPr marL="1600200" indent="-228600" eaLnBrk="0" hangingPunct="0">
              <a:spcBef>
                <a:spcPct val="30000"/>
              </a:spcBef>
              <a:defRPr sz="1200">
                <a:solidFill>
                  <a:schemeClr val="tx1"/>
                </a:solidFill>
                <a:latin typeface="Times New Roman" pitchFamily="18" charset="0"/>
              </a:defRPr>
            </a:lvl4pPr>
            <a:lvl5pPr marL="2057400" indent="-228600" eaLnBrk="0" hangingPunct="0">
              <a:spcBef>
                <a:spcPct val="30000"/>
              </a:spcBef>
              <a:defRPr sz="1200">
                <a:solidFill>
                  <a:schemeClr val="tx1"/>
                </a:solidFill>
                <a:latin typeface="Times New Roman" pitchFamily="18" charset="0"/>
              </a:defRPr>
            </a:lvl5pPr>
            <a:lvl6pPr marL="2514600" indent="-228600" eaLnBrk="0" fontAlgn="base" hangingPunct="0">
              <a:spcBef>
                <a:spcPct val="30000"/>
              </a:spcBef>
              <a:spcAft>
                <a:spcPct val="0"/>
              </a:spcAft>
              <a:defRPr sz="1200">
                <a:solidFill>
                  <a:schemeClr val="tx1"/>
                </a:solidFill>
                <a:latin typeface="Times New Roman" pitchFamily="18" charset="0"/>
              </a:defRPr>
            </a:lvl6pPr>
            <a:lvl7pPr marL="2971800" indent="-228600" eaLnBrk="0" fontAlgn="base" hangingPunct="0">
              <a:spcBef>
                <a:spcPct val="30000"/>
              </a:spcBef>
              <a:spcAft>
                <a:spcPct val="0"/>
              </a:spcAft>
              <a:defRPr sz="1200">
                <a:solidFill>
                  <a:schemeClr val="tx1"/>
                </a:solidFill>
                <a:latin typeface="Times New Roman" pitchFamily="18" charset="0"/>
              </a:defRPr>
            </a:lvl7pPr>
            <a:lvl8pPr marL="3429000" indent="-228600" eaLnBrk="0" fontAlgn="base" hangingPunct="0">
              <a:spcBef>
                <a:spcPct val="30000"/>
              </a:spcBef>
              <a:spcAft>
                <a:spcPct val="0"/>
              </a:spcAft>
              <a:defRPr sz="1200">
                <a:solidFill>
                  <a:schemeClr val="tx1"/>
                </a:solidFill>
                <a:latin typeface="Times New Roman" pitchFamily="18" charset="0"/>
              </a:defRPr>
            </a:lvl8pPr>
            <a:lvl9pPr marL="3886200" indent="-228600" eaLnBrk="0" fontAlgn="base" hangingPunct="0">
              <a:spcBef>
                <a:spcPct val="30000"/>
              </a:spcBef>
              <a:spcAft>
                <a:spcPct val="0"/>
              </a:spcAft>
              <a:defRPr sz="1200">
                <a:solidFill>
                  <a:schemeClr val="tx1"/>
                </a:solidFill>
                <a:latin typeface="Times New Roman" pitchFamily="18" charset="0"/>
              </a:defRPr>
            </a:lvl9pPr>
          </a:lstStyle>
          <a:p>
            <a:pPr eaLnBrk="1" hangingPunct="1">
              <a:spcBef>
                <a:spcPct val="0"/>
              </a:spcBef>
            </a:pPr>
            <a:fld id="{309D6284-91B0-41CF-842A-A0BA682A5629}" type="slidenum">
              <a:rPr lang="en-GB" altLang="en-US" smtClean="0"/>
              <a:pPr eaLnBrk="1" hangingPunct="1">
                <a:spcBef>
                  <a:spcPct val="0"/>
                </a:spcBef>
              </a:pPr>
              <a:t>4</a:t>
            </a:fld>
            <a:endParaRPr lang="en-GB" altLang="en-US" smtClean="0"/>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p:spPr>
        <p:txBody>
          <a:bodyPr/>
          <a:lstStyle/>
          <a:p>
            <a:pPr eaLnBrk="1" hangingPunct="1"/>
            <a:r>
              <a:rPr lang="en-GB" altLang="en-US" smtClean="0"/>
              <a:t>See example sheet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7"/>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Times New Roman" pitchFamily="18" charset="0"/>
              </a:defRPr>
            </a:lvl1pPr>
            <a:lvl2pPr marL="742950" indent="-285750" eaLnBrk="0" hangingPunct="0">
              <a:spcBef>
                <a:spcPct val="30000"/>
              </a:spcBef>
              <a:defRPr sz="1200">
                <a:solidFill>
                  <a:schemeClr val="tx1"/>
                </a:solidFill>
                <a:latin typeface="Times New Roman" pitchFamily="18" charset="0"/>
              </a:defRPr>
            </a:lvl2pPr>
            <a:lvl3pPr marL="1143000" indent="-228600" eaLnBrk="0" hangingPunct="0">
              <a:spcBef>
                <a:spcPct val="30000"/>
              </a:spcBef>
              <a:defRPr sz="1200">
                <a:solidFill>
                  <a:schemeClr val="tx1"/>
                </a:solidFill>
                <a:latin typeface="Times New Roman" pitchFamily="18" charset="0"/>
              </a:defRPr>
            </a:lvl3pPr>
            <a:lvl4pPr marL="1600200" indent="-228600" eaLnBrk="0" hangingPunct="0">
              <a:spcBef>
                <a:spcPct val="30000"/>
              </a:spcBef>
              <a:defRPr sz="1200">
                <a:solidFill>
                  <a:schemeClr val="tx1"/>
                </a:solidFill>
                <a:latin typeface="Times New Roman" pitchFamily="18" charset="0"/>
              </a:defRPr>
            </a:lvl4pPr>
            <a:lvl5pPr marL="2057400" indent="-228600" eaLnBrk="0" hangingPunct="0">
              <a:spcBef>
                <a:spcPct val="30000"/>
              </a:spcBef>
              <a:defRPr sz="1200">
                <a:solidFill>
                  <a:schemeClr val="tx1"/>
                </a:solidFill>
                <a:latin typeface="Times New Roman" pitchFamily="18" charset="0"/>
              </a:defRPr>
            </a:lvl5pPr>
            <a:lvl6pPr marL="2514600" indent="-228600" eaLnBrk="0" fontAlgn="base" hangingPunct="0">
              <a:spcBef>
                <a:spcPct val="30000"/>
              </a:spcBef>
              <a:spcAft>
                <a:spcPct val="0"/>
              </a:spcAft>
              <a:defRPr sz="1200">
                <a:solidFill>
                  <a:schemeClr val="tx1"/>
                </a:solidFill>
                <a:latin typeface="Times New Roman" pitchFamily="18" charset="0"/>
              </a:defRPr>
            </a:lvl6pPr>
            <a:lvl7pPr marL="2971800" indent="-228600" eaLnBrk="0" fontAlgn="base" hangingPunct="0">
              <a:spcBef>
                <a:spcPct val="30000"/>
              </a:spcBef>
              <a:spcAft>
                <a:spcPct val="0"/>
              </a:spcAft>
              <a:defRPr sz="1200">
                <a:solidFill>
                  <a:schemeClr val="tx1"/>
                </a:solidFill>
                <a:latin typeface="Times New Roman" pitchFamily="18" charset="0"/>
              </a:defRPr>
            </a:lvl7pPr>
            <a:lvl8pPr marL="3429000" indent="-228600" eaLnBrk="0" fontAlgn="base" hangingPunct="0">
              <a:spcBef>
                <a:spcPct val="30000"/>
              </a:spcBef>
              <a:spcAft>
                <a:spcPct val="0"/>
              </a:spcAft>
              <a:defRPr sz="1200">
                <a:solidFill>
                  <a:schemeClr val="tx1"/>
                </a:solidFill>
                <a:latin typeface="Times New Roman" pitchFamily="18" charset="0"/>
              </a:defRPr>
            </a:lvl8pPr>
            <a:lvl9pPr marL="3886200" indent="-228600" eaLnBrk="0" fontAlgn="base" hangingPunct="0">
              <a:spcBef>
                <a:spcPct val="30000"/>
              </a:spcBef>
              <a:spcAft>
                <a:spcPct val="0"/>
              </a:spcAft>
              <a:defRPr sz="1200">
                <a:solidFill>
                  <a:schemeClr val="tx1"/>
                </a:solidFill>
                <a:latin typeface="Times New Roman" pitchFamily="18" charset="0"/>
              </a:defRPr>
            </a:lvl9pPr>
          </a:lstStyle>
          <a:p>
            <a:pPr eaLnBrk="1" hangingPunct="1">
              <a:spcBef>
                <a:spcPct val="0"/>
              </a:spcBef>
            </a:pPr>
            <a:fld id="{F3EE2970-2668-4873-9463-462F866F28F2}" type="slidenum">
              <a:rPr lang="en-GB" altLang="en-US" smtClean="0"/>
              <a:pPr eaLnBrk="1" hangingPunct="1">
                <a:spcBef>
                  <a:spcPct val="0"/>
                </a:spcBef>
              </a:pPr>
              <a:t>5</a:t>
            </a:fld>
            <a:endParaRPr lang="en-GB" altLang="en-US" smtClean="0"/>
          </a:p>
        </p:txBody>
      </p:sp>
      <p:sp>
        <p:nvSpPr>
          <p:cNvPr id="21507" name="Rectangle 2"/>
          <p:cNvSpPr>
            <a:spLocks noGrp="1" noRot="1" noChangeAspect="1" noChangeArrowheads="1" noTextEdit="1"/>
          </p:cNvSpPr>
          <p:nvPr>
            <p:ph type="sldImg"/>
          </p:nvPr>
        </p:nvSpPr>
        <p:spPr>
          <a:ln/>
        </p:spPr>
      </p:sp>
      <p:sp>
        <p:nvSpPr>
          <p:cNvPr id="21508" name="Rectangle 3"/>
          <p:cNvSpPr>
            <a:spLocks noGrp="1" noChangeArrowheads="1"/>
          </p:cNvSpPr>
          <p:nvPr>
            <p:ph type="body" idx="1"/>
          </p:nvPr>
        </p:nvSpPr>
        <p:spPr>
          <a:noFill/>
        </p:spPr>
        <p:txBody>
          <a:bodyPr/>
          <a:lstStyle/>
          <a:p>
            <a:pPr eaLnBrk="1" hangingPunct="1"/>
            <a:r>
              <a:rPr lang="en-GB" altLang="en-US" smtClean="0"/>
              <a:t>Suggest – it would be worth making a copy of these pages if you are concentrating on high frequency words</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7"/>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Times New Roman" pitchFamily="18" charset="0"/>
              </a:defRPr>
            </a:lvl1pPr>
            <a:lvl2pPr marL="742950" indent="-285750" eaLnBrk="0" hangingPunct="0">
              <a:spcBef>
                <a:spcPct val="30000"/>
              </a:spcBef>
              <a:defRPr sz="1200">
                <a:solidFill>
                  <a:schemeClr val="tx1"/>
                </a:solidFill>
                <a:latin typeface="Times New Roman" pitchFamily="18" charset="0"/>
              </a:defRPr>
            </a:lvl2pPr>
            <a:lvl3pPr marL="1143000" indent="-228600" eaLnBrk="0" hangingPunct="0">
              <a:spcBef>
                <a:spcPct val="30000"/>
              </a:spcBef>
              <a:defRPr sz="1200">
                <a:solidFill>
                  <a:schemeClr val="tx1"/>
                </a:solidFill>
                <a:latin typeface="Times New Roman" pitchFamily="18" charset="0"/>
              </a:defRPr>
            </a:lvl3pPr>
            <a:lvl4pPr marL="1600200" indent="-228600" eaLnBrk="0" hangingPunct="0">
              <a:spcBef>
                <a:spcPct val="30000"/>
              </a:spcBef>
              <a:defRPr sz="1200">
                <a:solidFill>
                  <a:schemeClr val="tx1"/>
                </a:solidFill>
                <a:latin typeface="Times New Roman" pitchFamily="18" charset="0"/>
              </a:defRPr>
            </a:lvl4pPr>
            <a:lvl5pPr marL="2057400" indent="-228600" eaLnBrk="0" hangingPunct="0">
              <a:spcBef>
                <a:spcPct val="30000"/>
              </a:spcBef>
              <a:defRPr sz="1200">
                <a:solidFill>
                  <a:schemeClr val="tx1"/>
                </a:solidFill>
                <a:latin typeface="Times New Roman" pitchFamily="18" charset="0"/>
              </a:defRPr>
            </a:lvl5pPr>
            <a:lvl6pPr marL="2514600" indent="-228600" eaLnBrk="0" fontAlgn="base" hangingPunct="0">
              <a:spcBef>
                <a:spcPct val="30000"/>
              </a:spcBef>
              <a:spcAft>
                <a:spcPct val="0"/>
              </a:spcAft>
              <a:defRPr sz="1200">
                <a:solidFill>
                  <a:schemeClr val="tx1"/>
                </a:solidFill>
                <a:latin typeface="Times New Roman" pitchFamily="18" charset="0"/>
              </a:defRPr>
            </a:lvl6pPr>
            <a:lvl7pPr marL="2971800" indent="-228600" eaLnBrk="0" fontAlgn="base" hangingPunct="0">
              <a:spcBef>
                <a:spcPct val="30000"/>
              </a:spcBef>
              <a:spcAft>
                <a:spcPct val="0"/>
              </a:spcAft>
              <a:defRPr sz="1200">
                <a:solidFill>
                  <a:schemeClr val="tx1"/>
                </a:solidFill>
                <a:latin typeface="Times New Roman" pitchFamily="18" charset="0"/>
              </a:defRPr>
            </a:lvl7pPr>
            <a:lvl8pPr marL="3429000" indent="-228600" eaLnBrk="0" fontAlgn="base" hangingPunct="0">
              <a:spcBef>
                <a:spcPct val="30000"/>
              </a:spcBef>
              <a:spcAft>
                <a:spcPct val="0"/>
              </a:spcAft>
              <a:defRPr sz="1200">
                <a:solidFill>
                  <a:schemeClr val="tx1"/>
                </a:solidFill>
                <a:latin typeface="Times New Roman" pitchFamily="18" charset="0"/>
              </a:defRPr>
            </a:lvl8pPr>
            <a:lvl9pPr marL="3886200" indent="-228600" eaLnBrk="0" fontAlgn="base" hangingPunct="0">
              <a:spcBef>
                <a:spcPct val="30000"/>
              </a:spcBef>
              <a:spcAft>
                <a:spcPct val="0"/>
              </a:spcAft>
              <a:defRPr sz="1200">
                <a:solidFill>
                  <a:schemeClr val="tx1"/>
                </a:solidFill>
                <a:latin typeface="Times New Roman" pitchFamily="18" charset="0"/>
              </a:defRPr>
            </a:lvl9pPr>
          </a:lstStyle>
          <a:p>
            <a:pPr eaLnBrk="1" hangingPunct="1">
              <a:spcBef>
                <a:spcPct val="0"/>
              </a:spcBef>
            </a:pPr>
            <a:fld id="{F10800FD-E125-4096-BD7B-DF8FE5211179}" type="slidenum">
              <a:rPr lang="en-GB" altLang="en-US" smtClean="0"/>
              <a:pPr eaLnBrk="1" hangingPunct="1">
                <a:spcBef>
                  <a:spcPct val="0"/>
                </a:spcBef>
              </a:pPr>
              <a:t>6</a:t>
            </a:fld>
            <a:endParaRPr lang="en-GB" altLang="en-US" smtClean="0"/>
          </a:p>
        </p:txBody>
      </p:sp>
      <p:sp>
        <p:nvSpPr>
          <p:cNvPr id="22531" name="Rectangle 2"/>
          <p:cNvSpPr>
            <a:spLocks noGrp="1" noRot="1" noChangeAspect="1" noChangeArrowheads="1" noTextEdit="1"/>
          </p:cNvSpPr>
          <p:nvPr>
            <p:ph type="sldImg"/>
          </p:nvPr>
        </p:nvSpPr>
        <p:spPr>
          <a:ln/>
        </p:spPr>
      </p:sp>
      <p:sp>
        <p:nvSpPr>
          <p:cNvPr id="22532" name="Rectangle 3"/>
          <p:cNvSpPr>
            <a:spLocks noGrp="1" noChangeArrowheads="1"/>
          </p:cNvSpPr>
          <p:nvPr>
            <p:ph type="body" idx="1"/>
          </p:nvPr>
        </p:nvSpPr>
        <p:spPr>
          <a:noFill/>
        </p:spPr>
        <p:txBody>
          <a:bodyPr/>
          <a:lstStyle/>
          <a:p>
            <a:pPr eaLnBrk="1" hangingPunct="1"/>
            <a:r>
              <a:rPr lang="en-GB" altLang="en-US" smtClean="0"/>
              <a:t>Copy the information from the CD onto memory stick/hard drive</a:t>
            </a: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1_Title Slide">
    <p:spTree>
      <p:nvGrpSpPr>
        <p:cNvPr id="1" name=""/>
        <p:cNvGrpSpPr/>
        <p:nvPr/>
      </p:nvGrpSpPr>
      <p:grpSpPr>
        <a:xfrm>
          <a:off x="0" y="0"/>
          <a:ext cx="0" cy="0"/>
          <a:chOff x="0" y="0"/>
          <a:chExt cx="0" cy="0"/>
        </a:xfrm>
      </p:grpSpPr>
      <p:sp>
        <p:nvSpPr>
          <p:cNvPr id="4" name="Rectangle 7"/>
          <p:cNvSpPr>
            <a:spLocks noChangeArrowheads="1"/>
          </p:cNvSpPr>
          <p:nvPr userDrawn="1"/>
        </p:nvSpPr>
        <p:spPr bwMode="auto">
          <a:xfrm>
            <a:off x="250825" y="6237288"/>
            <a:ext cx="7777163" cy="144462"/>
          </a:xfrm>
          <a:prstGeom prst="rect">
            <a:avLst/>
          </a:prstGeom>
          <a:solidFill>
            <a:srgbClr val="73267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Times New Roman" pitchFamily="18" charset="0"/>
                <a:ea typeface="MS PGothic" pitchFamily="34" charset="-128"/>
              </a:defRPr>
            </a:lvl1pPr>
            <a:lvl2pPr marL="742950" indent="-285750" eaLnBrk="0" hangingPunct="0">
              <a:defRPr sz="2400">
                <a:solidFill>
                  <a:schemeClr val="tx1"/>
                </a:solidFill>
                <a:latin typeface="Times New Roman" pitchFamily="18" charset="0"/>
                <a:ea typeface="MS PGothic" pitchFamily="34" charset="-128"/>
              </a:defRPr>
            </a:lvl2pPr>
            <a:lvl3pPr marL="1143000" indent="-228600" eaLnBrk="0" hangingPunct="0">
              <a:defRPr sz="2400">
                <a:solidFill>
                  <a:schemeClr val="tx1"/>
                </a:solidFill>
                <a:latin typeface="Times New Roman" pitchFamily="18" charset="0"/>
                <a:ea typeface="MS PGothic" pitchFamily="34" charset="-128"/>
              </a:defRPr>
            </a:lvl3pPr>
            <a:lvl4pPr marL="1600200" indent="-228600" eaLnBrk="0" hangingPunct="0">
              <a:defRPr sz="2400">
                <a:solidFill>
                  <a:schemeClr val="tx1"/>
                </a:solidFill>
                <a:latin typeface="Times New Roman" pitchFamily="18" charset="0"/>
                <a:ea typeface="MS PGothic" pitchFamily="34" charset="-128"/>
              </a:defRPr>
            </a:lvl4pPr>
            <a:lvl5pPr marL="2057400" indent="-228600" eaLnBrk="0" hangingPunct="0">
              <a:defRPr sz="2400">
                <a:solidFill>
                  <a:schemeClr val="tx1"/>
                </a:solidFill>
                <a:latin typeface="Times New Roman" pitchFamily="18" charset="0"/>
                <a:ea typeface="MS PGothic" pitchFamily="34" charset="-128"/>
              </a:defRPr>
            </a:lvl5pPr>
            <a:lvl6pPr marL="25146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pPr eaLnBrk="1" hangingPunct="1">
              <a:defRPr/>
            </a:pPr>
            <a:endParaRPr lang="en-US" altLang="en-US" smtClean="0"/>
          </a:p>
        </p:txBody>
      </p:sp>
      <p:pic>
        <p:nvPicPr>
          <p:cNvPr id="5" name="Picture 3" descr="RBWM logo"/>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105775" y="5229225"/>
            <a:ext cx="749300" cy="1149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6804" name="Rectangle 2"/>
          <p:cNvSpPr>
            <a:spLocks noGrp="1" noChangeArrowheads="1"/>
          </p:cNvSpPr>
          <p:nvPr>
            <p:ph type="ctrTitle"/>
          </p:nvPr>
        </p:nvSpPr>
        <p:spPr>
          <a:xfrm>
            <a:off x="685800" y="2130425"/>
            <a:ext cx="7772400" cy="1470025"/>
          </a:xfrm>
        </p:spPr>
        <p:txBody>
          <a:bodyPr/>
          <a:lstStyle>
            <a:lvl1pPr>
              <a:defRPr smtClean="0"/>
            </a:lvl1pPr>
          </a:lstStyle>
          <a:p>
            <a:pPr lvl="0"/>
            <a:r>
              <a:rPr lang="en-GB" noProof="0" smtClean="0"/>
              <a:t>Click to edit Master title style</a:t>
            </a:r>
          </a:p>
        </p:txBody>
      </p:sp>
      <p:sp>
        <p:nvSpPr>
          <p:cNvPr id="76805" name="Rectangle 3"/>
          <p:cNvSpPr>
            <a:spLocks noGrp="1" noChangeArrowheads="1"/>
          </p:cNvSpPr>
          <p:nvPr>
            <p:ph type="subTitle" idx="1"/>
          </p:nvPr>
        </p:nvSpPr>
        <p:spPr>
          <a:xfrm>
            <a:off x="1371600" y="3886200"/>
            <a:ext cx="6400800" cy="1752600"/>
          </a:xfrm>
        </p:spPr>
        <p:txBody>
          <a:bodyPr/>
          <a:lstStyle>
            <a:lvl1pPr marL="0" indent="0" algn="ctr">
              <a:buFontTx/>
              <a:buNone/>
              <a:defRPr smtClean="0"/>
            </a:lvl1pPr>
          </a:lstStyle>
          <a:p>
            <a:pPr lvl="0"/>
            <a:r>
              <a:rPr lang="en-GB" noProof="0" smtClean="0"/>
              <a:t>Click to edit Master subtitle style</a:t>
            </a:r>
          </a:p>
        </p:txBody>
      </p:sp>
    </p:spTree>
    <p:extLst>
      <p:ext uri="{BB962C8B-B14F-4D97-AF65-F5344CB8AC3E}">
        <p14:creationId xmlns:p14="http://schemas.microsoft.com/office/powerpoint/2010/main" val="2002736697"/>
      </p:ext>
    </p:extLst>
  </p:cSld>
  <p:clrMapOvr>
    <a:masterClrMapping/>
  </p:clrMapOvr>
  <p:transition spd="slow"/>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GB"/>
          </a:p>
        </p:txBody>
      </p:sp>
    </p:spTree>
    <p:extLst>
      <p:ext uri="{BB962C8B-B14F-4D97-AF65-F5344CB8AC3E}">
        <p14:creationId xmlns:p14="http://schemas.microsoft.com/office/powerpoint/2010/main" val="41733208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4" name="Rectangle 7"/>
          <p:cNvSpPr>
            <a:spLocks noChangeArrowheads="1"/>
          </p:cNvSpPr>
          <p:nvPr userDrawn="1"/>
        </p:nvSpPr>
        <p:spPr bwMode="auto">
          <a:xfrm>
            <a:off x="250825" y="6237288"/>
            <a:ext cx="7777163" cy="144462"/>
          </a:xfrm>
          <a:prstGeom prst="rect">
            <a:avLst/>
          </a:prstGeom>
          <a:solidFill>
            <a:srgbClr val="73267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Times New Roman" pitchFamily="18" charset="0"/>
                <a:ea typeface="MS PGothic" pitchFamily="34" charset="-128"/>
              </a:defRPr>
            </a:lvl1pPr>
            <a:lvl2pPr marL="742950" indent="-285750" eaLnBrk="0" hangingPunct="0">
              <a:defRPr sz="2400">
                <a:solidFill>
                  <a:schemeClr val="tx1"/>
                </a:solidFill>
                <a:latin typeface="Times New Roman" pitchFamily="18" charset="0"/>
                <a:ea typeface="MS PGothic" pitchFamily="34" charset="-128"/>
              </a:defRPr>
            </a:lvl2pPr>
            <a:lvl3pPr marL="1143000" indent="-228600" eaLnBrk="0" hangingPunct="0">
              <a:defRPr sz="2400">
                <a:solidFill>
                  <a:schemeClr val="tx1"/>
                </a:solidFill>
                <a:latin typeface="Times New Roman" pitchFamily="18" charset="0"/>
                <a:ea typeface="MS PGothic" pitchFamily="34" charset="-128"/>
              </a:defRPr>
            </a:lvl3pPr>
            <a:lvl4pPr marL="1600200" indent="-228600" eaLnBrk="0" hangingPunct="0">
              <a:defRPr sz="2400">
                <a:solidFill>
                  <a:schemeClr val="tx1"/>
                </a:solidFill>
                <a:latin typeface="Times New Roman" pitchFamily="18" charset="0"/>
                <a:ea typeface="MS PGothic" pitchFamily="34" charset="-128"/>
              </a:defRPr>
            </a:lvl4pPr>
            <a:lvl5pPr marL="2057400" indent="-228600" eaLnBrk="0" hangingPunct="0">
              <a:defRPr sz="2400">
                <a:solidFill>
                  <a:schemeClr val="tx1"/>
                </a:solidFill>
                <a:latin typeface="Times New Roman" pitchFamily="18" charset="0"/>
                <a:ea typeface="MS PGothic" pitchFamily="34" charset="-128"/>
              </a:defRPr>
            </a:lvl5pPr>
            <a:lvl6pPr marL="25146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pPr eaLnBrk="1" hangingPunct="1">
              <a:defRPr/>
            </a:pPr>
            <a:endParaRPr lang="en-US" altLang="en-US" smtClean="0"/>
          </a:p>
        </p:txBody>
      </p:sp>
      <p:pic>
        <p:nvPicPr>
          <p:cNvPr id="5" name="Picture 3" descr="RBWM logo"/>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105775" y="5229225"/>
            <a:ext cx="749300" cy="1149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extLst>
      <p:ext uri="{BB962C8B-B14F-4D97-AF65-F5344CB8AC3E}">
        <p14:creationId xmlns:p14="http://schemas.microsoft.com/office/powerpoint/2010/main" val="8078862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24652158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extLst>
      <p:ext uri="{BB962C8B-B14F-4D97-AF65-F5344CB8AC3E}">
        <p14:creationId xmlns:p14="http://schemas.microsoft.com/office/powerpoint/2010/main" val="36988260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Rectangle 4"/>
          <p:cNvSpPr>
            <a:spLocks noGrp="1" noChangeArrowheads="1"/>
          </p:cNvSpPr>
          <p:nvPr>
            <p:ph type="dt" sz="half" idx="10"/>
          </p:nvPr>
        </p:nvSpPr>
        <p:spPr>
          <a:xfrm>
            <a:off x="685800" y="6248400"/>
            <a:ext cx="1905000" cy="457200"/>
          </a:xfrm>
          <a:prstGeom prst="rect">
            <a:avLst/>
          </a:prstGeom>
        </p:spPr>
        <p:txBody>
          <a:bodyPr vert="horz" wrap="square" lIns="91440" tIns="45720" rIns="91440" bIns="45720" numCol="1" anchor="t" anchorCtr="0" compatLnSpc="1">
            <a:prstTxWarp prst="textNoShape">
              <a:avLst/>
            </a:prstTxWarp>
          </a:bodyPr>
          <a:lstStyle>
            <a:lvl1pPr>
              <a:defRPr/>
            </a:lvl1pPr>
          </a:lstStyle>
          <a:p>
            <a:pPr>
              <a:defRPr/>
            </a:pPr>
            <a:fld id="{66F4003C-6738-41FC-BD70-AFBCE629531F}" type="datetime1">
              <a:rPr lang="en-GB"/>
              <a:pPr>
                <a:defRPr/>
              </a:pPr>
              <a:t>15/01/2018</a:t>
            </a:fld>
            <a:endParaRPr lang="en-GB"/>
          </a:p>
        </p:txBody>
      </p:sp>
      <p:sp>
        <p:nvSpPr>
          <p:cNvPr id="4" name="Rectangle 5"/>
          <p:cNvSpPr>
            <a:spLocks noGrp="1" noChangeArrowheads="1"/>
          </p:cNvSpPr>
          <p:nvPr>
            <p:ph type="ftr" sz="quarter" idx="11"/>
          </p:nvPr>
        </p:nvSpPr>
        <p:spPr>
          <a:xfrm>
            <a:off x="3124200" y="6248400"/>
            <a:ext cx="2895600" cy="457200"/>
          </a:xfrm>
          <a:prstGeom prst="rect">
            <a:avLst/>
          </a:prstGeom>
        </p:spPr>
        <p:txBody>
          <a:bodyPr/>
          <a:lstStyle>
            <a:lvl1pPr>
              <a:defRPr>
                <a:latin typeface="Times New Roman" pitchFamily="18" charset="0"/>
                <a:ea typeface="+mn-ea"/>
              </a:defRPr>
            </a:lvl1pPr>
          </a:lstStyle>
          <a:p>
            <a:pPr>
              <a:defRPr/>
            </a:pPr>
            <a:endParaRPr lang="en-GB"/>
          </a:p>
        </p:txBody>
      </p:sp>
      <p:sp>
        <p:nvSpPr>
          <p:cNvPr id="5" name="Rectangle 6"/>
          <p:cNvSpPr>
            <a:spLocks noGrp="1" noChangeArrowheads="1"/>
          </p:cNvSpPr>
          <p:nvPr>
            <p:ph type="sldNum" sz="quarter" idx="12"/>
          </p:nvPr>
        </p:nvSpPr>
        <p:spPr>
          <a:xfrm>
            <a:off x="6659563" y="6237288"/>
            <a:ext cx="1905000" cy="457200"/>
          </a:xfrm>
          <a:prstGeom prst="rect">
            <a:avLst/>
          </a:prstGeom>
        </p:spPr>
        <p:txBody>
          <a:bodyPr vert="horz" wrap="square" lIns="91440" tIns="45720" rIns="91440" bIns="45720" numCol="1" anchor="t" anchorCtr="0" compatLnSpc="1">
            <a:prstTxWarp prst="textNoShape">
              <a:avLst/>
            </a:prstTxWarp>
          </a:bodyPr>
          <a:lstStyle>
            <a:lvl1pPr>
              <a:defRPr/>
            </a:lvl1pPr>
          </a:lstStyle>
          <a:p>
            <a:pPr>
              <a:defRPr/>
            </a:pPr>
            <a:fld id="{D8854724-4FFB-415E-BBC6-2B7B0C02FD8B}" type="slidenum">
              <a:rPr lang="en-GB"/>
              <a:pPr>
                <a:defRPr/>
              </a:pPr>
              <a:t>‹#›</a:t>
            </a:fld>
            <a:endParaRPr lang="en-GB"/>
          </a:p>
        </p:txBody>
      </p:sp>
    </p:spTree>
    <p:extLst>
      <p:ext uri="{BB962C8B-B14F-4D97-AF65-F5344CB8AC3E}">
        <p14:creationId xmlns:p14="http://schemas.microsoft.com/office/powerpoint/2010/main" val="21007568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Rectangle 7"/>
          <p:cNvSpPr>
            <a:spLocks noChangeArrowheads="1"/>
          </p:cNvSpPr>
          <p:nvPr userDrawn="1"/>
        </p:nvSpPr>
        <p:spPr bwMode="auto">
          <a:xfrm>
            <a:off x="250825" y="6237288"/>
            <a:ext cx="7777163" cy="144462"/>
          </a:xfrm>
          <a:prstGeom prst="rect">
            <a:avLst/>
          </a:prstGeom>
          <a:solidFill>
            <a:srgbClr val="73267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Times New Roman" pitchFamily="18" charset="0"/>
                <a:ea typeface="MS PGothic" pitchFamily="34" charset="-128"/>
              </a:defRPr>
            </a:lvl1pPr>
            <a:lvl2pPr marL="742950" indent="-285750" eaLnBrk="0" hangingPunct="0">
              <a:defRPr sz="2400">
                <a:solidFill>
                  <a:schemeClr val="tx1"/>
                </a:solidFill>
                <a:latin typeface="Times New Roman" pitchFamily="18" charset="0"/>
                <a:ea typeface="MS PGothic" pitchFamily="34" charset="-128"/>
              </a:defRPr>
            </a:lvl2pPr>
            <a:lvl3pPr marL="1143000" indent="-228600" eaLnBrk="0" hangingPunct="0">
              <a:defRPr sz="2400">
                <a:solidFill>
                  <a:schemeClr val="tx1"/>
                </a:solidFill>
                <a:latin typeface="Times New Roman" pitchFamily="18" charset="0"/>
                <a:ea typeface="MS PGothic" pitchFamily="34" charset="-128"/>
              </a:defRPr>
            </a:lvl3pPr>
            <a:lvl4pPr marL="1600200" indent="-228600" eaLnBrk="0" hangingPunct="0">
              <a:defRPr sz="2400">
                <a:solidFill>
                  <a:schemeClr val="tx1"/>
                </a:solidFill>
                <a:latin typeface="Times New Roman" pitchFamily="18" charset="0"/>
                <a:ea typeface="MS PGothic" pitchFamily="34" charset="-128"/>
              </a:defRPr>
            </a:lvl4pPr>
            <a:lvl5pPr marL="2057400" indent="-228600" eaLnBrk="0" hangingPunct="0">
              <a:defRPr sz="2400">
                <a:solidFill>
                  <a:schemeClr val="tx1"/>
                </a:solidFill>
                <a:latin typeface="Times New Roman" pitchFamily="18" charset="0"/>
                <a:ea typeface="MS PGothic" pitchFamily="34" charset="-128"/>
              </a:defRPr>
            </a:lvl5pPr>
            <a:lvl6pPr marL="25146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pPr eaLnBrk="1" hangingPunct="1">
              <a:defRPr/>
            </a:pPr>
            <a:endParaRPr lang="en-US" altLang="en-US" smtClean="0"/>
          </a:p>
        </p:txBody>
      </p:sp>
      <p:pic>
        <p:nvPicPr>
          <p:cNvPr id="3" name="Picture 3" descr="RBWM logo"/>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105775" y="5229225"/>
            <a:ext cx="749300" cy="1149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4"/>
          <p:cNvSpPr>
            <a:spLocks noGrp="1" noChangeArrowheads="1"/>
          </p:cNvSpPr>
          <p:nvPr>
            <p:ph type="dt" sz="half" idx="10"/>
          </p:nvPr>
        </p:nvSpPr>
        <p:spPr>
          <a:xfrm>
            <a:off x="685800" y="6248400"/>
            <a:ext cx="1905000" cy="457200"/>
          </a:xfrm>
          <a:prstGeom prst="rect">
            <a:avLst/>
          </a:prstGeom>
        </p:spPr>
        <p:txBody>
          <a:bodyPr vert="horz" wrap="square" lIns="91440" tIns="45720" rIns="91440" bIns="45720" numCol="1" anchor="t" anchorCtr="0" compatLnSpc="1">
            <a:prstTxWarp prst="textNoShape">
              <a:avLst/>
            </a:prstTxWarp>
          </a:bodyPr>
          <a:lstStyle>
            <a:lvl1pPr>
              <a:defRPr/>
            </a:lvl1pPr>
          </a:lstStyle>
          <a:p>
            <a:pPr>
              <a:defRPr/>
            </a:pPr>
            <a:fld id="{8F897936-E795-4A52-BB7D-A42C4541CC71}" type="datetime1">
              <a:rPr lang="en-GB"/>
              <a:pPr>
                <a:defRPr/>
              </a:pPr>
              <a:t>15/01/2018</a:t>
            </a:fld>
            <a:endParaRPr lang="en-GB"/>
          </a:p>
        </p:txBody>
      </p:sp>
      <p:sp>
        <p:nvSpPr>
          <p:cNvPr id="5" name="Rectangle 5"/>
          <p:cNvSpPr>
            <a:spLocks noGrp="1" noChangeArrowheads="1"/>
          </p:cNvSpPr>
          <p:nvPr>
            <p:ph type="ftr" sz="quarter" idx="11"/>
          </p:nvPr>
        </p:nvSpPr>
        <p:spPr>
          <a:xfrm>
            <a:off x="3124200" y="6248400"/>
            <a:ext cx="2895600" cy="457200"/>
          </a:xfrm>
          <a:prstGeom prst="rect">
            <a:avLst/>
          </a:prstGeom>
        </p:spPr>
        <p:txBody>
          <a:bodyPr/>
          <a:lstStyle>
            <a:lvl1pPr>
              <a:defRPr>
                <a:latin typeface="Times New Roman" pitchFamily="18" charset="0"/>
                <a:ea typeface="+mn-ea"/>
              </a:defRPr>
            </a:lvl1pPr>
          </a:lstStyle>
          <a:p>
            <a:pPr>
              <a:defRPr/>
            </a:pPr>
            <a:endParaRPr lang="en-GB"/>
          </a:p>
        </p:txBody>
      </p:sp>
      <p:sp>
        <p:nvSpPr>
          <p:cNvPr id="6" name="Rectangle 6"/>
          <p:cNvSpPr>
            <a:spLocks noGrp="1" noChangeArrowheads="1"/>
          </p:cNvSpPr>
          <p:nvPr>
            <p:ph type="sldNum" sz="quarter" idx="12"/>
          </p:nvPr>
        </p:nvSpPr>
        <p:spPr>
          <a:xfrm>
            <a:off x="6659563" y="6237288"/>
            <a:ext cx="1905000" cy="457200"/>
          </a:xfrm>
          <a:prstGeom prst="rect">
            <a:avLst/>
          </a:prstGeom>
        </p:spPr>
        <p:txBody>
          <a:bodyPr vert="horz" wrap="square" lIns="91440" tIns="45720" rIns="91440" bIns="45720" numCol="1" anchor="t" anchorCtr="0" compatLnSpc="1">
            <a:prstTxWarp prst="textNoShape">
              <a:avLst/>
            </a:prstTxWarp>
          </a:bodyPr>
          <a:lstStyle>
            <a:lvl1pPr>
              <a:defRPr/>
            </a:lvl1pPr>
          </a:lstStyle>
          <a:p>
            <a:pPr>
              <a:defRPr/>
            </a:pPr>
            <a:fld id="{873F35B5-BBFA-4553-9578-0B3BCDFBFFAA}" type="slidenum">
              <a:rPr lang="en-GB"/>
              <a:pPr>
                <a:defRPr/>
              </a:pPr>
              <a:t>‹#›</a:t>
            </a:fld>
            <a:endParaRPr lang="en-GB"/>
          </a:p>
        </p:txBody>
      </p:sp>
    </p:spTree>
    <p:extLst>
      <p:ext uri="{BB962C8B-B14F-4D97-AF65-F5344CB8AC3E}">
        <p14:creationId xmlns:p14="http://schemas.microsoft.com/office/powerpoint/2010/main" val="11144549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smtClean="0"/>
              <a:t>Click to edit Master text styles</a:t>
            </a:r>
          </a:p>
        </p:txBody>
      </p:sp>
      <p:sp>
        <p:nvSpPr>
          <p:cNvPr id="5" name="Date Placeholder 4"/>
          <p:cNvSpPr>
            <a:spLocks noGrp="1" noChangeArrowheads="1"/>
          </p:cNvSpPr>
          <p:nvPr>
            <p:ph type="dt" sz="half" idx="10"/>
          </p:nvPr>
        </p:nvSpPr>
        <p:spPr>
          <a:xfrm>
            <a:off x="685800" y="6248400"/>
            <a:ext cx="1905000" cy="457200"/>
          </a:xfrm>
          <a:prstGeom prst="rect">
            <a:avLst/>
          </a:prstGeom>
        </p:spPr>
        <p:txBody>
          <a:bodyPr vert="horz" wrap="square" lIns="91440" tIns="45720" rIns="91440" bIns="45720" numCol="1" anchor="t" anchorCtr="0" compatLnSpc="1">
            <a:prstTxWarp prst="textNoShape">
              <a:avLst/>
            </a:prstTxWarp>
          </a:bodyPr>
          <a:lstStyle>
            <a:lvl1pPr>
              <a:defRPr/>
            </a:lvl1pPr>
          </a:lstStyle>
          <a:p>
            <a:pPr>
              <a:defRPr/>
            </a:pPr>
            <a:fld id="{66E7A34B-FD5E-4F5A-B0F7-A015E01D7F83}" type="datetime1">
              <a:rPr lang="en-GB"/>
              <a:pPr>
                <a:defRPr/>
              </a:pPr>
              <a:t>15/01/2018</a:t>
            </a:fld>
            <a:endParaRPr lang="en-GB"/>
          </a:p>
        </p:txBody>
      </p:sp>
      <p:sp>
        <p:nvSpPr>
          <p:cNvPr id="6" name="Footer Placeholder 5"/>
          <p:cNvSpPr>
            <a:spLocks noGrp="1" noChangeArrowheads="1"/>
          </p:cNvSpPr>
          <p:nvPr>
            <p:ph type="ftr" sz="quarter" idx="11"/>
          </p:nvPr>
        </p:nvSpPr>
        <p:spPr>
          <a:xfrm>
            <a:off x="3124200" y="6248400"/>
            <a:ext cx="2895600" cy="457200"/>
          </a:xfrm>
          <a:prstGeom prst="rect">
            <a:avLst/>
          </a:prstGeom>
        </p:spPr>
        <p:txBody>
          <a:bodyPr/>
          <a:lstStyle>
            <a:lvl1pPr>
              <a:defRPr>
                <a:latin typeface="Times New Roman" pitchFamily="18" charset="0"/>
                <a:ea typeface="+mn-ea"/>
              </a:defRPr>
            </a:lvl1pPr>
          </a:lstStyle>
          <a:p>
            <a:pPr>
              <a:defRPr/>
            </a:pPr>
            <a:endParaRPr lang="en-GB"/>
          </a:p>
        </p:txBody>
      </p:sp>
      <p:sp>
        <p:nvSpPr>
          <p:cNvPr id="7" name="Slide Number Placeholder 6"/>
          <p:cNvSpPr>
            <a:spLocks noGrp="1" noChangeArrowheads="1"/>
          </p:cNvSpPr>
          <p:nvPr>
            <p:ph type="sldNum" sz="quarter" idx="12"/>
          </p:nvPr>
        </p:nvSpPr>
        <p:spPr>
          <a:xfrm>
            <a:off x="6659563" y="6237288"/>
            <a:ext cx="1905000" cy="457200"/>
          </a:xfrm>
          <a:prstGeom prst="rect">
            <a:avLst/>
          </a:prstGeom>
        </p:spPr>
        <p:txBody>
          <a:bodyPr vert="horz" wrap="square" lIns="91440" tIns="45720" rIns="91440" bIns="45720" numCol="1" anchor="t" anchorCtr="0" compatLnSpc="1">
            <a:prstTxWarp prst="textNoShape">
              <a:avLst/>
            </a:prstTxWarp>
          </a:bodyPr>
          <a:lstStyle>
            <a:lvl1pPr>
              <a:defRPr/>
            </a:lvl1pPr>
          </a:lstStyle>
          <a:p>
            <a:pPr>
              <a:defRPr/>
            </a:pPr>
            <a:fld id="{18BB7CEF-913A-4CD2-BCDB-CEFECA428A20}" type="slidenum">
              <a:rPr lang="en-GB"/>
              <a:pPr>
                <a:defRPr/>
              </a:pPr>
              <a:t>‹#›</a:t>
            </a:fld>
            <a:endParaRPr lang="en-GB"/>
          </a:p>
        </p:txBody>
      </p:sp>
    </p:spTree>
    <p:extLst>
      <p:ext uri="{BB962C8B-B14F-4D97-AF65-F5344CB8AC3E}">
        <p14:creationId xmlns:p14="http://schemas.microsoft.com/office/powerpoint/2010/main" val="8715900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smtClean="0"/>
              <a:t>Click to edit Master text styles</a:t>
            </a:r>
          </a:p>
        </p:txBody>
      </p:sp>
    </p:spTree>
    <p:extLst>
      <p:ext uri="{BB962C8B-B14F-4D97-AF65-F5344CB8AC3E}">
        <p14:creationId xmlns:p14="http://schemas.microsoft.com/office/powerpoint/2010/main" val="29965196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Rectangle 4"/>
          <p:cNvSpPr>
            <a:spLocks noGrp="1" noChangeArrowheads="1"/>
          </p:cNvSpPr>
          <p:nvPr>
            <p:ph type="dt" sz="half" idx="10"/>
          </p:nvPr>
        </p:nvSpPr>
        <p:spPr>
          <a:xfrm>
            <a:off x="685800" y="6248400"/>
            <a:ext cx="1905000" cy="457200"/>
          </a:xfrm>
          <a:prstGeom prst="rect">
            <a:avLst/>
          </a:prstGeom>
        </p:spPr>
        <p:txBody>
          <a:bodyPr vert="horz" wrap="square" lIns="91440" tIns="45720" rIns="91440" bIns="45720" numCol="1" anchor="t" anchorCtr="0" compatLnSpc="1">
            <a:prstTxWarp prst="textNoShape">
              <a:avLst/>
            </a:prstTxWarp>
          </a:bodyPr>
          <a:lstStyle>
            <a:lvl1pPr>
              <a:defRPr/>
            </a:lvl1pPr>
          </a:lstStyle>
          <a:p>
            <a:pPr>
              <a:defRPr/>
            </a:pPr>
            <a:fld id="{02357B16-948E-4B4A-900D-38F428561B15}" type="datetime1">
              <a:rPr lang="en-GB"/>
              <a:pPr>
                <a:defRPr/>
              </a:pPr>
              <a:t>15/01/2018</a:t>
            </a:fld>
            <a:endParaRPr lang="en-GB"/>
          </a:p>
        </p:txBody>
      </p:sp>
      <p:sp>
        <p:nvSpPr>
          <p:cNvPr id="5" name="Rectangle 5"/>
          <p:cNvSpPr>
            <a:spLocks noGrp="1" noChangeArrowheads="1"/>
          </p:cNvSpPr>
          <p:nvPr>
            <p:ph type="ftr" sz="quarter" idx="11"/>
          </p:nvPr>
        </p:nvSpPr>
        <p:spPr>
          <a:xfrm>
            <a:off x="3124200" y="6248400"/>
            <a:ext cx="2895600" cy="457200"/>
          </a:xfrm>
          <a:prstGeom prst="rect">
            <a:avLst/>
          </a:prstGeom>
        </p:spPr>
        <p:txBody>
          <a:bodyPr/>
          <a:lstStyle>
            <a:lvl1pPr>
              <a:defRPr>
                <a:latin typeface="Times New Roman" pitchFamily="18" charset="0"/>
                <a:ea typeface="+mn-ea"/>
              </a:defRPr>
            </a:lvl1pPr>
          </a:lstStyle>
          <a:p>
            <a:pPr>
              <a:defRPr/>
            </a:pPr>
            <a:endParaRPr lang="en-GB"/>
          </a:p>
        </p:txBody>
      </p:sp>
      <p:sp>
        <p:nvSpPr>
          <p:cNvPr id="6" name="Rectangle 6"/>
          <p:cNvSpPr>
            <a:spLocks noGrp="1" noChangeArrowheads="1"/>
          </p:cNvSpPr>
          <p:nvPr>
            <p:ph type="sldNum" sz="quarter" idx="12"/>
          </p:nvPr>
        </p:nvSpPr>
        <p:spPr>
          <a:xfrm>
            <a:off x="6659563" y="6237288"/>
            <a:ext cx="1905000" cy="457200"/>
          </a:xfrm>
          <a:prstGeom prst="rect">
            <a:avLst/>
          </a:prstGeom>
        </p:spPr>
        <p:txBody>
          <a:bodyPr vert="horz" wrap="square" lIns="91440" tIns="45720" rIns="91440" bIns="45720" numCol="1" anchor="t" anchorCtr="0" compatLnSpc="1">
            <a:prstTxWarp prst="textNoShape">
              <a:avLst/>
            </a:prstTxWarp>
          </a:bodyPr>
          <a:lstStyle>
            <a:lvl1pPr>
              <a:defRPr/>
            </a:lvl1pPr>
          </a:lstStyle>
          <a:p>
            <a:pPr>
              <a:defRPr/>
            </a:pPr>
            <a:fld id="{6997A6F1-171F-4AF8-97F5-1636272C9144}" type="slidenum">
              <a:rPr lang="en-GB"/>
              <a:pPr>
                <a:defRPr/>
              </a:pPr>
              <a:t>‹#›</a:t>
            </a:fld>
            <a:endParaRPr lang="en-GB"/>
          </a:p>
        </p:txBody>
      </p:sp>
    </p:spTree>
    <p:extLst>
      <p:ext uri="{BB962C8B-B14F-4D97-AF65-F5344CB8AC3E}">
        <p14:creationId xmlns:p14="http://schemas.microsoft.com/office/powerpoint/2010/main" val="11696664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smtClean="0"/>
              <a:t>Click to edit Master title style</a:t>
            </a:r>
            <a:endParaRPr lang="en-GB"/>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Rectangle 4"/>
          <p:cNvSpPr>
            <a:spLocks noGrp="1" noChangeArrowheads="1"/>
          </p:cNvSpPr>
          <p:nvPr>
            <p:ph type="dt" sz="half" idx="10"/>
          </p:nvPr>
        </p:nvSpPr>
        <p:spPr>
          <a:xfrm>
            <a:off x="685800" y="6248400"/>
            <a:ext cx="1905000" cy="457200"/>
          </a:xfrm>
          <a:prstGeom prst="rect">
            <a:avLst/>
          </a:prstGeom>
        </p:spPr>
        <p:txBody>
          <a:bodyPr vert="horz" wrap="square" lIns="91440" tIns="45720" rIns="91440" bIns="45720" numCol="1" anchor="t" anchorCtr="0" compatLnSpc="1">
            <a:prstTxWarp prst="textNoShape">
              <a:avLst/>
            </a:prstTxWarp>
          </a:bodyPr>
          <a:lstStyle>
            <a:lvl1pPr>
              <a:defRPr/>
            </a:lvl1pPr>
          </a:lstStyle>
          <a:p>
            <a:pPr>
              <a:defRPr/>
            </a:pPr>
            <a:fld id="{CA572428-9FAC-4324-9994-55C8D94D3425}" type="datetime1">
              <a:rPr lang="en-GB"/>
              <a:pPr>
                <a:defRPr/>
              </a:pPr>
              <a:t>15/01/2018</a:t>
            </a:fld>
            <a:endParaRPr lang="en-GB"/>
          </a:p>
        </p:txBody>
      </p:sp>
      <p:sp>
        <p:nvSpPr>
          <p:cNvPr id="5" name="Rectangle 5"/>
          <p:cNvSpPr>
            <a:spLocks noGrp="1" noChangeArrowheads="1"/>
          </p:cNvSpPr>
          <p:nvPr>
            <p:ph type="ftr" sz="quarter" idx="11"/>
          </p:nvPr>
        </p:nvSpPr>
        <p:spPr>
          <a:xfrm>
            <a:off x="3124200" y="6248400"/>
            <a:ext cx="2895600" cy="457200"/>
          </a:xfrm>
          <a:prstGeom prst="rect">
            <a:avLst/>
          </a:prstGeom>
        </p:spPr>
        <p:txBody>
          <a:bodyPr/>
          <a:lstStyle>
            <a:lvl1pPr>
              <a:defRPr>
                <a:latin typeface="Times New Roman" pitchFamily="18" charset="0"/>
                <a:ea typeface="+mn-ea"/>
              </a:defRPr>
            </a:lvl1pPr>
          </a:lstStyle>
          <a:p>
            <a:pPr>
              <a:defRPr/>
            </a:pPr>
            <a:endParaRPr lang="en-GB"/>
          </a:p>
        </p:txBody>
      </p:sp>
      <p:sp>
        <p:nvSpPr>
          <p:cNvPr id="6" name="Rectangle 6"/>
          <p:cNvSpPr>
            <a:spLocks noGrp="1" noChangeArrowheads="1"/>
          </p:cNvSpPr>
          <p:nvPr>
            <p:ph type="sldNum" sz="quarter" idx="12"/>
          </p:nvPr>
        </p:nvSpPr>
        <p:spPr>
          <a:xfrm>
            <a:off x="6659563" y="6237288"/>
            <a:ext cx="1905000" cy="457200"/>
          </a:xfrm>
          <a:prstGeom prst="rect">
            <a:avLst/>
          </a:prstGeom>
        </p:spPr>
        <p:txBody>
          <a:bodyPr vert="horz" wrap="square" lIns="91440" tIns="45720" rIns="91440" bIns="45720" numCol="1" anchor="t" anchorCtr="0" compatLnSpc="1">
            <a:prstTxWarp prst="textNoShape">
              <a:avLst/>
            </a:prstTxWarp>
          </a:bodyPr>
          <a:lstStyle>
            <a:lvl1pPr>
              <a:defRPr/>
            </a:lvl1pPr>
          </a:lstStyle>
          <a:p>
            <a:pPr>
              <a:defRPr/>
            </a:pPr>
            <a:fld id="{FEE0D5A8-55DD-4B37-923E-F5B356956D74}" type="slidenum">
              <a:rPr lang="en-GB"/>
              <a:pPr>
                <a:defRPr/>
              </a:pPr>
              <a:t>‹#›</a:t>
            </a:fld>
            <a:endParaRPr lang="en-GB"/>
          </a:p>
        </p:txBody>
      </p:sp>
    </p:spTree>
    <p:extLst>
      <p:ext uri="{BB962C8B-B14F-4D97-AF65-F5344CB8AC3E}">
        <p14:creationId xmlns:p14="http://schemas.microsoft.com/office/powerpoint/2010/main" val="387178958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685800" y="609600"/>
            <a:ext cx="7772400" cy="54864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3" name="Date Placeholder 2"/>
          <p:cNvSpPr>
            <a:spLocks noGrp="1"/>
          </p:cNvSpPr>
          <p:nvPr>
            <p:ph type="dt" sz="half" idx="10"/>
          </p:nvPr>
        </p:nvSpPr>
        <p:spPr>
          <a:xfrm>
            <a:off x="685800" y="6248400"/>
            <a:ext cx="1905000" cy="457200"/>
          </a:xfrm>
          <a:prstGeom prst="rect">
            <a:avLst/>
          </a:prstGeom>
        </p:spPr>
        <p:txBody>
          <a:bodyPr vert="horz" wrap="square" lIns="91440" tIns="45720" rIns="91440" bIns="45720" numCol="1" anchor="t" anchorCtr="0" compatLnSpc="1">
            <a:prstTxWarp prst="textNoShape">
              <a:avLst/>
            </a:prstTxWarp>
          </a:bodyPr>
          <a:lstStyle>
            <a:lvl1pPr>
              <a:defRPr/>
            </a:lvl1pPr>
          </a:lstStyle>
          <a:p>
            <a:pPr>
              <a:defRPr/>
            </a:pPr>
            <a:fld id="{B2C003A3-ECE7-451A-A269-EC3993D07DC1}" type="datetime1">
              <a:rPr lang="en-GB"/>
              <a:pPr>
                <a:defRPr/>
              </a:pPr>
              <a:t>15/01/2018</a:t>
            </a:fld>
            <a:endParaRPr lang="en-GB"/>
          </a:p>
        </p:txBody>
      </p:sp>
      <p:sp>
        <p:nvSpPr>
          <p:cNvPr id="4" name="Footer Placeholder 3"/>
          <p:cNvSpPr>
            <a:spLocks noGrp="1"/>
          </p:cNvSpPr>
          <p:nvPr>
            <p:ph type="ftr" sz="quarter" idx="11"/>
          </p:nvPr>
        </p:nvSpPr>
        <p:spPr>
          <a:xfrm>
            <a:off x="3124200" y="6248400"/>
            <a:ext cx="2895600" cy="457200"/>
          </a:xfrm>
          <a:prstGeom prst="rect">
            <a:avLst/>
          </a:prstGeom>
        </p:spPr>
        <p:txBody>
          <a:bodyPr/>
          <a:lstStyle>
            <a:lvl1pPr>
              <a:defRPr>
                <a:latin typeface="Times New Roman" pitchFamily="18" charset="0"/>
                <a:ea typeface="+mn-ea"/>
              </a:defRPr>
            </a:lvl1pPr>
          </a:lstStyle>
          <a:p>
            <a:pPr>
              <a:defRPr/>
            </a:pPr>
            <a:endParaRPr lang="en-GB"/>
          </a:p>
        </p:txBody>
      </p:sp>
      <p:sp>
        <p:nvSpPr>
          <p:cNvPr id="5" name="Slide Number Placeholder 4"/>
          <p:cNvSpPr>
            <a:spLocks noGrp="1"/>
          </p:cNvSpPr>
          <p:nvPr>
            <p:ph type="sldNum" sz="quarter" idx="12"/>
          </p:nvPr>
        </p:nvSpPr>
        <p:spPr>
          <a:xfrm>
            <a:off x="6659563" y="6237288"/>
            <a:ext cx="1905000" cy="457200"/>
          </a:xfrm>
          <a:prstGeom prst="rect">
            <a:avLst/>
          </a:prstGeom>
        </p:spPr>
        <p:txBody>
          <a:bodyPr vert="horz" wrap="square" lIns="91440" tIns="45720" rIns="91440" bIns="45720" numCol="1" anchor="t" anchorCtr="0" compatLnSpc="1">
            <a:prstTxWarp prst="textNoShape">
              <a:avLst/>
            </a:prstTxWarp>
          </a:bodyPr>
          <a:lstStyle>
            <a:lvl1pPr>
              <a:defRPr/>
            </a:lvl1pPr>
          </a:lstStyle>
          <a:p>
            <a:pPr>
              <a:defRPr/>
            </a:pPr>
            <a:fld id="{2E938A0A-4712-4445-A12D-E3A42BB07F6D}" type="slidenum">
              <a:rPr lang="en-GB"/>
              <a:pPr>
                <a:defRPr/>
              </a:pPr>
              <a:t>‹#›</a:t>
            </a:fld>
            <a:endParaRPr lang="en-GB"/>
          </a:p>
        </p:txBody>
      </p:sp>
    </p:spTree>
    <p:extLst>
      <p:ext uri="{BB962C8B-B14F-4D97-AF65-F5344CB8AC3E}">
        <p14:creationId xmlns:p14="http://schemas.microsoft.com/office/powerpoint/2010/main" val="58637743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914400" y="1600200"/>
            <a:ext cx="38100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4876800" y="1600200"/>
            <a:ext cx="38100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Rectangle 9"/>
          <p:cNvSpPr>
            <a:spLocks noGrp="1" noChangeArrowheads="1"/>
          </p:cNvSpPr>
          <p:nvPr>
            <p:ph type="dt" sz="half" idx="10"/>
          </p:nvPr>
        </p:nvSpPr>
        <p:spPr>
          <a:xfrm>
            <a:off x="914400" y="6251575"/>
            <a:ext cx="1981200" cy="457200"/>
          </a:xfrm>
          <a:prstGeom prst="rect">
            <a:avLst/>
          </a:prstGeom>
          <a:ln/>
        </p:spPr>
        <p:txBody>
          <a:bodyPr/>
          <a:lstStyle>
            <a:lvl1pPr>
              <a:defRPr/>
            </a:lvl1pPr>
          </a:lstStyle>
          <a:p>
            <a:pPr>
              <a:defRPr/>
            </a:pPr>
            <a:endParaRPr lang="en-GB" altLang="en-US"/>
          </a:p>
        </p:txBody>
      </p:sp>
      <p:sp>
        <p:nvSpPr>
          <p:cNvPr id="6" name="Rectangle 10"/>
          <p:cNvSpPr>
            <a:spLocks noGrp="1" noChangeArrowheads="1"/>
          </p:cNvSpPr>
          <p:nvPr>
            <p:ph type="ftr" sz="quarter" idx="11"/>
          </p:nvPr>
        </p:nvSpPr>
        <p:spPr>
          <a:xfrm>
            <a:off x="3352800" y="6248400"/>
            <a:ext cx="2971800" cy="457200"/>
          </a:xfrm>
          <a:prstGeom prst="rect">
            <a:avLst/>
          </a:prstGeom>
          <a:ln/>
        </p:spPr>
        <p:txBody>
          <a:bodyPr/>
          <a:lstStyle>
            <a:lvl1pPr>
              <a:defRPr/>
            </a:lvl1pPr>
          </a:lstStyle>
          <a:p>
            <a:pPr>
              <a:defRPr/>
            </a:pPr>
            <a:endParaRPr lang="en-GB" altLang="en-US"/>
          </a:p>
        </p:txBody>
      </p:sp>
      <p:sp>
        <p:nvSpPr>
          <p:cNvPr id="7" name="Rectangle 11"/>
          <p:cNvSpPr>
            <a:spLocks noGrp="1" noChangeArrowheads="1"/>
          </p:cNvSpPr>
          <p:nvPr>
            <p:ph type="sldNum" sz="quarter" idx="12"/>
          </p:nvPr>
        </p:nvSpPr>
        <p:spPr>
          <a:xfrm>
            <a:off x="6781800" y="6248400"/>
            <a:ext cx="1905000" cy="457200"/>
          </a:xfrm>
          <a:prstGeom prst="rect">
            <a:avLst/>
          </a:prstGeom>
          <a:ln/>
        </p:spPr>
        <p:txBody>
          <a:bodyPr/>
          <a:lstStyle>
            <a:lvl1pPr>
              <a:defRPr/>
            </a:lvl1pPr>
          </a:lstStyle>
          <a:p>
            <a:pPr>
              <a:defRPr/>
            </a:pPr>
            <a:fld id="{FA38320F-5195-4F69-9875-D65899583AE3}" type="slidenum">
              <a:rPr lang="en-GB" altLang="en-US"/>
              <a:pPr>
                <a:defRPr/>
              </a:pPr>
              <a:t>‹#›</a:t>
            </a:fld>
            <a:endParaRPr lang="en-GB" altLang="en-US"/>
          </a:p>
        </p:txBody>
      </p:sp>
    </p:spTree>
    <p:extLst>
      <p:ext uri="{BB962C8B-B14F-4D97-AF65-F5344CB8AC3E}">
        <p14:creationId xmlns:p14="http://schemas.microsoft.com/office/powerpoint/2010/main" val="50606891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GB"/>
          </a:p>
        </p:txBody>
      </p:sp>
      <p:sp>
        <p:nvSpPr>
          <p:cNvPr id="4" name="Date Placeholder 3"/>
          <p:cNvSpPr>
            <a:spLocks noGrp="1"/>
          </p:cNvSpPr>
          <p:nvPr>
            <p:ph type="dt" sz="half" idx="10"/>
          </p:nvPr>
        </p:nvSpPr>
        <p:spPr/>
        <p:txBody>
          <a:bodyPr/>
          <a:lstStyle>
            <a:lvl1pPr>
              <a:defRPr/>
            </a:lvl1pPr>
          </a:lstStyle>
          <a:p>
            <a:pPr>
              <a:defRPr/>
            </a:pPr>
            <a:fld id="{539A5168-D90F-49C0-A2E7-11A2C1B3DCBC}" type="datetime1">
              <a:rPr lang="en-GB"/>
              <a:pPr>
                <a:defRPr/>
              </a:pPr>
              <a:t>15/01/2018</a:t>
            </a:fld>
            <a:endParaRPr lang="en-GB"/>
          </a:p>
        </p:txBody>
      </p:sp>
      <p:sp>
        <p:nvSpPr>
          <p:cNvPr id="5" name="Footer Placeholder 4"/>
          <p:cNvSpPr>
            <a:spLocks noGrp="1"/>
          </p:cNvSpPr>
          <p:nvPr>
            <p:ph type="ftr" sz="quarter" idx="11"/>
          </p:nvPr>
        </p:nvSpPr>
        <p:spPr/>
        <p:txBody>
          <a:bodyPr/>
          <a:lstStyle>
            <a:lvl1pPr>
              <a:defRPr/>
            </a:lvl1pPr>
          </a:lstStyle>
          <a:p>
            <a:pPr>
              <a:defRPr/>
            </a:pPr>
            <a:endParaRPr lang="en-GB"/>
          </a:p>
        </p:txBody>
      </p:sp>
      <p:sp>
        <p:nvSpPr>
          <p:cNvPr id="6" name="Slide Number Placeholder 5"/>
          <p:cNvSpPr>
            <a:spLocks noGrp="1"/>
          </p:cNvSpPr>
          <p:nvPr>
            <p:ph type="sldNum" sz="quarter" idx="12"/>
          </p:nvPr>
        </p:nvSpPr>
        <p:spPr/>
        <p:txBody>
          <a:bodyPr/>
          <a:lstStyle>
            <a:lvl1pPr>
              <a:defRPr/>
            </a:lvl1pPr>
          </a:lstStyle>
          <a:p>
            <a:pPr>
              <a:defRPr/>
            </a:pPr>
            <a:fld id="{A528CF26-C294-4E99-A965-541338BCD376}" type="slidenum">
              <a:rPr lang="en-GB"/>
              <a:pPr>
                <a:defRPr/>
              </a:pPr>
              <a:t>‹#›</a:t>
            </a:fld>
            <a:endParaRPr lang="en-GB"/>
          </a:p>
        </p:txBody>
      </p:sp>
    </p:spTree>
    <p:extLst>
      <p:ext uri="{BB962C8B-B14F-4D97-AF65-F5344CB8AC3E}">
        <p14:creationId xmlns:p14="http://schemas.microsoft.com/office/powerpoint/2010/main" val="721925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lvl1pPr>
              <a:defRPr/>
            </a:lvl1pPr>
          </a:lstStyle>
          <a:p>
            <a:pPr>
              <a:defRPr/>
            </a:pPr>
            <a:fld id="{DB041A03-9E4F-4A28-BA3C-3E710AC50BFB}" type="datetime1">
              <a:rPr lang="en-GB"/>
              <a:pPr>
                <a:defRPr/>
              </a:pPr>
              <a:t>15/01/2018</a:t>
            </a:fld>
            <a:endParaRPr lang="en-GB"/>
          </a:p>
        </p:txBody>
      </p:sp>
      <p:sp>
        <p:nvSpPr>
          <p:cNvPr id="5" name="Footer Placeholder 4"/>
          <p:cNvSpPr>
            <a:spLocks noGrp="1"/>
          </p:cNvSpPr>
          <p:nvPr>
            <p:ph type="ftr" sz="quarter" idx="11"/>
          </p:nvPr>
        </p:nvSpPr>
        <p:spPr/>
        <p:txBody>
          <a:bodyPr/>
          <a:lstStyle>
            <a:lvl1pPr>
              <a:defRPr/>
            </a:lvl1pPr>
          </a:lstStyle>
          <a:p>
            <a:pPr>
              <a:defRPr/>
            </a:pPr>
            <a:endParaRPr lang="en-GB"/>
          </a:p>
        </p:txBody>
      </p:sp>
      <p:sp>
        <p:nvSpPr>
          <p:cNvPr id="6" name="Slide Number Placeholder 5"/>
          <p:cNvSpPr>
            <a:spLocks noGrp="1"/>
          </p:cNvSpPr>
          <p:nvPr>
            <p:ph type="sldNum" sz="quarter" idx="12"/>
          </p:nvPr>
        </p:nvSpPr>
        <p:spPr/>
        <p:txBody>
          <a:bodyPr/>
          <a:lstStyle>
            <a:lvl1pPr>
              <a:defRPr/>
            </a:lvl1pPr>
          </a:lstStyle>
          <a:p>
            <a:pPr>
              <a:defRPr/>
            </a:pPr>
            <a:fld id="{9B6C8A12-96ED-4E9C-98E7-9A79975CB8EB}" type="slidenum">
              <a:rPr lang="en-GB"/>
              <a:pPr>
                <a:defRPr/>
              </a:pPr>
              <a:t>‹#›</a:t>
            </a:fld>
            <a:endParaRPr lang="en-GB"/>
          </a:p>
        </p:txBody>
      </p:sp>
    </p:spTree>
    <p:extLst>
      <p:ext uri="{BB962C8B-B14F-4D97-AF65-F5344CB8AC3E}">
        <p14:creationId xmlns:p14="http://schemas.microsoft.com/office/powerpoint/2010/main" val="36674391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fld id="{09967D6E-5AC9-4AE8-B48F-7966E1C96FA1}" type="datetime1">
              <a:rPr lang="en-GB"/>
              <a:pPr>
                <a:defRPr/>
              </a:pPr>
              <a:t>15/01/2018</a:t>
            </a:fld>
            <a:endParaRPr lang="en-GB"/>
          </a:p>
        </p:txBody>
      </p:sp>
      <p:sp>
        <p:nvSpPr>
          <p:cNvPr id="5" name="Footer Placeholder 4"/>
          <p:cNvSpPr>
            <a:spLocks noGrp="1"/>
          </p:cNvSpPr>
          <p:nvPr>
            <p:ph type="ftr" sz="quarter" idx="11"/>
          </p:nvPr>
        </p:nvSpPr>
        <p:spPr/>
        <p:txBody>
          <a:bodyPr/>
          <a:lstStyle>
            <a:lvl1pPr>
              <a:defRPr/>
            </a:lvl1pPr>
          </a:lstStyle>
          <a:p>
            <a:pPr>
              <a:defRPr/>
            </a:pPr>
            <a:endParaRPr lang="en-GB"/>
          </a:p>
        </p:txBody>
      </p:sp>
      <p:sp>
        <p:nvSpPr>
          <p:cNvPr id="6" name="Slide Number Placeholder 5"/>
          <p:cNvSpPr>
            <a:spLocks noGrp="1"/>
          </p:cNvSpPr>
          <p:nvPr>
            <p:ph type="sldNum" sz="quarter" idx="12"/>
          </p:nvPr>
        </p:nvSpPr>
        <p:spPr/>
        <p:txBody>
          <a:bodyPr/>
          <a:lstStyle>
            <a:lvl1pPr>
              <a:defRPr/>
            </a:lvl1pPr>
          </a:lstStyle>
          <a:p>
            <a:pPr>
              <a:defRPr/>
            </a:pPr>
            <a:fld id="{0AC7B07B-B092-419F-8487-9BC78B49CBBE}" type="slidenum">
              <a:rPr lang="en-GB"/>
              <a:pPr>
                <a:defRPr/>
              </a:pPr>
              <a:t>‹#›</a:t>
            </a:fld>
            <a:endParaRPr lang="en-GB"/>
          </a:p>
        </p:txBody>
      </p:sp>
    </p:spTree>
    <p:extLst>
      <p:ext uri="{BB962C8B-B14F-4D97-AF65-F5344CB8AC3E}">
        <p14:creationId xmlns:p14="http://schemas.microsoft.com/office/powerpoint/2010/main" val="267073344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Date Placeholder 3"/>
          <p:cNvSpPr>
            <a:spLocks noGrp="1"/>
          </p:cNvSpPr>
          <p:nvPr>
            <p:ph type="dt" sz="half" idx="10"/>
          </p:nvPr>
        </p:nvSpPr>
        <p:spPr/>
        <p:txBody>
          <a:bodyPr/>
          <a:lstStyle>
            <a:lvl1pPr>
              <a:defRPr/>
            </a:lvl1pPr>
          </a:lstStyle>
          <a:p>
            <a:pPr>
              <a:defRPr/>
            </a:pPr>
            <a:fld id="{95DA920B-EA4B-4F36-A89A-5B9321645AC6}" type="datetime1">
              <a:rPr lang="en-GB"/>
              <a:pPr>
                <a:defRPr/>
              </a:pPr>
              <a:t>15/01/2018</a:t>
            </a:fld>
            <a:endParaRPr lang="en-GB"/>
          </a:p>
        </p:txBody>
      </p:sp>
      <p:sp>
        <p:nvSpPr>
          <p:cNvPr id="6" name="Footer Placeholder 4"/>
          <p:cNvSpPr>
            <a:spLocks noGrp="1"/>
          </p:cNvSpPr>
          <p:nvPr>
            <p:ph type="ftr" sz="quarter" idx="11"/>
          </p:nvPr>
        </p:nvSpPr>
        <p:spPr/>
        <p:txBody>
          <a:bodyPr/>
          <a:lstStyle>
            <a:lvl1pPr>
              <a:defRPr/>
            </a:lvl1pPr>
          </a:lstStyle>
          <a:p>
            <a:pPr>
              <a:defRPr/>
            </a:pPr>
            <a:endParaRPr lang="en-GB"/>
          </a:p>
        </p:txBody>
      </p:sp>
      <p:sp>
        <p:nvSpPr>
          <p:cNvPr id="7" name="Slide Number Placeholder 5"/>
          <p:cNvSpPr>
            <a:spLocks noGrp="1"/>
          </p:cNvSpPr>
          <p:nvPr>
            <p:ph type="sldNum" sz="quarter" idx="12"/>
          </p:nvPr>
        </p:nvSpPr>
        <p:spPr/>
        <p:txBody>
          <a:bodyPr/>
          <a:lstStyle>
            <a:lvl1pPr>
              <a:defRPr/>
            </a:lvl1pPr>
          </a:lstStyle>
          <a:p>
            <a:pPr>
              <a:defRPr/>
            </a:pPr>
            <a:fld id="{9B115315-7ABB-42D4-8681-04AF0B8A40A1}" type="slidenum">
              <a:rPr lang="en-GB"/>
              <a:pPr>
                <a:defRPr/>
              </a:pPr>
              <a:t>‹#›</a:t>
            </a:fld>
            <a:endParaRPr lang="en-GB"/>
          </a:p>
        </p:txBody>
      </p:sp>
    </p:spTree>
    <p:extLst>
      <p:ext uri="{BB962C8B-B14F-4D97-AF65-F5344CB8AC3E}">
        <p14:creationId xmlns:p14="http://schemas.microsoft.com/office/powerpoint/2010/main" val="62734989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7" name="Date Placeholder 3"/>
          <p:cNvSpPr>
            <a:spLocks noGrp="1"/>
          </p:cNvSpPr>
          <p:nvPr>
            <p:ph type="dt" sz="half" idx="10"/>
          </p:nvPr>
        </p:nvSpPr>
        <p:spPr/>
        <p:txBody>
          <a:bodyPr/>
          <a:lstStyle>
            <a:lvl1pPr>
              <a:defRPr/>
            </a:lvl1pPr>
          </a:lstStyle>
          <a:p>
            <a:pPr>
              <a:defRPr/>
            </a:pPr>
            <a:fld id="{8F2A2316-72AC-4317-B2B9-0F141537F0F1}" type="datetime1">
              <a:rPr lang="en-GB"/>
              <a:pPr>
                <a:defRPr/>
              </a:pPr>
              <a:t>15/01/2018</a:t>
            </a:fld>
            <a:endParaRPr lang="en-GB"/>
          </a:p>
        </p:txBody>
      </p:sp>
      <p:sp>
        <p:nvSpPr>
          <p:cNvPr id="8" name="Footer Placeholder 4"/>
          <p:cNvSpPr>
            <a:spLocks noGrp="1"/>
          </p:cNvSpPr>
          <p:nvPr>
            <p:ph type="ftr" sz="quarter" idx="11"/>
          </p:nvPr>
        </p:nvSpPr>
        <p:spPr/>
        <p:txBody>
          <a:bodyPr/>
          <a:lstStyle>
            <a:lvl1pPr>
              <a:defRPr/>
            </a:lvl1pPr>
          </a:lstStyle>
          <a:p>
            <a:pPr>
              <a:defRPr/>
            </a:pPr>
            <a:endParaRPr lang="en-GB"/>
          </a:p>
        </p:txBody>
      </p:sp>
      <p:sp>
        <p:nvSpPr>
          <p:cNvPr id="9" name="Slide Number Placeholder 5"/>
          <p:cNvSpPr>
            <a:spLocks noGrp="1"/>
          </p:cNvSpPr>
          <p:nvPr>
            <p:ph type="sldNum" sz="quarter" idx="12"/>
          </p:nvPr>
        </p:nvSpPr>
        <p:spPr/>
        <p:txBody>
          <a:bodyPr/>
          <a:lstStyle>
            <a:lvl1pPr>
              <a:defRPr/>
            </a:lvl1pPr>
          </a:lstStyle>
          <a:p>
            <a:pPr>
              <a:defRPr/>
            </a:pPr>
            <a:fld id="{7AC61D97-E701-4210-832C-56C8BF514541}" type="slidenum">
              <a:rPr lang="en-GB"/>
              <a:pPr>
                <a:defRPr/>
              </a:pPr>
              <a:t>‹#›</a:t>
            </a:fld>
            <a:endParaRPr lang="en-GB"/>
          </a:p>
        </p:txBody>
      </p:sp>
    </p:spTree>
    <p:extLst>
      <p:ext uri="{BB962C8B-B14F-4D97-AF65-F5344CB8AC3E}">
        <p14:creationId xmlns:p14="http://schemas.microsoft.com/office/powerpoint/2010/main" val="88800730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Date Placeholder 3"/>
          <p:cNvSpPr>
            <a:spLocks noGrp="1"/>
          </p:cNvSpPr>
          <p:nvPr>
            <p:ph type="dt" sz="half" idx="10"/>
          </p:nvPr>
        </p:nvSpPr>
        <p:spPr/>
        <p:txBody>
          <a:bodyPr/>
          <a:lstStyle>
            <a:lvl1pPr>
              <a:defRPr/>
            </a:lvl1pPr>
          </a:lstStyle>
          <a:p>
            <a:pPr>
              <a:defRPr/>
            </a:pPr>
            <a:fld id="{D6C3D48B-1A0B-45F1-B9CA-9EC17A365BED}" type="datetime1">
              <a:rPr lang="en-GB"/>
              <a:pPr>
                <a:defRPr/>
              </a:pPr>
              <a:t>15/01/2018</a:t>
            </a:fld>
            <a:endParaRPr lang="en-GB"/>
          </a:p>
        </p:txBody>
      </p:sp>
      <p:sp>
        <p:nvSpPr>
          <p:cNvPr id="4" name="Footer Placeholder 4"/>
          <p:cNvSpPr>
            <a:spLocks noGrp="1"/>
          </p:cNvSpPr>
          <p:nvPr>
            <p:ph type="ftr" sz="quarter" idx="11"/>
          </p:nvPr>
        </p:nvSpPr>
        <p:spPr/>
        <p:txBody>
          <a:bodyPr/>
          <a:lstStyle>
            <a:lvl1pPr>
              <a:defRPr/>
            </a:lvl1pPr>
          </a:lstStyle>
          <a:p>
            <a:pPr>
              <a:defRPr/>
            </a:pPr>
            <a:endParaRPr lang="en-GB"/>
          </a:p>
        </p:txBody>
      </p:sp>
      <p:sp>
        <p:nvSpPr>
          <p:cNvPr id="5" name="Slide Number Placeholder 5"/>
          <p:cNvSpPr>
            <a:spLocks noGrp="1"/>
          </p:cNvSpPr>
          <p:nvPr>
            <p:ph type="sldNum" sz="quarter" idx="12"/>
          </p:nvPr>
        </p:nvSpPr>
        <p:spPr/>
        <p:txBody>
          <a:bodyPr/>
          <a:lstStyle>
            <a:lvl1pPr>
              <a:defRPr/>
            </a:lvl1pPr>
          </a:lstStyle>
          <a:p>
            <a:pPr>
              <a:defRPr/>
            </a:pPr>
            <a:fld id="{5996F801-FE17-46A8-92DF-3FFA59D64D2D}" type="slidenum">
              <a:rPr lang="en-GB"/>
              <a:pPr>
                <a:defRPr/>
              </a:pPr>
              <a:t>‹#›</a:t>
            </a:fld>
            <a:endParaRPr lang="en-GB"/>
          </a:p>
        </p:txBody>
      </p:sp>
    </p:spTree>
    <p:extLst>
      <p:ext uri="{BB962C8B-B14F-4D97-AF65-F5344CB8AC3E}">
        <p14:creationId xmlns:p14="http://schemas.microsoft.com/office/powerpoint/2010/main" val="70241527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E65D781D-EE82-4E6C-B265-C1E2BE85CBEB}" type="datetime1">
              <a:rPr lang="en-GB"/>
              <a:pPr>
                <a:defRPr/>
              </a:pPr>
              <a:t>15/01/2018</a:t>
            </a:fld>
            <a:endParaRPr lang="en-GB"/>
          </a:p>
        </p:txBody>
      </p:sp>
      <p:sp>
        <p:nvSpPr>
          <p:cNvPr id="3" name="Footer Placeholder 4"/>
          <p:cNvSpPr>
            <a:spLocks noGrp="1"/>
          </p:cNvSpPr>
          <p:nvPr>
            <p:ph type="ftr" sz="quarter" idx="11"/>
          </p:nvPr>
        </p:nvSpPr>
        <p:spPr/>
        <p:txBody>
          <a:bodyPr/>
          <a:lstStyle>
            <a:lvl1pPr>
              <a:defRPr/>
            </a:lvl1pPr>
          </a:lstStyle>
          <a:p>
            <a:pPr>
              <a:defRPr/>
            </a:pPr>
            <a:endParaRPr lang="en-GB"/>
          </a:p>
        </p:txBody>
      </p:sp>
      <p:sp>
        <p:nvSpPr>
          <p:cNvPr id="4" name="Slide Number Placeholder 5"/>
          <p:cNvSpPr>
            <a:spLocks noGrp="1"/>
          </p:cNvSpPr>
          <p:nvPr>
            <p:ph type="sldNum" sz="quarter" idx="12"/>
          </p:nvPr>
        </p:nvSpPr>
        <p:spPr/>
        <p:txBody>
          <a:bodyPr/>
          <a:lstStyle>
            <a:lvl1pPr>
              <a:defRPr/>
            </a:lvl1pPr>
          </a:lstStyle>
          <a:p>
            <a:pPr>
              <a:defRPr/>
            </a:pPr>
            <a:fld id="{19500BD9-FFAA-48B2-9D64-DA569C62C80F}" type="slidenum">
              <a:rPr lang="en-GB"/>
              <a:pPr>
                <a:defRPr/>
              </a:pPr>
              <a:t>‹#›</a:t>
            </a:fld>
            <a:endParaRPr lang="en-GB"/>
          </a:p>
        </p:txBody>
      </p:sp>
    </p:spTree>
    <p:extLst>
      <p:ext uri="{BB962C8B-B14F-4D97-AF65-F5344CB8AC3E}">
        <p14:creationId xmlns:p14="http://schemas.microsoft.com/office/powerpoint/2010/main" val="15495876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06174833-F6D9-4513-80F4-C51AC573DD52}" type="datetime1">
              <a:rPr lang="en-GB"/>
              <a:pPr>
                <a:defRPr/>
              </a:pPr>
              <a:t>15/01/2018</a:t>
            </a:fld>
            <a:endParaRPr lang="en-GB"/>
          </a:p>
        </p:txBody>
      </p:sp>
      <p:sp>
        <p:nvSpPr>
          <p:cNvPr id="6" name="Footer Placeholder 4"/>
          <p:cNvSpPr>
            <a:spLocks noGrp="1"/>
          </p:cNvSpPr>
          <p:nvPr>
            <p:ph type="ftr" sz="quarter" idx="11"/>
          </p:nvPr>
        </p:nvSpPr>
        <p:spPr/>
        <p:txBody>
          <a:bodyPr/>
          <a:lstStyle>
            <a:lvl1pPr>
              <a:defRPr/>
            </a:lvl1pPr>
          </a:lstStyle>
          <a:p>
            <a:pPr>
              <a:defRPr/>
            </a:pPr>
            <a:endParaRPr lang="en-GB"/>
          </a:p>
        </p:txBody>
      </p:sp>
      <p:sp>
        <p:nvSpPr>
          <p:cNvPr id="7" name="Slide Number Placeholder 5"/>
          <p:cNvSpPr>
            <a:spLocks noGrp="1"/>
          </p:cNvSpPr>
          <p:nvPr>
            <p:ph type="sldNum" sz="quarter" idx="12"/>
          </p:nvPr>
        </p:nvSpPr>
        <p:spPr/>
        <p:txBody>
          <a:bodyPr/>
          <a:lstStyle>
            <a:lvl1pPr>
              <a:defRPr/>
            </a:lvl1pPr>
          </a:lstStyle>
          <a:p>
            <a:pPr>
              <a:defRPr/>
            </a:pPr>
            <a:fld id="{D95E664D-6DC6-47FE-A53E-8D5B344DF549}" type="slidenum">
              <a:rPr lang="en-GB"/>
              <a:pPr>
                <a:defRPr/>
              </a:pPr>
              <a:t>‹#›</a:t>
            </a:fld>
            <a:endParaRPr lang="en-GB"/>
          </a:p>
        </p:txBody>
      </p:sp>
    </p:spTree>
    <p:extLst>
      <p:ext uri="{BB962C8B-B14F-4D97-AF65-F5344CB8AC3E}">
        <p14:creationId xmlns:p14="http://schemas.microsoft.com/office/powerpoint/2010/main" val="180450633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60832145-82AB-492B-8153-BFBD18891961}" type="datetime1">
              <a:rPr lang="en-GB"/>
              <a:pPr>
                <a:defRPr/>
              </a:pPr>
              <a:t>15/01/2018</a:t>
            </a:fld>
            <a:endParaRPr lang="en-GB"/>
          </a:p>
        </p:txBody>
      </p:sp>
      <p:sp>
        <p:nvSpPr>
          <p:cNvPr id="6" name="Footer Placeholder 4"/>
          <p:cNvSpPr>
            <a:spLocks noGrp="1"/>
          </p:cNvSpPr>
          <p:nvPr>
            <p:ph type="ftr" sz="quarter" idx="11"/>
          </p:nvPr>
        </p:nvSpPr>
        <p:spPr/>
        <p:txBody>
          <a:bodyPr/>
          <a:lstStyle>
            <a:lvl1pPr>
              <a:defRPr/>
            </a:lvl1pPr>
          </a:lstStyle>
          <a:p>
            <a:pPr>
              <a:defRPr/>
            </a:pPr>
            <a:endParaRPr lang="en-GB"/>
          </a:p>
        </p:txBody>
      </p:sp>
      <p:sp>
        <p:nvSpPr>
          <p:cNvPr id="7" name="Slide Number Placeholder 5"/>
          <p:cNvSpPr>
            <a:spLocks noGrp="1"/>
          </p:cNvSpPr>
          <p:nvPr>
            <p:ph type="sldNum" sz="quarter" idx="12"/>
          </p:nvPr>
        </p:nvSpPr>
        <p:spPr/>
        <p:txBody>
          <a:bodyPr/>
          <a:lstStyle>
            <a:lvl1pPr>
              <a:defRPr/>
            </a:lvl1pPr>
          </a:lstStyle>
          <a:p>
            <a:pPr>
              <a:defRPr/>
            </a:pPr>
            <a:fld id="{AB792398-66EC-4867-8AC3-F782C66F7016}" type="slidenum">
              <a:rPr lang="en-GB"/>
              <a:pPr>
                <a:defRPr/>
              </a:pPr>
              <a:t>‹#›</a:t>
            </a:fld>
            <a:endParaRPr lang="en-GB"/>
          </a:p>
        </p:txBody>
      </p:sp>
    </p:spTree>
    <p:extLst>
      <p:ext uri="{BB962C8B-B14F-4D97-AF65-F5344CB8AC3E}">
        <p14:creationId xmlns:p14="http://schemas.microsoft.com/office/powerpoint/2010/main" val="43472393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lvl1pPr>
              <a:defRPr/>
            </a:lvl1pPr>
          </a:lstStyle>
          <a:p>
            <a:pPr>
              <a:defRPr/>
            </a:pPr>
            <a:fld id="{D5B2A705-5530-440E-94CF-9E69BC320A08}" type="datetime1">
              <a:rPr lang="en-GB"/>
              <a:pPr>
                <a:defRPr/>
              </a:pPr>
              <a:t>15/01/2018</a:t>
            </a:fld>
            <a:endParaRPr lang="en-GB"/>
          </a:p>
        </p:txBody>
      </p:sp>
      <p:sp>
        <p:nvSpPr>
          <p:cNvPr id="5" name="Footer Placeholder 4"/>
          <p:cNvSpPr>
            <a:spLocks noGrp="1"/>
          </p:cNvSpPr>
          <p:nvPr>
            <p:ph type="ftr" sz="quarter" idx="11"/>
          </p:nvPr>
        </p:nvSpPr>
        <p:spPr/>
        <p:txBody>
          <a:bodyPr/>
          <a:lstStyle>
            <a:lvl1pPr>
              <a:defRPr/>
            </a:lvl1pPr>
          </a:lstStyle>
          <a:p>
            <a:pPr>
              <a:defRPr/>
            </a:pPr>
            <a:endParaRPr lang="en-GB"/>
          </a:p>
        </p:txBody>
      </p:sp>
      <p:sp>
        <p:nvSpPr>
          <p:cNvPr id="6" name="Slide Number Placeholder 5"/>
          <p:cNvSpPr>
            <a:spLocks noGrp="1"/>
          </p:cNvSpPr>
          <p:nvPr>
            <p:ph type="sldNum" sz="quarter" idx="12"/>
          </p:nvPr>
        </p:nvSpPr>
        <p:spPr/>
        <p:txBody>
          <a:bodyPr/>
          <a:lstStyle>
            <a:lvl1pPr>
              <a:defRPr/>
            </a:lvl1pPr>
          </a:lstStyle>
          <a:p>
            <a:pPr>
              <a:defRPr/>
            </a:pPr>
            <a:fld id="{7B6D7D41-3D4E-4161-9304-9E4DE0E7BE1D}" type="slidenum">
              <a:rPr lang="en-GB"/>
              <a:pPr>
                <a:defRPr/>
              </a:pPr>
              <a:t>‹#›</a:t>
            </a:fld>
            <a:endParaRPr lang="en-GB"/>
          </a:p>
        </p:txBody>
      </p:sp>
    </p:spTree>
    <p:extLst>
      <p:ext uri="{BB962C8B-B14F-4D97-AF65-F5344CB8AC3E}">
        <p14:creationId xmlns:p14="http://schemas.microsoft.com/office/powerpoint/2010/main" val="195115160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GB"/>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lvl1pPr>
              <a:defRPr/>
            </a:lvl1pPr>
          </a:lstStyle>
          <a:p>
            <a:pPr>
              <a:defRPr/>
            </a:pPr>
            <a:fld id="{432BE5CA-3623-426B-B9FD-A1AD5C87A381}" type="datetime1">
              <a:rPr lang="en-GB"/>
              <a:pPr>
                <a:defRPr/>
              </a:pPr>
              <a:t>15/01/2018</a:t>
            </a:fld>
            <a:endParaRPr lang="en-GB"/>
          </a:p>
        </p:txBody>
      </p:sp>
      <p:sp>
        <p:nvSpPr>
          <p:cNvPr id="5" name="Footer Placeholder 4"/>
          <p:cNvSpPr>
            <a:spLocks noGrp="1"/>
          </p:cNvSpPr>
          <p:nvPr>
            <p:ph type="ftr" sz="quarter" idx="11"/>
          </p:nvPr>
        </p:nvSpPr>
        <p:spPr/>
        <p:txBody>
          <a:bodyPr/>
          <a:lstStyle>
            <a:lvl1pPr>
              <a:defRPr/>
            </a:lvl1pPr>
          </a:lstStyle>
          <a:p>
            <a:pPr>
              <a:defRPr/>
            </a:pPr>
            <a:endParaRPr lang="en-GB"/>
          </a:p>
        </p:txBody>
      </p:sp>
      <p:sp>
        <p:nvSpPr>
          <p:cNvPr id="6" name="Slide Number Placeholder 5"/>
          <p:cNvSpPr>
            <a:spLocks noGrp="1"/>
          </p:cNvSpPr>
          <p:nvPr>
            <p:ph type="sldNum" sz="quarter" idx="12"/>
          </p:nvPr>
        </p:nvSpPr>
        <p:spPr/>
        <p:txBody>
          <a:bodyPr/>
          <a:lstStyle>
            <a:lvl1pPr>
              <a:defRPr/>
            </a:lvl1pPr>
          </a:lstStyle>
          <a:p>
            <a:pPr>
              <a:defRPr/>
            </a:pPr>
            <a:fld id="{F4597432-9985-4F80-9ADA-01A5F9BC7C85}" type="slidenum">
              <a:rPr lang="en-GB"/>
              <a:pPr>
                <a:defRPr/>
              </a:pPr>
              <a:t>‹#›</a:t>
            </a:fld>
            <a:endParaRPr lang="en-GB"/>
          </a:p>
        </p:txBody>
      </p:sp>
    </p:spTree>
    <p:extLst>
      <p:ext uri="{BB962C8B-B14F-4D97-AF65-F5344CB8AC3E}">
        <p14:creationId xmlns:p14="http://schemas.microsoft.com/office/powerpoint/2010/main" val="163481524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GB"/>
          </a:p>
        </p:txBody>
      </p:sp>
      <p:sp>
        <p:nvSpPr>
          <p:cNvPr id="4" name="Date Placeholder 3"/>
          <p:cNvSpPr>
            <a:spLocks noGrp="1"/>
          </p:cNvSpPr>
          <p:nvPr>
            <p:ph type="dt" sz="half" idx="10"/>
          </p:nvPr>
        </p:nvSpPr>
        <p:spPr/>
        <p:txBody>
          <a:bodyPr/>
          <a:lstStyle>
            <a:lvl1pPr>
              <a:defRPr/>
            </a:lvl1pPr>
          </a:lstStyle>
          <a:p>
            <a:pPr>
              <a:defRPr/>
            </a:pPr>
            <a:fld id="{DAFA3326-ADAE-4A4F-9C14-8B2AD3F4DD9F}" type="datetime1">
              <a:rPr lang="en-GB"/>
              <a:pPr>
                <a:defRPr/>
              </a:pPr>
              <a:t>15/01/2018</a:t>
            </a:fld>
            <a:endParaRPr lang="en-GB"/>
          </a:p>
        </p:txBody>
      </p:sp>
      <p:sp>
        <p:nvSpPr>
          <p:cNvPr id="5" name="Footer Placeholder 4"/>
          <p:cNvSpPr>
            <a:spLocks noGrp="1"/>
          </p:cNvSpPr>
          <p:nvPr>
            <p:ph type="ftr" sz="quarter" idx="11"/>
          </p:nvPr>
        </p:nvSpPr>
        <p:spPr/>
        <p:txBody>
          <a:bodyPr/>
          <a:lstStyle>
            <a:lvl1pPr>
              <a:defRPr/>
            </a:lvl1pPr>
          </a:lstStyle>
          <a:p>
            <a:pPr>
              <a:defRPr/>
            </a:pPr>
            <a:endParaRPr lang="en-GB"/>
          </a:p>
        </p:txBody>
      </p:sp>
      <p:sp>
        <p:nvSpPr>
          <p:cNvPr id="6" name="Slide Number Placeholder 5"/>
          <p:cNvSpPr>
            <a:spLocks noGrp="1"/>
          </p:cNvSpPr>
          <p:nvPr>
            <p:ph type="sldNum" sz="quarter" idx="12"/>
          </p:nvPr>
        </p:nvSpPr>
        <p:spPr/>
        <p:txBody>
          <a:bodyPr/>
          <a:lstStyle>
            <a:lvl1pPr>
              <a:defRPr/>
            </a:lvl1pPr>
          </a:lstStyle>
          <a:p>
            <a:pPr>
              <a:defRPr/>
            </a:pPr>
            <a:fld id="{7711C263-FA8D-4220-8D82-93A79A09BEB0}" type="slidenum">
              <a:rPr lang="en-GB"/>
              <a:pPr>
                <a:defRPr/>
              </a:pPr>
              <a:t>‹#›</a:t>
            </a:fld>
            <a:endParaRPr lang="en-GB"/>
          </a:p>
        </p:txBody>
      </p:sp>
    </p:spTree>
    <p:extLst>
      <p:ext uri="{BB962C8B-B14F-4D97-AF65-F5344CB8AC3E}">
        <p14:creationId xmlns:p14="http://schemas.microsoft.com/office/powerpoint/2010/main" val="184523383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lvl1pPr>
              <a:defRPr/>
            </a:lvl1pPr>
          </a:lstStyle>
          <a:p>
            <a:pPr>
              <a:defRPr/>
            </a:pPr>
            <a:fld id="{612018A1-CE7A-4EFE-A1D4-AFBB7FD2CB9B}" type="datetime1">
              <a:rPr lang="en-GB"/>
              <a:pPr>
                <a:defRPr/>
              </a:pPr>
              <a:t>15/01/2018</a:t>
            </a:fld>
            <a:endParaRPr lang="en-GB"/>
          </a:p>
        </p:txBody>
      </p:sp>
      <p:sp>
        <p:nvSpPr>
          <p:cNvPr id="5" name="Footer Placeholder 4"/>
          <p:cNvSpPr>
            <a:spLocks noGrp="1"/>
          </p:cNvSpPr>
          <p:nvPr>
            <p:ph type="ftr" sz="quarter" idx="11"/>
          </p:nvPr>
        </p:nvSpPr>
        <p:spPr/>
        <p:txBody>
          <a:bodyPr/>
          <a:lstStyle>
            <a:lvl1pPr>
              <a:defRPr/>
            </a:lvl1pPr>
          </a:lstStyle>
          <a:p>
            <a:pPr>
              <a:defRPr/>
            </a:pPr>
            <a:endParaRPr lang="en-GB"/>
          </a:p>
        </p:txBody>
      </p:sp>
      <p:sp>
        <p:nvSpPr>
          <p:cNvPr id="6" name="Slide Number Placeholder 5"/>
          <p:cNvSpPr>
            <a:spLocks noGrp="1"/>
          </p:cNvSpPr>
          <p:nvPr>
            <p:ph type="sldNum" sz="quarter" idx="12"/>
          </p:nvPr>
        </p:nvSpPr>
        <p:spPr/>
        <p:txBody>
          <a:bodyPr/>
          <a:lstStyle>
            <a:lvl1pPr>
              <a:defRPr/>
            </a:lvl1pPr>
          </a:lstStyle>
          <a:p>
            <a:pPr>
              <a:defRPr/>
            </a:pPr>
            <a:fld id="{0C2A6B35-EF06-4B1D-96FC-BE5C5D1AB587}" type="slidenum">
              <a:rPr lang="en-GB"/>
              <a:pPr>
                <a:defRPr/>
              </a:pPr>
              <a:t>‹#›</a:t>
            </a:fld>
            <a:endParaRPr lang="en-GB"/>
          </a:p>
        </p:txBody>
      </p:sp>
    </p:spTree>
    <p:extLst>
      <p:ext uri="{BB962C8B-B14F-4D97-AF65-F5344CB8AC3E}">
        <p14:creationId xmlns:p14="http://schemas.microsoft.com/office/powerpoint/2010/main" val="111983435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fld id="{7BB67B7B-6D7F-49B7-88E8-AFC6711841A2}" type="datetime1">
              <a:rPr lang="en-GB"/>
              <a:pPr>
                <a:defRPr/>
              </a:pPr>
              <a:t>15/01/2018</a:t>
            </a:fld>
            <a:endParaRPr lang="en-GB"/>
          </a:p>
        </p:txBody>
      </p:sp>
      <p:sp>
        <p:nvSpPr>
          <p:cNvPr id="5" name="Footer Placeholder 4"/>
          <p:cNvSpPr>
            <a:spLocks noGrp="1"/>
          </p:cNvSpPr>
          <p:nvPr>
            <p:ph type="ftr" sz="quarter" idx="11"/>
          </p:nvPr>
        </p:nvSpPr>
        <p:spPr/>
        <p:txBody>
          <a:bodyPr/>
          <a:lstStyle>
            <a:lvl1pPr>
              <a:defRPr/>
            </a:lvl1pPr>
          </a:lstStyle>
          <a:p>
            <a:pPr>
              <a:defRPr/>
            </a:pPr>
            <a:endParaRPr lang="en-GB"/>
          </a:p>
        </p:txBody>
      </p:sp>
      <p:sp>
        <p:nvSpPr>
          <p:cNvPr id="6" name="Slide Number Placeholder 5"/>
          <p:cNvSpPr>
            <a:spLocks noGrp="1"/>
          </p:cNvSpPr>
          <p:nvPr>
            <p:ph type="sldNum" sz="quarter" idx="12"/>
          </p:nvPr>
        </p:nvSpPr>
        <p:spPr/>
        <p:txBody>
          <a:bodyPr/>
          <a:lstStyle>
            <a:lvl1pPr>
              <a:defRPr/>
            </a:lvl1pPr>
          </a:lstStyle>
          <a:p>
            <a:pPr>
              <a:defRPr/>
            </a:pPr>
            <a:fld id="{FAFB2707-D584-471B-B06E-23B286014186}" type="slidenum">
              <a:rPr lang="en-GB"/>
              <a:pPr>
                <a:defRPr/>
              </a:pPr>
              <a:t>‹#›</a:t>
            </a:fld>
            <a:endParaRPr lang="en-GB"/>
          </a:p>
        </p:txBody>
      </p:sp>
    </p:spTree>
    <p:extLst>
      <p:ext uri="{BB962C8B-B14F-4D97-AF65-F5344CB8AC3E}">
        <p14:creationId xmlns:p14="http://schemas.microsoft.com/office/powerpoint/2010/main" val="298008291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Date Placeholder 3"/>
          <p:cNvSpPr>
            <a:spLocks noGrp="1"/>
          </p:cNvSpPr>
          <p:nvPr>
            <p:ph type="dt" sz="half" idx="10"/>
          </p:nvPr>
        </p:nvSpPr>
        <p:spPr/>
        <p:txBody>
          <a:bodyPr/>
          <a:lstStyle>
            <a:lvl1pPr>
              <a:defRPr/>
            </a:lvl1pPr>
          </a:lstStyle>
          <a:p>
            <a:pPr>
              <a:defRPr/>
            </a:pPr>
            <a:fld id="{B9303D1A-B352-42F9-9844-328503C0CF1C}" type="datetime1">
              <a:rPr lang="en-GB"/>
              <a:pPr>
                <a:defRPr/>
              </a:pPr>
              <a:t>15/01/2018</a:t>
            </a:fld>
            <a:endParaRPr lang="en-GB"/>
          </a:p>
        </p:txBody>
      </p:sp>
      <p:sp>
        <p:nvSpPr>
          <p:cNvPr id="6" name="Footer Placeholder 4"/>
          <p:cNvSpPr>
            <a:spLocks noGrp="1"/>
          </p:cNvSpPr>
          <p:nvPr>
            <p:ph type="ftr" sz="quarter" idx="11"/>
          </p:nvPr>
        </p:nvSpPr>
        <p:spPr/>
        <p:txBody>
          <a:bodyPr/>
          <a:lstStyle>
            <a:lvl1pPr>
              <a:defRPr/>
            </a:lvl1pPr>
          </a:lstStyle>
          <a:p>
            <a:pPr>
              <a:defRPr/>
            </a:pPr>
            <a:endParaRPr lang="en-GB"/>
          </a:p>
        </p:txBody>
      </p:sp>
      <p:sp>
        <p:nvSpPr>
          <p:cNvPr id="7" name="Slide Number Placeholder 5"/>
          <p:cNvSpPr>
            <a:spLocks noGrp="1"/>
          </p:cNvSpPr>
          <p:nvPr>
            <p:ph type="sldNum" sz="quarter" idx="12"/>
          </p:nvPr>
        </p:nvSpPr>
        <p:spPr/>
        <p:txBody>
          <a:bodyPr/>
          <a:lstStyle>
            <a:lvl1pPr>
              <a:defRPr/>
            </a:lvl1pPr>
          </a:lstStyle>
          <a:p>
            <a:pPr>
              <a:defRPr/>
            </a:pPr>
            <a:fld id="{DB66A04E-0D32-4A03-9112-3A44FC6113C3}" type="slidenum">
              <a:rPr lang="en-GB"/>
              <a:pPr>
                <a:defRPr/>
              </a:pPr>
              <a:t>‹#›</a:t>
            </a:fld>
            <a:endParaRPr lang="en-GB"/>
          </a:p>
        </p:txBody>
      </p:sp>
    </p:spTree>
    <p:extLst>
      <p:ext uri="{BB962C8B-B14F-4D97-AF65-F5344CB8AC3E}">
        <p14:creationId xmlns:p14="http://schemas.microsoft.com/office/powerpoint/2010/main" val="58973480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7" name="Date Placeholder 3"/>
          <p:cNvSpPr>
            <a:spLocks noGrp="1"/>
          </p:cNvSpPr>
          <p:nvPr>
            <p:ph type="dt" sz="half" idx="10"/>
          </p:nvPr>
        </p:nvSpPr>
        <p:spPr/>
        <p:txBody>
          <a:bodyPr/>
          <a:lstStyle>
            <a:lvl1pPr>
              <a:defRPr/>
            </a:lvl1pPr>
          </a:lstStyle>
          <a:p>
            <a:pPr>
              <a:defRPr/>
            </a:pPr>
            <a:fld id="{7A11C94B-CF08-4F87-A4A1-B0DD84FF0D79}" type="datetime1">
              <a:rPr lang="en-GB"/>
              <a:pPr>
                <a:defRPr/>
              </a:pPr>
              <a:t>15/01/2018</a:t>
            </a:fld>
            <a:endParaRPr lang="en-GB"/>
          </a:p>
        </p:txBody>
      </p:sp>
      <p:sp>
        <p:nvSpPr>
          <p:cNvPr id="8" name="Footer Placeholder 4"/>
          <p:cNvSpPr>
            <a:spLocks noGrp="1"/>
          </p:cNvSpPr>
          <p:nvPr>
            <p:ph type="ftr" sz="quarter" idx="11"/>
          </p:nvPr>
        </p:nvSpPr>
        <p:spPr/>
        <p:txBody>
          <a:bodyPr/>
          <a:lstStyle>
            <a:lvl1pPr>
              <a:defRPr/>
            </a:lvl1pPr>
          </a:lstStyle>
          <a:p>
            <a:pPr>
              <a:defRPr/>
            </a:pPr>
            <a:endParaRPr lang="en-GB"/>
          </a:p>
        </p:txBody>
      </p:sp>
      <p:sp>
        <p:nvSpPr>
          <p:cNvPr id="9" name="Slide Number Placeholder 5"/>
          <p:cNvSpPr>
            <a:spLocks noGrp="1"/>
          </p:cNvSpPr>
          <p:nvPr>
            <p:ph type="sldNum" sz="quarter" idx="12"/>
          </p:nvPr>
        </p:nvSpPr>
        <p:spPr/>
        <p:txBody>
          <a:bodyPr/>
          <a:lstStyle>
            <a:lvl1pPr>
              <a:defRPr/>
            </a:lvl1pPr>
          </a:lstStyle>
          <a:p>
            <a:pPr>
              <a:defRPr/>
            </a:pPr>
            <a:fld id="{38407A66-73FB-4060-BEA6-A6CA3616EE5C}" type="slidenum">
              <a:rPr lang="en-GB"/>
              <a:pPr>
                <a:defRPr/>
              </a:pPr>
              <a:t>‹#›</a:t>
            </a:fld>
            <a:endParaRPr lang="en-GB"/>
          </a:p>
        </p:txBody>
      </p:sp>
    </p:spTree>
    <p:extLst>
      <p:ext uri="{BB962C8B-B14F-4D97-AF65-F5344CB8AC3E}">
        <p14:creationId xmlns:p14="http://schemas.microsoft.com/office/powerpoint/2010/main" val="271007047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Date Placeholder 3"/>
          <p:cNvSpPr>
            <a:spLocks noGrp="1"/>
          </p:cNvSpPr>
          <p:nvPr>
            <p:ph type="dt" sz="half" idx="10"/>
          </p:nvPr>
        </p:nvSpPr>
        <p:spPr/>
        <p:txBody>
          <a:bodyPr/>
          <a:lstStyle>
            <a:lvl1pPr>
              <a:defRPr/>
            </a:lvl1pPr>
          </a:lstStyle>
          <a:p>
            <a:pPr>
              <a:defRPr/>
            </a:pPr>
            <a:fld id="{7E6FF19E-D1CE-4D5E-94B8-E8CF1A039C01}" type="datetime1">
              <a:rPr lang="en-GB"/>
              <a:pPr>
                <a:defRPr/>
              </a:pPr>
              <a:t>15/01/2018</a:t>
            </a:fld>
            <a:endParaRPr lang="en-GB"/>
          </a:p>
        </p:txBody>
      </p:sp>
      <p:sp>
        <p:nvSpPr>
          <p:cNvPr id="4" name="Footer Placeholder 4"/>
          <p:cNvSpPr>
            <a:spLocks noGrp="1"/>
          </p:cNvSpPr>
          <p:nvPr>
            <p:ph type="ftr" sz="quarter" idx="11"/>
          </p:nvPr>
        </p:nvSpPr>
        <p:spPr/>
        <p:txBody>
          <a:bodyPr/>
          <a:lstStyle>
            <a:lvl1pPr>
              <a:defRPr/>
            </a:lvl1pPr>
          </a:lstStyle>
          <a:p>
            <a:pPr>
              <a:defRPr/>
            </a:pPr>
            <a:endParaRPr lang="en-GB"/>
          </a:p>
        </p:txBody>
      </p:sp>
      <p:sp>
        <p:nvSpPr>
          <p:cNvPr id="5" name="Slide Number Placeholder 5"/>
          <p:cNvSpPr>
            <a:spLocks noGrp="1"/>
          </p:cNvSpPr>
          <p:nvPr>
            <p:ph type="sldNum" sz="quarter" idx="12"/>
          </p:nvPr>
        </p:nvSpPr>
        <p:spPr/>
        <p:txBody>
          <a:bodyPr/>
          <a:lstStyle>
            <a:lvl1pPr>
              <a:defRPr/>
            </a:lvl1pPr>
          </a:lstStyle>
          <a:p>
            <a:pPr>
              <a:defRPr/>
            </a:pPr>
            <a:fld id="{C6B44138-8C0D-4525-B818-B9C3642F6C53}" type="slidenum">
              <a:rPr lang="en-GB"/>
              <a:pPr>
                <a:defRPr/>
              </a:pPr>
              <a:t>‹#›</a:t>
            </a:fld>
            <a:endParaRPr lang="en-GB"/>
          </a:p>
        </p:txBody>
      </p:sp>
    </p:spTree>
    <p:extLst>
      <p:ext uri="{BB962C8B-B14F-4D97-AF65-F5344CB8AC3E}">
        <p14:creationId xmlns:p14="http://schemas.microsoft.com/office/powerpoint/2010/main" val="47594265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7D198C75-5C06-4C85-9C1B-DF880317BB23}" type="datetime1">
              <a:rPr lang="en-GB"/>
              <a:pPr>
                <a:defRPr/>
              </a:pPr>
              <a:t>15/01/2018</a:t>
            </a:fld>
            <a:endParaRPr lang="en-GB"/>
          </a:p>
        </p:txBody>
      </p:sp>
      <p:sp>
        <p:nvSpPr>
          <p:cNvPr id="3" name="Footer Placeholder 4"/>
          <p:cNvSpPr>
            <a:spLocks noGrp="1"/>
          </p:cNvSpPr>
          <p:nvPr>
            <p:ph type="ftr" sz="quarter" idx="11"/>
          </p:nvPr>
        </p:nvSpPr>
        <p:spPr/>
        <p:txBody>
          <a:bodyPr/>
          <a:lstStyle>
            <a:lvl1pPr>
              <a:defRPr/>
            </a:lvl1pPr>
          </a:lstStyle>
          <a:p>
            <a:pPr>
              <a:defRPr/>
            </a:pPr>
            <a:endParaRPr lang="en-GB"/>
          </a:p>
        </p:txBody>
      </p:sp>
      <p:sp>
        <p:nvSpPr>
          <p:cNvPr id="4" name="Slide Number Placeholder 5"/>
          <p:cNvSpPr>
            <a:spLocks noGrp="1"/>
          </p:cNvSpPr>
          <p:nvPr>
            <p:ph type="sldNum" sz="quarter" idx="12"/>
          </p:nvPr>
        </p:nvSpPr>
        <p:spPr/>
        <p:txBody>
          <a:bodyPr/>
          <a:lstStyle>
            <a:lvl1pPr>
              <a:defRPr/>
            </a:lvl1pPr>
          </a:lstStyle>
          <a:p>
            <a:pPr>
              <a:defRPr/>
            </a:pPr>
            <a:fld id="{8B7F2BF4-4BBA-42BD-A6CE-204306C3BAB6}" type="slidenum">
              <a:rPr lang="en-GB"/>
              <a:pPr>
                <a:defRPr/>
              </a:pPr>
              <a:t>‹#›</a:t>
            </a:fld>
            <a:endParaRPr lang="en-GB"/>
          </a:p>
        </p:txBody>
      </p:sp>
    </p:spTree>
    <p:extLst>
      <p:ext uri="{BB962C8B-B14F-4D97-AF65-F5344CB8AC3E}">
        <p14:creationId xmlns:p14="http://schemas.microsoft.com/office/powerpoint/2010/main" val="393928883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BF0AA59E-A2AF-4EE3-9BDA-235EB643313B}" type="datetime1">
              <a:rPr lang="en-GB"/>
              <a:pPr>
                <a:defRPr/>
              </a:pPr>
              <a:t>15/01/2018</a:t>
            </a:fld>
            <a:endParaRPr lang="en-GB"/>
          </a:p>
        </p:txBody>
      </p:sp>
      <p:sp>
        <p:nvSpPr>
          <p:cNvPr id="6" name="Footer Placeholder 4"/>
          <p:cNvSpPr>
            <a:spLocks noGrp="1"/>
          </p:cNvSpPr>
          <p:nvPr>
            <p:ph type="ftr" sz="quarter" idx="11"/>
          </p:nvPr>
        </p:nvSpPr>
        <p:spPr/>
        <p:txBody>
          <a:bodyPr/>
          <a:lstStyle>
            <a:lvl1pPr>
              <a:defRPr/>
            </a:lvl1pPr>
          </a:lstStyle>
          <a:p>
            <a:pPr>
              <a:defRPr/>
            </a:pPr>
            <a:endParaRPr lang="en-GB"/>
          </a:p>
        </p:txBody>
      </p:sp>
      <p:sp>
        <p:nvSpPr>
          <p:cNvPr id="7" name="Slide Number Placeholder 5"/>
          <p:cNvSpPr>
            <a:spLocks noGrp="1"/>
          </p:cNvSpPr>
          <p:nvPr>
            <p:ph type="sldNum" sz="quarter" idx="12"/>
          </p:nvPr>
        </p:nvSpPr>
        <p:spPr/>
        <p:txBody>
          <a:bodyPr/>
          <a:lstStyle>
            <a:lvl1pPr>
              <a:defRPr/>
            </a:lvl1pPr>
          </a:lstStyle>
          <a:p>
            <a:pPr>
              <a:defRPr/>
            </a:pPr>
            <a:fld id="{BC93314F-FF5D-4CBF-9DCD-3F07549EAC79}" type="slidenum">
              <a:rPr lang="en-GB"/>
              <a:pPr>
                <a:defRPr/>
              </a:pPr>
              <a:t>‹#›</a:t>
            </a:fld>
            <a:endParaRPr lang="en-GB"/>
          </a:p>
        </p:txBody>
      </p:sp>
    </p:spTree>
    <p:extLst>
      <p:ext uri="{BB962C8B-B14F-4D97-AF65-F5344CB8AC3E}">
        <p14:creationId xmlns:p14="http://schemas.microsoft.com/office/powerpoint/2010/main" val="145634022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F000E10C-C381-49B9-BAB8-9439F88A6E32}" type="datetime1">
              <a:rPr lang="en-GB"/>
              <a:pPr>
                <a:defRPr/>
              </a:pPr>
              <a:t>15/01/2018</a:t>
            </a:fld>
            <a:endParaRPr lang="en-GB"/>
          </a:p>
        </p:txBody>
      </p:sp>
      <p:sp>
        <p:nvSpPr>
          <p:cNvPr id="6" name="Footer Placeholder 4"/>
          <p:cNvSpPr>
            <a:spLocks noGrp="1"/>
          </p:cNvSpPr>
          <p:nvPr>
            <p:ph type="ftr" sz="quarter" idx="11"/>
          </p:nvPr>
        </p:nvSpPr>
        <p:spPr/>
        <p:txBody>
          <a:bodyPr/>
          <a:lstStyle>
            <a:lvl1pPr>
              <a:defRPr/>
            </a:lvl1pPr>
          </a:lstStyle>
          <a:p>
            <a:pPr>
              <a:defRPr/>
            </a:pPr>
            <a:endParaRPr lang="en-GB"/>
          </a:p>
        </p:txBody>
      </p:sp>
      <p:sp>
        <p:nvSpPr>
          <p:cNvPr id="7" name="Slide Number Placeholder 5"/>
          <p:cNvSpPr>
            <a:spLocks noGrp="1"/>
          </p:cNvSpPr>
          <p:nvPr>
            <p:ph type="sldNum" sz="quarter" idx="12"/>
          </p:nvPr>
        </p:nvSpPr>
        <p:spPr/>
        <p:txBody>
          <a:bodyPr/>
          <a:lstStyle>
            <a:lvl1pPr>
              <a:defRPr/>
            </a:lvl1pPr>
          </a:lstStyle>
          <a:p>
            <a:pPr>
              <a:defRPr/>
            </a:pPr>
            <a:fld id="{62268C21-9C5C-41DF-8ABE-9B48E0443565}" type="slidenum">
              <a:rPr lang="en-GB"/>
              <a:pPr>
                <a:defRPr/>
              </a:pPr>
              <a:t>‹#›</a:t>
            </a:fld>
            <a:endParaRPr lang="en-GB"/>
          </a:p>
        </p:txBody>
      </p:sp>
    </p:spTree>
    <p:extLst>
      <p:ext uri="{BB962C8B-B14F-4D97-AF65-F5344CB8AC3E}">
        <p14:creationId xmlns:p14="http://schemas.microsoft.com/office/powerpoint/2010/main" val="85027656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lvl1pPr>
              <a:defRPr/>
            </a:lvl1pPr>
          </a:lstStyle>
          <a:p>
            <a:pPr>
              <a:defRPr/>
            </a:pPr>
            <a:fld id="{A2E45DCB-CC29-4A21-AA7D-6F4099201F96}" type="datetime1">
              <a:rPr lang="en-GB"/>
              <a:pPr>
                <a:defRPr/>
              </a:pPr>
              <a:t>15/01/2018</a:t>
            </a:fld>
            <a:endParaRPr lang="en-GB"/>
          </a:p>
        </p:txBody>
      </p:sp>
      <p:sp>
        <p:nvSpPr>
          <p:cNvPr id="5" name="Footer Placeholder 4"/>
          <p:cNvSpPr>
            <a:spLocks noGrp="1"/>
          </p:cNvSpPr>
          <p:nvPr>
            <p:ph type="ftr" sz="quarter" idx="11"/>
          </p:nvPr>
        </p:nvSpPr>
        <p:spPr/>
        <p:txBody>
          <a:bodyPr/>
          <a:lstStyle>
            <a:lvl1pPr>
              <a:defRPr/>
            </a:lvl1pPr>
          </a:lstStyle>
          <a:p>
            <a:pPr>
              <a:defRPr/>
            </a:pPr>
            <a:endParaRPr lang="en-GB"/>
          </a:p>
        </p:txBody>
      </p:sp>
      <p:sp>
        <p:nvSpPr>
          <p:cNvPr id="6" name="Slide Number Placeholder 5"/>
          <p:cNvSpPr>
            <a:spLocks noGrp="1"/>
          </p:cNvSpPr>
          <p:nvPr>
            <p:ph type="sldNum" sz="quarter" idx="12"/>
          </p:nvPr>
        </p:nvSpPr>
        <p:spPr/>
        <p:txBody>
          <a:bodyPr/>
          <a:lstStyle>
            <a:lvl1pPr>
              <a:defRPr/>
            </a:lvl1pPr>
          </a:lstStyle>
          <a:p>
            <a:pPr>
              <a:defRPr/>
            </a:pPr>
            <a:fld id="{3ED17F51-91ED-4B19-B9BA-E952C859CC26}" type="slidenum">
              <a:rPr lang="en-GB"/>
              <a:pPr>
                <a:defRPr/>
              </a:pPr>
              <a:t>‹#›</a:t>
            </a:fld>
            <a:endParaRPr lang="en-GB"/>
          </a:p>
        </p:txBody>
      </p:sp>
    </p:spTree>
    <p:extLst>
      <p:ext uri="{BB962C8B-B14F-4D97-AF65-F5344CB8AC3E}">
        <p14:creationId xmlns:p14="http://schemas.microsoft.com/office/powerpoint/2010/main" val="112779369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GB"/>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lvl1pPr>
              <a:defRPr/>
            </a:lvl1pPr>
          </a:lstStyle>
          <a:p>
            <a:pPr>
              <a:defRPr/>
            </a:pPr>
            <a:fld id="{C4952F77-9E6D-487C-A038-5B8BB71AAE79}" type="datetime1">
              <a:rPr lang="en-GB"/>
              <a:pPr>
                <a:defRPr/>
              </a:pPr>
              <a:t>15/01/2018</a:t>
            </a:fld>
            <a:endParaRPr lang="en-GB"/>
          </a:p>
        </p:txBody>
      </p:sp>
      <p:sp>
        <p:nvSpPr>
          <p:cNvPr id="5" name="Footer Placeholder 4"/>
          <p:cNvSpPr>
            <a:spLocks noGrp="1"/>
          </p:cNvSpPr>
          <p:nvPr>
            <p:ph type="ftr" sz="quarter" idx="11"/>
          </p:nvPr>
        </p:nvSpPr>
        <p:spPr/>
        <p:txBody>
          <a:bodyPr/>
          <a:lstStyle>
            <a:lvl1pPr>
              <a:defRPr/>
            </a:lvl1pPr>
          </a:lstStyle>
          <a:p>
            <a:pPr>
              <a:defRPr/>
            </a:pPr>
            <a:endParaRPr lang="en-GB"/>
          </a:p>
        </p:txBody>
      </p:sp>
      <p:sp>
        <p:nvSpPr>
          <p:cNvPr id="6" name="Slide Number Placeholder 5"/>
          <p:cNvSpPr>
            <a:spLocks noGrp="1"/>
          </p:cNvSpPr>
          <p:nvPr>
            <p:ph type="sldNum" sz="quarter" idx="12"/>
          </p:nvPr>
        </p:nvSpPr>
        <p:spPr/>
        <p:txBody>
          <a:bodyPr/>
          <a:lstStyle>
            <a:lvl1pPr>
              <a:defRPr/>
            </a:lvl1pPr>
          </a:lstStyle>
          <a:p>
            <a:pPr>
              <a:defRPr/>
            </a:pPr>
            <a:fld id="{2AAA69DD-0BEF-4114-9F72-8691988F2577}" type="slidenum">
              <a:rPr lang="en-GB"/>
              <a:pPr>
                <a:defRPr/>
              </a:pPr>
              <a:t>‹#›</a:t>
            </a:fld>
            <a:endParaRPr lang="en-GB"/>
          </a:p>
        </p:txBody>
      </p:sp>
    </p:spTree>
    <p:extLst>
      <p:ext uri="{BB962C8B-B14F-4D97-AF65-F5344CB8AC3E}">
        <p14:creationId xmlns:p14="http://schemas.microsoft.com/office/powerpoint/2010/main" val="288128699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GB"/>
          </a:p>
        </p:txBody>
      </p:sp>
      <p:sp>
        <p:nvSpPr>
          <p:cNvPr id="4" name="Rectangle 4"/>
          <p:cNvSpPr>
            <a:spLocks noGrp="1" noChangeArrowheads="1"/>
          </p:cNvSpPr>
          <p:nvPr>
            <p:ph type="dt" sz="half" idx="10"/>
          </p:nvPr>
        </p:nvSpPr>
        <p:spPr>
          <a:ln/>
        </p:spPr>
        <p:txBody>
          <a:bodyPr/>
          <a:lstStyle>
            <a:lvl1pPr>
              <a:defRPr/>
            </a:lvl1pPr>
          </a:lstStyle>
          <a:p>
            <a:pPr>
              <a:defRPr/>
            </a:pPr>
            <a:fld id="{457D2EB2-9A70-486C-B712-B9E3C1DD3F59}" type="datetime1">
              <a:rPr lang="en-GB"/>
              <a:pPr>
                <a:defRPr/>
              </a:pPr>
              <a:t>15/01/2018</a:t>
            </a:fld>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582628BC-6046-4E77-8915-D0EA327CFCC6}" type="slidenum">
              <a:rPr lang="en-GB"/>
              <a:pPr>
                <a:defRPr/>
              </a:pPr>
              <a:t>‹#›</a:t>
            </a:fld>
            <a:endParaRPr lang="en-GB"/>
          </a:p>
        </p:txBody>
      </p:sp>
    </p:spTree>
    <p:extLst>
      <p:ext uri="{BB962C8B-B14F-4D97-AF65-F5344CB8AC3E}">
        <p14:creationId xmlns:p14="http://schemas.microsoft.com/office/powerpoint/2010/main" val="220078284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Rectangle 4"/>
          <p:cNvSpPr>
            <a:spLocks noGrp="1" noChangeArrowheads="1"/>
          </p:cNvSpPr>
          <p:nvPr>
            <p:ph type="dt" sz="half" idx="10"/>
          </p:nvPr>
        </p:nvSpPr>
        <p:spPr>
          <a:ln/>
        </p:spPr>
        <p:txBody>
          <a:bodyPr/>
          <a:lstStyle>
            <a:lvl1pPr>
              <a:defRPr/>
            </a:lvl1pPr>
          </a:lstStyle>
          <a:p>
            <a:pPr>
              <a:defRPr/>
            </a:pPr>
            <a:fld id="{91706372-AE1A-40CA-84FE-E117B61BDA1C}" type="datetime1">
              <a:rPr lang="en-GB"/>
              <a:pPr>
                <a:defRPr/>
              </a:pPr>
              <a:t>15/01/2018</a:t>
            </a:fld>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D01B76DB-3FD4-4C1A-A167-9682C68EA1D1}" type="slidenum">
              <a:rPr lang="en-GB"/>
              <a:pPr>
                <a:defRPr/>
              </a:pPr>
              <a:t>‹#›</a:t>
            </a:fld>
            <a:endParaRPr lang="en-GB"/>
          </a:p>
        </p:txBody>
      </p:sp>
    </p:spTree>
    <p:extLst>
      <p:ext uri="{BB962C8B-B14F-4D97-AF65-F5344CB8AC3E}">
        <p14:creationId xmlns:p14="http://schemas.microsoft.com/office/powerpoint/2010/main" val="2654129952"/>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fld id="{ECFDFC35-F16A-4C47-B53F-B3AA9017E29C}" type="datetime1">
              <a:rPr lang="en-GB"/>
              <a:pPr>
                <a:defRPr/>
              </a:pPr>
              <a:t>15/01/2018</a:t>
            </a:fld>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6880F22C-EE71-4077-BA54-1649DFD2D415}" type="slidenum">
              <a:rPr lang="en-GB"/>
              <a:pPr>
                <a:defRPr/>
              </a:pPr>
              <a:t>‹#›</a:t>
            </a:fld>
            <a:endParaRPr lang="en-GB"/>
          </a:p>
        </p:txBody>
      </p:sp>
    </p:spTree>
    <p:extLst>
      <p:ext uri="{BB962C8B-B14F-4D97-AF65-F5344CB8AC3E}">
        <p14:creationId xmlns:p14="http://schemas.microsoft.com/office/powerpoint/2010/main" val="422393292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Rectangle 4"/>
          <p:cNvSpPr>
            <a:spLocks noGrp="1" noChangeArrowheads="1"/>
          </p:cNvSpPr>
          <p:nvPr>
            <p:ph type="dt" sz="half" idx="10"/>
          </p:nvPr>
        </p:nvSpPr>
        <p:spPr>
          <a:ln/>
        </p:spPr>
        <p:txBody>
          <a:bodyPr/>
          <a:lstStyle>
            <a:lvl1pPr>
              <a:defRPr/>
            </a:lvl1pPr>
          </a:lstStyle>
          <a:p>
            <a:pPr>
              <a:defRPr/>
            </a:pPr>
            <a:fld id="{05FB59BB-41EC-458D-9EC3-A3AC830CDAC5}" type="datetime1">
              <a:rPr lang="en-GB"/>
              <a:pPr>
                <a:defRPr/>
              </a:pPr>
              <a:t>15/01/2018</a:t>
            </a:fld>
            <a:endParaRPr lang="en-GB"/>
          </a:p>
        </p:txBody>
      </p:sp>
      <p:sp>
        <p:nvSpPr>
          <p:cNvPr id="6" name="Rectangle 5"/>
          <p:cNvSpPr>
            <a:spLocks noGrp="1" noChangeArrowheads="1"/>
          </p:cNvSpPr>
          <p:nvPr>
            <p:ph type="ftr" sz="quarter" idx="11"/>
          </p:nvPr>
        </p:nvSpPr>
        <p:spPr>
          <a:ln/>
        </p:spPr>
        <p:txBody>
          <a:bodyPr/>
          <a:lstStyle>
            <a:lvl1pPr>
              <a:defRPr/>
            </a:lvl1pPr>
          </a:lstStyle>
          <a:p>
            <a:pPr>
              <a:defRPr/>
            </a:pPr>
            <a:endParaRPr lang="en-GB"/>
          </a:p>
        </p:txBody>
      </p:sp>
      <p:sp>
        <p:nvSpPr>
          <p:cNvPr id="7" name="Rectangle 6"/>
          <p:cNvSpPr>
            <a:spLocks noGrp="1" noChangeArrowheads="1"/>
          </p:cNvSpPr>
          <p:nvPr>
            <p:ph type="sldNum" sz="quarter" idx="12"/>
          </p:nvPr>
        </p:nvSpPr>
        <p:spPr>
          <a:ln/>
        </p:spPr>
        <p:txBody>
          <a:bodyPr/>
          <a:lstStyle>
            <a:lvl1pPr>
              <a:defRPr/>
            </a:lvl1pPr>
          </a:lstStyle>
          <a:p>
            <a:pPr>
              <a:defRPr/>
            </a:pPr>
            <a:fld id="{F2ABC957-EFF2-49EE-84AB-13DAB76A7981}" type="slidenum">
              <a:rPr lang="en-GB"/>
              <a:pPr>
                <a:defRPr/>
              </a:pPr>
              <a:t>‹#›</a:t>
            </a:fld>
            <a:endParaRPr lang="en-GB"/>
          </a:p>
        </p:txBody>
      </p:sp>
    </p:spTree>
    <p:extLst>
      <p:ext uri="{BB962C8B-B14F-4D97-AF65-F5344CB8AC3E}">
        <p14:creationId xmlns:p14="http://schemas.microsoft.com/office/powerpoint/2010/main" val="318421260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7" name="Rectangle 4"/>
          <p:cNvSpPr>
            <a:spLocks noGrp="1" noChangeArrowheads="1"/>
          </p:cNvSpPr>
          <p:nvPr>
            <p:ph type="dt" sz="half" idx="10"/>
          </p:nvPr>
        </p:nvSpPr>
        <p:spPr>
          <a:ln/>
        </p:spPr>
        <p:txBody>
          <a:bodyPr/>
          <a:lstStyle>
            <a:lvl1pPr>
              <a:defRPr/>
            </a:lvl1pPr>
          </a:lstStyle>
          <a:p>
            <a:pPr>
              <a:defRPr/>
            </a:pPr>
            <a:fld id="{C7F4B5C6-E0FA-49CE-ACC6-5AC53DE16082}" type="datetime1">
              <a:rPr lang="en-GB"/>
              <a:pPr>
                <a:defRPr/>
              </a:pPr>
              <a:t>15/01/2018</a:t>
            </a:fld>
            <a:endParaRPr lang="en-GB"/>
          </a:p>
        </p:txBody>
      </p:sp>
      <p:sp>
        <p:nvSpPr>
          <p:cNvPr id="8" name="Rectangle 5"/>
          <p:cNvSpPr>
            <a:spLocks noGrp="1" noChangeArrowheads="1"/>
          </p:cNvSpPr>
          <p:nvPr>
            <p:ph type="ftr" sz="quarter" idx="11"/>
          </p:nvPr>
        </p:nvSpPr>
        <p:spPr>
          <a:ln/>
        </p:spPr>
        <p:txBody>
          <a:bodyPr/>
          <a:lstStyle>
            <a:lvl1pPr>
              <a:defRPr/>
            </a:lvl1pPr>
          </a:lstStyle>
          <a:p>
            <a:pPr>
              <a:defRPr/>
            </a:pPr>
            <a:endParaRPr lang="en-GB"/>
          </a:p>
        </p:txBody>
      </p:sp>
      <p:sp>
        <p:nvSpPr>
          <p:cNvPr id="9" name="Rectangle 6"/>
          <p:cNvSpPr>
            <a:spLocks noGrp="1" noChangeArrowheads="1"/>
          </p:cNvSpPr>
          <p:nvPr>
            <p:ph type="sldNum" sz="quarter" idx="12"/>
          </p:nvPr>
        </p:nvSpPr>
        <p:spPr>
          <a:ln/>
        </p:spPr>
        <p:txBody>
          <a:bodyPr/>
          <a:lstStyle>
            <a:lvl1pPr>
              <a:defRPr/>
            </a:lvl1pPr>
          </a:lstStyle>
          <a:p>
            <a:pPr>
              <a:defRPr/>
            </a:pPr>
            <a:fld id="{76F3343B-380D-4B39-912A-4AF97353837D}" type="slidenum">
              <a:rPr lang="en-GB"/>
              <a:pPr>
                <a:defRPr/>
              </a:pPr>
              <a:t>‹#›</a:t>
            </a:fld>
            <a:endParaRPr lang="en-GB"/>
          </a:p>
        </p:txBody>
      </p:sp>
    </p:spTree>
    <p:extLst>
      <p:ext uri="{BB962C8B-B14F-4D97-AF65-F5344CB8AC3E}">
        <p14:creationId xmlns:p14="http://schemas.microsoft.com/office/powerpoint/2010/main" val="1585932386"/>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Rectangle 4"/>
          <p:cNvSpPr>
            <a:spLocks noGrp="1" noChangeArrowheads="1"/>
          </p:cNvSpPr>
          <p:nvPr>
            <p:ph type="dt" sz="half" idx="10"/>
          </p:nvPr>
        </p:nvSpPr>
        <p:spPr>
          <a:ln/>
        </p:spPr>
        <p:txBody>
          <a:bodyPr/>
          <a:lstStyle>
            <a:lvl1pPr>
              <a:defRPr/>
            </a:lvl1pPr>
          </a:lstStyle>
          <a:p>
            <a:pPr>
              <a:defRPr/>
            </a:pPr>
            <a:fld id="{C66A9273-9151-4102-BC1A-6ABD478EA0DE}" type="datetime1">
              <a:rPr lang="en-GB"/>
              <a:pPr>
                <a:defRPr/>
              </a:pPr>
              <a:t>15/01/2018</a:t>
            </a:fld>
            <a:endParaRPr lang="en-GB"/>
          </a:p>
        </p:txBody>
      </p:sp>
      <p:sp>
        <p:nvSpPr>
          <p:cNvPr id="4" name="Rectangle 5"/>
          <p:cNvSpPr>
            <a:spLocks noGrp="1" noChangeArrowheads="1"/>
          </p:cNvSpPr>
          <p:nvPr>
            <p:ph type="ftr" sz="quarter" idx="11"/>
          </p:nvPr>
        </p:nvSpPr>
        <p:spPr>
          <a:ln/>
        </p:spPr>
        <p:txBody>
          <a:bodyPr/>
          <a:lstStyle>
            <a:lvl1pPr>
              <a:defRPr/>
            </a:lvl1pPr>
          </a:lstStyle>
          <a:p>
            <a:pPr>
              <a:defRPr/>
            </a:pPr>
            <a:endParaRPr lang="en-GB"/>
          </a:p>
        </p:txBody>
      </p:sp>
      <p:sp>
        <p:nvSpPr>
          <p:cNvPr id="5" name="Rectangle 6"/>
          <p:cNvSpPr>
            <a:spLocks noGrp="1" noChangeArrowheads="1"/>
          </p:cNvSpPr>
          <p:nvPr>
            <p:ph type="sldNum" sz="quarter" idx="12"/>
          </p:nvPr>
        </p:nvSpPr>
        <p:spPr>
          <a:ln/>
        </p:spPr>
        <p:txBody>
          <a:bodyPr/>
          <a:lstStyle>
            <a:lvl1pPr>
              <a:defRPr/>
            </a:lvl1pPr>
          </a:lstStyle>
          <a:p>
            <a:pPr>
              <a:defRPr/>
            </a:pPr>
            <a:fld id="{440D7A55-1825-42F5-8424-2F8D914ED216}" type="slidenum">
              <a:rPr lang="en-GB"/>
              <a:pPr>
                <a:defRPr/>
              </a:pPr>
              <a:t>‹#›</a:t>
            </a:fld>
            <a:endParaRPr lang="en-GB"/>
          </a:p>
        </p:txBody>
      </p:sp>
    </p:spTree>
    <p:extLst>
      <p:ext uri="{BB962C8B-B14F-4D97-AF65-F5344CB8AC3E}">
        <p14:creationId xmlns:p14="http://schemas.microsoft.com/office/powerpoint/2010/main" val="133580553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fld id="{F8EBED48-AAA2-4476-B00C-B774E4469265}" type="datetime1">
              <a:rPr lang="en-GB"/>
              <a:pPr>
                <a:defRPr/>
              </a:pPr>
              <a:t>15/01/2018</a:t>
            </a:fld>
            <a:endParaRPr lang="en-GB"/>
          </a:p>
        </p:txBody>
      </p:sp>
      <p:sp>
        <p:nvSpPr>
          <p:cNvPr id="3" name="Rectangle 5"/>
          <p:cNvSpPr>
            <a:spLocks noGrp="1" noChangeArrowheads="1"/>
          </p:cNvSpPr>
          <p:nvPr>
            <p:ph type="ftr" sz="quarter" idx="11"/>
          </p:nvPr>
        </p:nvSpPr>
        <p:spPr>
          <a:ln/>
        </p:spPr>
        <p:txBody>
          <a:bodyPr/>
          <a:lstStyle>
            <a:lvl1pPr>
              <a:defRPr/>
            </a:lvl1pPr>
          </a:lstStyle>
          <a:p>
            <a:pPr>
              <a:defRPr/>
            </a:pPr>
            <a:endParaRPr lang="en-GB"/>
          </a:p>
        </p:txBody>
      </p:sp>
      <p:sp>
        <p:nvSpPr>
          <p:cNvPr id="4" name="Rectangle 6"/>
          <p:cNvSpPr>
            <a:spLocks noGrp="1" noChangeArrowheads="1"/>
          </p:cNvSpPr>
          <p:nvPr>
            <p:ph type="sldNum" sz="quarter" idx="12"/>
          </p:nvPr>
        </p:nvSpPr>
        <p:spPr>
          <a:ln/>
        </p:spPr>
        <p:txBody>
          <a:bodyPr/>
          <a:lstStyle>
            <a:lvl1pPr>
              <a:defRPr/>
            </a:lvl1pPr>
          </a:lstStyle>
          <a:p>
            <a:pPr>
              <a:defRPr/>
            </a:pPr>
            <a:fld id="{D709C51E-3EB4-4A6C-B489-3E348F82F834}" type="slidenum">
              <a:rPr lang="en-GB"/>
              <a:pPr>
                <a:defRPr/>
              </a:pPr>
              <a:t>‹#›</a:t>
            </a:fld>
            <a:endParaRPr lang="en-GB"/>
          </a:p>
        </p:txBody>
      </p:sp>
    </p:spTree>
    <p:extLst>
      <p:ext uri="{BB962C8B-B14F-4D97-AF65-F5344CB8AC3E}">
        <p14:creationId xmlns:p14="http://schemas.microsoft.com/office/powerpoint/2010/main" val="155984721"/>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fld id="{F2099084-5C7F-4CF5-9AE8-F3AA8F0EA9F9}" type="datetime1">
              <a:rPr lang="en-GB"/>
              <a:pPr>
                <a:defRPr/>
              </a:pPr>
              <a:t>15/01/2018</a:t>
            </a:fld>
            <a:endParaRPr lang="en-GB"/>
          </a:p>
        </p:txBody>
      </p:sp>
      <p:sp>
        <p:nvSpPr>
          <p:cNvPr id="6" name="Rectangle 5"/>
          <p:cNvSpPr>
            <a:spLocks noGrp="1" noChangeArrowheads="1"/>
          </p:cNvSpPr>
          <p:nvPr>
            <p:ph type="ftr" sz="quarter" idx="11"/>
          </p:nvPr>
        </p:nvSpPr>
        <p:spPr>
          <a:ln/>
        </p:spPr>
        <p:txBody>
          <a:bodyPr/>
          <a:lstStyle>
            <a:lvl1pPr>
              <a:defRPr/>
            </a:lvl1pPr>
          </a:lstStyle>
          <a:p>
            <a:pPr>
              <a:defRPr/>
            </a:pPr>
            <a:endParaRPr lang="en-GB"/>
          </a:p>
        </p:txBody>
      </p:sp>
      <p:sp>
        <p:nvSpPr>
          <p:cNvPr id="7" name="Rectangle 6"/>
          <p:cNvSpPr>
            <a:spLocks noGrp="1" noChangeArrowheads="1"/>
          </p:cNvSpPr>
          <p:nvPr>
            <p:ph type="sldNum" sz="quarter" idx="12"/>
          </p:nvPr>
        </p:nvSpPr>
        <p:spPr>
          <a:ln/>
        </p:spPr>
        <p:txBody>
          <a:bodyPr/>
          <a:lstStyle>
            <a:lvl1pPr>
              <a:defRPr/>
            </a:lvl1pPr>
          </a:lstStyle>
          <a:p>
            <a:pPr>
              <a:defRPr/>
            </a:pPr>
            <a:fld id="{AFA269E3-5176-4669-8431-5AAACA4E051D}" type="slidenum">
              <a:rPr lang="en-GB"/>
              <a:pPr>
                <a:defRPr/>
              </a:pPr>
              <a:t>‹#›</a:t>
            </a:fld>
            <a:endParaRPr lang="en-GB"/>
          </a:p>
        </p:txBody>
      </p:sp>
    </p:spTree>
    <p:extLst>
      <p:ext uri="{BB962C8B-B14F-4D97-AF65-F5344CB8AC3E}">
        <p14:creationId xmlns:p14="http://schemas.microsoft.com/office/powerpoint/2010/main" val="3583235474"/>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fld id="{4B29C012-FA62-4961-8411-9D683412FB31}" type="datetime1">
              <a:rPr lang="en-GB"/>
              <a:pPr>
                <a:defRPr/>
              </a:pPr>
              <a:t>15/01/2018</a:t>
            </a:fld>
            <a:endParaRPr lang="en-GB"/>
          </a:p>
        </p:txBody>
      </p:sp>
      <p:sp>
        <p:nvSpPr>
          <p:cNvPr id="6" name="Rectangle 5"/>
          <p:cNvSpPr>
            <a:spLocks noGrp="1" noChangeArrowheads="1"/>
          </p:cNvSpPr>
          <p:nvPr>
            <p:ph type="ftr" sz="quarter" idx="11"/>
          </p:nvPr>
        </p:nvSpPr>
        <p:spPr>
          <a:ln/>
        </p:spPr>
        <p:txBody>
          <a:bodyPr/>
          <a:lstStyle>
            <a:lvl1pPr>
              <a:defRPr/>
            </a:lvl1pPr>
          </a:lstStyle>
          <a:p>
            <a:pPr>
              <a:defRPr/>
            </a:pPr>
            <a:endParaRPr lang="en-GB"/>
          </a:p>
        </p:txBody>
      </p:sp>
      <p:sp>
        <p:nvSpPr>
          <p:cNvPr id="7" name="Rectangle 6"/>
          <p:cNvSpPr>
            <a:spLocks noGrp="1" noChangeArrowheads="1"/>
          </p:cNvSpPr>
          <p:nvPr>
            <p:ph type="sldNum" sz="quarter" idx="12"/>
          </p:nvPr>
        </p:nvSpPr>
        <p:spPr>
          <a:ln/>
        </p:spPr>
        <p:txBody>
          <a:bodyPr/>
          <a:lstStyle>
            <a:lvl1pPr>
              <a:defRPr/>
            </a:lvl1pPr>
          </a:lstStyle>
          <a:p>
            <a:pPr>
              <a:defRPr/>
            </a:pPr>
            <a:fld id="{2509C71E-CDEE-41F3-A492-2FE32C4122B5}" type="slidenum">
              <a:rPr lang="en-GB"/>
              <a:pPr>
                <a:defRPr/>
              </a:pPr>
              <a:t>‹#›</a:t>
            </a:fld>
            <a:endParaRPr lang="en-GB"/>
          </a:p>
        </p:txBody>
      </p:sp>
    </p:spTree>
    <p:extLst>
      <p:ext uri="{BB962C8B-B14F-4D97-AF65-F5344CB8AC3E}">
        <p14:creationId xmlns:p14="http://schemas.microsoft.com/office/powerpoint/2010/main" val="3878096958"/>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Rectangle 4"/>
          <p:cNvSpPr>
            <a:spLocks noGrp="1" noChangeArrowheads="1"/>
          </p:cNvSpPr>
          <p:nvPr>
            <p:ph type="dt" sz="half" idx="10"/>
          </p:nvPr>
        </p:nvSpPr>
        <p:spPr>
          <a:ln/>
        </p:spPr>
        <p:txBody>
          <a:bodyPr/>
          <a:lstStyle>
            <a:lvl1pPr>
              <a:defRPr/>
            </a:lvl1pPr>
          </a:lstStyle>
          <a:p>
            <a:pPr>
              <a:defRPr/>
            </a:pPr>
            <a:fld id="{9C89AD61-A90F-465D-8026-FC0E4A3B1483}" type="datetime1">
              <a:rPr lang="en-GB"/>
              <a:pPr>
                <a:defRPr/>
              </a:pPr>
              <a:t>15/01/2018</a:t>
            </a:fld>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CEC16109-EE3E-4DE0-9E43-EEB19D7604A1}" type="slidenum">
              <a:rPr lang="en-GB"/>
              <a:pPr>
                <a:defRPr/>
              </a:pPr>
              <a:t>‹#›</a:t>
            </a:fld>
            <a:endParaRPr lang="en-GB"/>
          </a:p>
        </p:txBody>
      </p:sp>
    </p:spTree>
    <p:extLst>
      <p:ext uri="{BB962C8B-B14F-4D97-AF65-F5344CB8AC3E}">
        <p14:creationId xmlns:p14="http://schemas.microsoft.com/office/powerpoint/2010/main" val="1622575444"/>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GB"/>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Rectangle 4"/>
          <p:cNvSpPr>
            <a:spLocks noGrp="1" noChangeArrowheads="1"/>
          </p:cNvSpPr>
          <p:nvPr>
            <p:ph type="dt" sz="half" idx="10"/>
          </p:nvPr>
        </p:nvSpPr>
        <p:spPr>
          <a:ln/>
        </p:spPr>
        <p:txBody>
          <a:bodyPr/>
          <a:lstStyle>
            <a:lvl1pPr>
              <a:defRPr/>
            </a:lvl1pPr>
          </a:lstStyle>
          <a:p>
            <a:pPr>
              <a:defRPr/>
            </a:pPr>
            <a:fld id="{66DD5F20-7925-44B9-8963-05167227A927}" type="datetime1">
              <a:rPr lang="en-GB"/>
              <a:pPr>
                <a:defRPr/>
              </a:pPr>
              <a:t>15/01/2018</a:t>
            </a:fld>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CD103D39-E6B5-4825-82B7-1F236515E509}" type="slidenum">
              <a:rPr lang="en-GB"/>
              <a:pPr>
                <a:defRPr/>
              </a:pPr>
              <a:t>‹#›</a:t>
            </a:fld>
            <a:endParaRPr lang="en-GB"/>
          </a:p>
        </p:txBody>
      </p:sp>
    </p:spTree>
    <p:extLst>
      <p:ext uri="{BB962C8B-B14F-4D97-AF65-F5344CB8AC3E}">
        <p14:creationId xmlns:p14="http://schemas.microsoft.com/office/powerpoint/2010/main" val="41093045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image" Target="../media/image1.jpeg"/><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theme" Target="../theme/theme2.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image" Target="../media/image1.jpeg"/><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theme" Target="../theme/theme3.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3.xml"/><Relationship Id="rId13" Type="http://schemas.openxmlformats.org/officeDocument/2006/relationships/image" Target="../media/image1.jpeg"/><Relationship Id="rId3" Type="http://schemas.openxmlformats.org/officeDocument/2006/relationships/slideLayout" Target="../slideLayouts/slideLayout38.xml"/><Relationship Id="rId7" Type="http://schemas.openxmlformats.org/officeDocument/2006/relationships/slideLayout" Target="../slideLayouts/slideLayout42.xml"/><Relationship Id="rId12" Type="http://schemas.openxmlformats.org/officeDocument/2006/relationships/theme" Target="../theme/theme4.xml"/><Relationship Id="rId2" Type="http://schemas.openxmlformats.org/officeDocument/2006/relationships/slideLayout" Target="../slideLayouts/slideLayout37.xml"/><Relationship Id="rId1" Type="http://schemas.openxmlformats.org/officeDocument/2006/relationships/slideLayout" Target="../slideLayouts/slideLayout36.xml"/><Relationship Id="rId6" Type="http://schemas.openxmlformats.org/officeDocument/2006/relationships/slideLayout" Target="../slideLayouts/slideLayout41.xml"/><Relationship Id="rId11" Type="http://schemas.openxmlformats.org/officeDocument/2006/relationships/slideLayout" Target="../slideLayouts/slideLayout46.xml"/><Relationship Id="rId5" Type="http://schemas.openxmlformats.org/officeDocument/2006/relationships/slideLayout" Target="../slideLayouts/slideLayout40.xml"/><Relationship Id="rId10" Type="http://schemas.openxmlformats.org/officeDocument/2006/relationships/slideLayout" Target="../slideLayouts/slideLayout45.xml"/><Relationship Id="rId4" Type="http://schemas.openxmlformats.org/officeDocument/2006/relationships/slideLayout" Target="../slideLayouts/slideLayout39.xml"/><Relationship Id="rId9" Type="http://schemas.openxmlformats.org/officeDocument/2006/relationships/slideLayout" Target="../slideLayouts/slideLayout4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395288" y="115888"/>
            <a:ext cx="8497887" cy="649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a:extLst>
        </p:spPr>
        <p:txBody>
          <a:bodyPr vert="horz" wrap="square" lIns="91440" tIns="45720" rIns="91440" bIns="45720" numCol="1" anchor="ctr" anchorCtr="0" compatLnSpc="1">
            <a:prstTxWarp prst="textNoShape">
              <a:avLst/>
            </a:prstTxWarp>
          </a:bodyPr>
          <a:lstStyle/>
          <a:p>
            <a:pPr lvl="0"/>
            <a:r>
              <a:rPr lang="en-GB"/>
              <a:t>Click to edit Master title style</a:t>
            </a:r>
          </a:p>
        </p:txBody>
      </p:sp>
      <p:sp>
        <p:nvSpPr>
          <p:cNvPr id="1027" name="Rectangle 3"/>
          <p:cNvSpPr>
            <a:spLocks noGrp="1" noChangeArrowheads="1"/>
          </p:cNvSpPr>
          <p:nvPr>
            <p:ph type="body" idx="1"/>
          </p:nvPr>
        </p:nvSpPr>
        <p:spPr bwMode="auto">
          <a:xfrm>
            <a:off x="395288" y="965200"/>
            <a:ext cx="7632700" cy="4968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a:extLst>
        </p:spPr>
        <p:txBody>
          <a:bodyPr vert="horz" wrap="square" lIns="91440" tIns="45720" rIns="91440" bIns="45720" numCol="1" anchor="t" anchorCtr="0" compatLnSpc="1">
            <a:prstTxWarp prst="textNoShape">
              <a:avLst/>
            </a:prstTxWarp>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028" name="Rectangle 7"/>
          <p:cNvSpPr>
            <a:spLocks noChangeArrowheads="1"/>
          </p:cNvSpPr>
          <p:nvPr userDrawn="1"/>
        </p:nvSpPr>
        <p:spPr bwMode="auto">
          <a:xfrm>
            <a:off x="250825" y="6237288"/>
            <a:ext cx="7777163" cy="144462"/>
          </a:xfrm>
          <a:prstGeom prst="rect">
            <a:avLst/>
          </a:prstGeom>
          <a:solidFill>
            <a:srgbClr val="73267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Times New Roman" pitchFamily="18" charset="0"/>
                <a:ea typeface="MS PGothic" pitchFamily="34" charset="-128"/>
              </a:defRPr>
            </a:lvl1pPr>
            <a:lvl2pPr marL="742950" indent="-285750" eaLnBrk="0" hangingPunct="0">
              <a:defRPr sz="2400">
                <a:solidFill>
                  <a:schemeClr val="tx1"/>
                </a:solidFill>
                <a:latin typeface="Times New Roman" pitchFamily="18" charset="0"/>
                <a:ea typeface="MS PGothic" pitchFamily="34" charset="-128"/>
              </a:defRPr>
            </a:lvl2pPr>
            <a:lvl3pPr marL="1143000" indent="-228600" eaLnBrk="0" hangingPunct="0">
              <a:defRPr sz="2400">
                <a:solidFill>
                  <a:schemeClr val="tx1"/>
                </a:solidFill>
                <a:latin typeface="Times New Roman" pitchFamily="18" charset="0"/>
                <a:ea typeface="MS PGothic" pitchFamily="34" charset="-128"/>
              </a:defRPr>
            </a:lvl3pPr>
            <a:lvl4pPr marL="1600200" indent="-228600" eaLnBrk="0" hangingPunct="0">
              <a:defRPr sz="2400">
                <a:solidFill>
                  <a:schemeClr val="tx1"/>
                </a:solidFill>
                <a:latin typeface="Times New Roman" pitchFamily="18" charset="0"/>
                <a:ea typeface="MS PGothic" pitchFamily="34" charset="-128"/>
              </a:defRPr>
            </a:lvl4pPr>
            <a:lvl5pPr marL="2057400" indent="-228600" eaLnBrk="0" hangingPunct="0">
              <a:defRPr sz="2400">
                <a:solidFill>
                  <a:schemeClr val="tx1"/>
                </a:solidFill>
                <a:latin typeface="Times New Roman" pitchFamily="18" charset="0"/>
                <a:ea typeface="MS PGothic" pitchFamily="34" charset="-128"/>
              </a:defRPr>
            </a:lvl5pPr>
            <a:lvl6pPr marL="25146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pPr eaLnBrk="1" hangingPunct="1">
              <a:defRPr/>
            </a:pPr>
            <a:endParaRPr lang="en-US" altLang="en-US" smtClean="0"/>
          </a:p>
        </p:txBody>
      </p:sp>
      <p:pic>
        <p:nvPicPr>
          <p:cNvPr id="1029" name="Picture 3" descr="RBWM logo"/>
          <p:cNvPicPr>
            <a:picLocks noChangeAspect="1" noChangeArrowheads="1"/>
          </p:cNvPicPr>
          <p:nvPr userDrawn="1"/>
        </p:nvPicPr>
        <p:blipFill>
          <a:blip r:embed="rId15">
            <a:extLst>
              <a:ext uri="{28A0092B-C50C-407E-A947-70E740481C1C}">
                <a14:useLocalDpi xmlns:a14="http://schemas.microsoft.com/office/drawing/2010/main" val="0"/>
              </a:ext>
            </a:extLst>
          </a:blip>
          <a:srcRect/>
          <a:stretch>
            <a:fillRect/>
          </a:stretch>
        </p:blipFill>
        <p:spPr bwMode="auto">
          <a:xfrm>
            <a:off x="8105775" y="5229225"/>
            <a:ext cx="749300" cy="1149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121" r:id="rId1"/>
    <p:sldLayoutId id="2147484084" r:id="rId2"/>
    <p:sldLayoutId id="2147484122" r:id="rId3"/>
    <p:sldLayoutId id="2147484085" r:id="rId4"/>
    <p:sldLayoutId id="2147484086" r:id="rId5"/>
    <p:sldLayoutId id="2147484123" r:id="rId6"/>
    <p:sldLayoutId id="2147484124" r:id="rId7"/>
    <p:sldLayoutId id="2147484125" r:id="rId8"/>
    <p:sldLayoutId id="2147484087" r:id="rId9"/>
    <p:sldLayoutId id="2147484126" r:id="rId10"/>
    <p:sldLayoutId id="2147484127" r:id="rId11"/>
    <p:sldLayoutId id="2147484128" r:id="rId12"/>
    <p:sldLayoutId id="2147484129" r:id="rId13"/>
  </p:sldLayoutIdLst>
  <p:hf sldNum="0" hdr="0" ftr="0" dt="0"/>
  <p:txStyles>
    <p:titleStyle>
      <a:lvl1pPr algn="r" rtl="0" eaLnBrk="0" fontAlgn="base" hangingPunct="0">
        <a:spcBef>
          <a:spcPct val="0"/>
        </a:spcBef>
        <a:spcAft>
          <a:spcPct val="0"/>
        </a:spcAft>
        <a:defRPr sz="2800">
          <a:solidFill>
            <a:schemeClr val="tx2"/>
          </a:solidFill>
          <a:latin typeface="+mj-lt"/>
          <a:ea typeface="MS PGothic" pitchFamily="34" charset="-128"/>
          <a:cs typeface="+mj-cs"/>
        </a:defRPr>
      </a:lvl1pPr>
      <a:lvl2pPr algn="r" rtl="0" eaLnBrk="0" fontAlgn="base" hangingPunct="0">
        <a:spcBef>
          <a:spcPct val="0"/>
        </a:spcBef>
        <a:spcAft>
          <a:spcPct val="0"/>
        </a:spcAft>
        <a:defRPr sz="2800">
          <a:solidFill>
            <a:schemeClr val="tx2"/>
          </a:solidFill>
          <a:latin typeface="Arial" charset="0"/>
          <a:ea typeface="MS PGothic" pitchFamily="34" charset="-128"/>
        </a:defRPr>
      </a:lvl2pPr>
      <a:lvl3pPr algn="r" rtl="0" eaLnBrk="0" fontAlgn="base" hangingPunct="0">
        <a:spcBef>
          <a:spcPct val="0"/>
        </a:spcBef>
        <a:spcAft>
          <a:spcPct val="0"/>
        </a:spcAft>
        <a:defRPr sz="2800">
          <a:solidFill>
            <a:schemeClr val="tx2"/>
          </a:solidFill>
          <a:latin typeface="Arial" charset="0"/>
          <a:ea typeface="MS PGothic" pitchFamily="34" charset="-128"/>
        </a:defRPr>
      </a:lvl3pPr>
      <a:lvl4pPr algn="r" rtl="0" eaLnBrk="0" fontAlgn="base" hangingPunct="0">
        <a:spcBef>
          <a:spcPct val="0"/>
        </a:spcBef>
        <a:spcAft>
          <a:spcPct val="0"/>
        </a:spcAft>
        <a:defRPr sz="2800">
          <a:solidFill>
            <a:schemeClr val="tx2"/>
          </a:solidFill>
          <a:latin typeface="Arial" charset="0"/>
          <a:ea typeface="MS PGothic" pitchFamily="34" charset="-128"/>
        </a:defRPr>
      </a:lvl4pPr>
      <a:lvl5pPr algn="r" rtl="0" eaLnBrk="0" fontAlgn="base" hangingPunct="0">
        <a:spcBef>
          <a:spcPct val="0"/>
        </a:spcBef>
        <a:spcAft>
          <a:spcPct val="0"/>
        </a:spcAft>
        <a:defRPr sz="2800">
          <a:solidFill>
            <a:schemeClr val="tx2"/>
          </a:solidFill>
          <a:latin typeface="Arial" charset="0"/>
          <a:ea typeface="MS PGothic" pitchFamily="34" charset="-128"/>
        </a:defRPr>
      </a:lvl5pPr>
      <a:lvl6pPr marL="457200" algn="ctr" rtl="0" fontAlgn="base">
        <a:spcBef>
          <a:spcPct val="0"/>
        </a:spcBef>
        <a:spcAft>
          <a:spcPct val="0"/>
        </a:spcAft>
        <a:defRPr sz="4400">
          <a:solidFill>
            <a:schemeClr val="tx2"/>
          </a:solidFill>
          <a:latin typeface="Times New Roman" pitchFamily="18" charset="0"/>
        </a:defRPr>
      </a:lvl6pPr>
      <a:lvl7pPr marL="914400" algn="ctr" rtl="0" fontAlgn="base">
        <a:spcBef>
          <a:spcPct val="0"/>
        </a:spcBef>
        <a:spcAft>
          <a:spcPct val="0"/>
        </a:spcAft>
        <a:defRPr sz="4400">
          <a:solidFill>
            <a:schemeClr val="tx2"/>
          </a:solidFill>
          <a:latin typeface="Times New Roman" pitchFamily="18" charset="0"/>
        </a:defRPr>
      </a:lvl7pPr>
      <a:lvl8pPr marL="1371600" algn="ctr" rtl="0" fontAlgn="base">
        <a:spcBef>
          <a:spcPct val="0"/>
        </a:spcBef>
        <a:spcAft>
          <a:spcPct val="0"/>
        </a:spcAft>
        <a:defRPr sz="4400">
          <a:solidFill>
            <a:schemeClr val="tx2"/>
          </a:solidFill>
          <a:latin typeface="Times New Roman" pitchFamily="18" charset="0"/>
        </a:defRPr>
      </a:lvl8pPr>
      <a:lvl9pPr marL="1828800" algn="ctr" rtl="0" fontAlgn="base">
        <a:spcBef>
          <a:spcPct val="0"/>
        </a:spcBef>
        <a:spcAft>
          <a:spcPct val="0"/>
        </a:spcAft>
        <a:defRPr sz="4400">
          <a:solidFill>
            <a:schemeClr val="tx2"/>
          </a:solidFill>
          <a:latin typeface="Times New Roman" pitchFamily="18" charset="0"/>
        </a:defRPr>
      </a:lvl9pPr>
    </p:titleStyle>
    <p:bodyStyle>
      <a:lvl1pPr marL="342900" indent="-342900" algn="l" rtl="0" eaLnBrk="0" fontAlgn="base" hangingPunct="0">
        <a:spcBef>
          <a:spcPct val="20000"/>
        </a:spcBef>
        <a:spcAft>
          <a:spcPct val="0"/>
        </a:spcAft>
        <a:buChar char="•"/>
        <a:defRPr sz="2400">
          <a:solidFill>
            <a:schemeClr val="tx1"/>
          </a:solidFill>
          <a:latin typeface="+mj-lt"/>
          <a:ea typeface="MS PGothic" pitchFamily="34" charset="-128"/>
          <a:cs typeface="+mn-cs"/>
        </a:defRPr>
      </a:lvl1pPr>
      <a:lvl2pPr marL="742950" indent="-285750" algn="l" rtl="0" eaLnBrk="0" fontAlgn="base" hangingPunct="0">
        <a:spcBef>
          <a:spcPct val="20000"/>
        </a:spcBef>
        <a:spcAft>
          <a:spcPct val="0"/>
        </a:spcAft>
        <a:buChar char="–"/>
        <a:defRPr sz="2000">
          <a:solidFill>
            <a:schemeClr val="tx1"/>
          </a:solidFill>
          <a:latin typeface="+mj-lt"/>
          <a:ea typeface="MS PGothic" pitchFamily="34" charset="-128"/>
        </a:defRPr>
      </a:lvl2pPr>
      <a:lvl3pPr marL="1143000" indent="-228600" algn="l" rtl="0" eaLnBrk="0" fontAlgn="base" hangingPunct="0">
        <a:spcBef>
          <a:spcPct val="20000"/>
        </a:spcBef>
        <a:spcAft>
          <a:spcPct val="0"/>
        </a:spcAft>
        <a:buChar char="•"/>
        <a:defRPr sz="2000">
          <a:solidFill>
            <a:schemeClr val="tx1"/>
          </a:solidFill>
          <a:latin typeface="+mj-lt"/>
          <a:ea typeface="MS PGothic" pitchFamily="34" charset="-128"/>
        </a:defRPr>
      </a:lvl3pPr>
      <a:lvl4pPr marL="1600200" indent="-228600" algn="l" rtl="0" eaLnBrk="0" fontAlgn="base" hangingPunct="0">
        <a:spcBef>
          <a:spcPct val="20000"/>
        </a:spcBef>
        <a:spcAft>
          <a:spcPct val="0"/>
        </a:spcAft>
        <a:buChar char="–"/>
        <a:defRPr sz="2000">
          <a:solidFill>
            <a:schemeClr val="tx1"/>
          </a:solidFill>
          <a:latin typeface="+mj-lt"/>
          <a:ea typeface="MS PGothic" pitchFamily="34" charset="-128"/>
        </a:defRPr>
      </a:lvl4pPr>
      <a:lvl5pPr marL="2057400" indent="-228600" algn="l" rtl="0" eaLnBrk="0" fontAlgn="base" hangingPunct="0">
        <a:spcBef>
          <a:spcPct val="20000"/>
        </a:spcBef>
        <a:spcAft>
          <a:spcPct val="0"/>
        </a:spcAft>
        <a:buChar char="»"/>
        <a:defRPr sz="2000">
          <a:solidFill>
            <a:schemeClr val="tx1"/>
          </a:solidFill>
          <a:latin typeface="+mj-lt"/>
          <a:ea typeface="MS PGothic" pitchFamily="34" charset="-128"/>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0" name="Title Placeholder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smtClean="0"/>
              <a:t>Click to edit Master title style</a:t>
            </a:r>
            <a:endParaRPr lang="en-GB" altLang="en-US" smtClean="0"/>
          </a:p>
        </p:txBody>
      </p:sp>
      <p:sp>
        <p:nvSpPr>
          <p:cNvPr id="2051" name="Text Placeholder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endParaRPr lang="en-GB" altLang="en-US" smtClean="0"/>
          </a:p>
        </p:txBody>
      </p:sp>
      <p:sp>
        <p:nvSpPr>
          <p:cNvPr id="4" name="Date Placeholder 3"/>
          <p:cNvSpPr>
            <a:spLocks noGrp="1"/>
          </p:cNvSpPr>
          <p:nvPr>
            <p:ph type="dt" sz="half" idx="2"/>
          </p:nvPr>
        </p:nvSpPr>
        <p:spPr>
          <a:xfrm>
            <a:off x="457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l">
              <a:defRPr sz="1200">
                <a:solidFill>
                  <a:srgbClr val="898989"/>
                </a:solidFill>
              </a:defRPr>
            </a:lvl1pPr>
          </a:lstStyle>
          <a:p>
            <a:pPr>
              <a:defRPr/>
            </a:pPr>
            <a:fld id="{EDDBA0D3-6193-4E0F-B453-77F65E8EBCD8}" type="datetime1">
              <a:rPr lang="en-GB"/>
              <a:pPr>
                <a:defRPr/>
              </a:pPr>
              <a:t>15/01/2018</a:t>
            </a:fld>
            <a:endParaRPr lang="en-GB"/>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latin typeface="Times New Roman" pitchFamily="18" charset="0"/>
                <a:ea typeface="+mn-ea"/>
              </a:defRPr>
            </a:lvl1pPr>
          </a:lstStyle>
          <a:p>
            <a:pPr>
              <a:defRPr/>
            </a:pPr>
            <a:endParaRPr lang="en-GB"/>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defRPr>
            </a:lvl1pPr>
          </a:lstStyle>
          <a:p>
            <a:pPr>
              <a:defRPr/>
            </a:pPr>
            <a:fld id="{C146901C-12B1-40DD-8DBE-C2246E163039}" type="slidenum">
              <a:rPr lang="en-GB"/>
              <a:pPr>
                <a:defRPr/>
              </a:pPr>
              <a:t>‹#›</a:t>
            </a:fld>
            <a:endParaRPr lang="en-GB"/>
          </a:p>
        </p:txBody>
      </p:sp>
      <p:sp>
        <p:nvSpPr>
          <p:cNvPr id="2055" name="Rectangle 7"/>
          <p:cNvSpPr>
            <a:spLocks noChangeArrowheads="1"/>
          </p:cNvSpPr>
          <p:nvPr userDrawn="1"/>
        </p:nvSpPr>
        <p:spPr bwMode="auto">
          <a:xfrm>
            <a:off x="250825" y="6237288"/>
            <a:ext cx="7777163" cy="144462"/>
          </a:xfrm>
          <a:prstGeom prst="rect">
            <a:avLst/>
          </a:prstGeom>
          <a:solidFill>
            <a:srgbClr val="73267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Times New Roman" pitchFamily="18" charset="0"/>
                <a:ea typeface="MS PGothic" pitchFamily="34" charset="-128"/>
              </a:defRPr>
            </a:lvl1pPr>
            <a:lvl2pPr marL="742950" indent="-285750" eaLnBrk="0" hangingPunct="0">
              <a:defRPr sz="2400">
                <a:solidFill>
                  <a:schemeClr val="tx1"/>
                </a:solidFill>
                <a:latin typeface="Times New Roman" pitchFamily="18" charset="0"/>
                <a:ea typeface="MS PGothic" pitchFamily="34" charset="-128"/>
              </a:defRPr>
            </a:lvl2pPr>
            <a:lvl3pPr marL="1143000" indent="-228600" eaLnBrk="0" hangingPunct="0">
              <a:defRPr sz="2400">
                <a:solidFill>
                  <a:schemeClr val="tx1"/>
                </a:solidFill>
                <a:latin typeface="Times New Roman" pitchFamily="18" charset="0"/>
                <a:ea typeface="MS PGothic" pitchFamily="34" charset="-128"/>
              </a:defRPr>
            </a:lvl3pPr>
            <a:lvl4pPr marL="1600200" indent="-228600" eaLnBrk="0" hangingPunct="0">
              <a:defRPr sz="2400">
                <a:solidFill>
                  <a:schemeClr val="tx1"/>
                </a:solidFill>
                <a:latin typeface="Times New Roman" pitchFamily="18" charset="0"/>
                <a:ea typeface="MS PGothic" pitchFamily="34" charset="-128"/>
              </a:defRPr>
            </a:lvl4pPr>
            <a:lvl5pPr marL="2057400" indent="-228600" eaLnBrk="0" hangingPunct="0">
              <a:defRPr sz="2400">
                <a:solidFill>
                  <a:schemeClr val="tx1"/>
                </a:solidFill>
                <a:latin typeface="Times New Roman" pitchFamily="18" charset="0"/>
                <a:ea typeface="MS PGothic" pitchFamily="34" charset="-128"/>
              </a:defRPr>
            </a:lvl5pPr>
            <a:lvl6pPr marL="25146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pPr eaLnBrk="1" hangingPunct="1">
              <a:defRPr/>
            </a:pPr>
            <a:endParaRPr lang="en-US" altLang="en-US" smtClean="0"/>
          </a:p>
        </p:txBody>
      </p:sp>
      <p:pic>
        <p:nvPicPr>
          <p:cNvPr id="2056" name="Picture 3" descr="RBWM logo"/>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8105775" y="5229225"/>
            <a:ext cx="749300" cy="1149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088" r:id="rId1"/>
    <p:sldLayoutId id="2147484089" r:id="rId2"/>
    <p:sldLayoutId id="2147484090" r:id="rId3"/>
    <p:sldLayoutId id="2147484091" r:id="rId4"/>
    <p:sldLayoutId id="2147484092" r:id="rId5"/>
    <p:sldLayoutId id="2147484093" r:id="rId6"/>
    <p:sldLayoutId id="2147484094" r:id="rId7"/>
    <p:sldLayoutId id="2147484095" r:id="rId8"/>
    <p:sldLayoutId id="2147484096" r:id="rId9"/>
    <p:sldLayoutId id="2147484097" r:id="rId10"/>
    <p:sldLayoutId id="2147484098" r:id="rId11"/>
  </p:sldLayoutIdLst>
  <p:hf sldNum="0" hdr="0" ftr="0" dt="0"/>
  <p:txStyles>
    <p:titleStyle>
      <a:lvl1pPr algn="ctr" rtl="0" eaLnBrk="0" fontAlgn="base" hangingPunct="0">
        <a:spcBef>
          <a:spcPct val="0"/>
        </a:spcBef>
        <a:spcAft>
          <a:spcPct val="0"/>
        </a:spcAft>
        <a:defRPr sz="4400" kern="1200">
          <a:solidFill>
            <a:schemeClr val="tx1"/>
          </a:solidFill>
          <a:latin typeface="+mj-lt"/>
          <a:ea typeface="MS PGothic" pitchFamily="34" charset="-128"/>
          <a:cs typeface="+mj-cs"/>
        </a:defRPr>
      </a:lvl1pPr>
      <a:lvl2pPr algn="ctr" rtl="0" eaLnBrk="0" fontAlgn="base" hangingPunct="0">
        <a:spcBef>
          <a:spcPct val="0"/>
        </a:spcBef>
        <a:spcAft>
          <a:spcPct val="0"/>
        </a:spcAft>
        <a:defRPr sz="4400">
          <a:solidFill>
            <a:schemeClr val="tx1"/>
          </a:solidFill>
          <a:latin typeface="Calibri" pitchFamily="34" charset="0"/>
          <a:ea typeface="MS PGothic" pitchFamily="34" charset="-128"/>
        </a:defRPr>
      </a:lvl2pPr>
      <a:lvl3pPr algn="ctr" rtl="0" eaLnBrk="0" fontAlgn="base" hangingPunct="0">
        <a:spcBef>
          <a:spcPct val="0"/>
        </a:spcBef>
        <a:spcAft>
          <a:spcPct val="0"/>
        </a:spcAft>
        <a:defRPr sz="4400">
          <a:solidFill>
            <a:schemeClr val="tx1"/>
          </a:solidFill>
          <a:latin typeface="Calibri" pitchFamily="34" charset="0"/>
          <a:ea typeface="MS PGothic" pitchFamily="34" charset="-128"/>
        </a:defRPr>
      </a:lvl3pPr>
      <a:lvl4pPr algn="ctr" rtl="0" eaLnBrk="0" fontAlgn="base" hangingPunct="0">
        <a:spcBef>
          <a:spcPct val="0"/>
        </a:spcBef>
        <a:spcAft>
          <a:spcPct val="0"/>
        </a:spcAft>
        <a:defRPr sz="4400">
          <a:solidFill>
            <a:schemeClr val="tx1"/>
          </a:solidFill>
          <a:latin typeface="Calibri" pitchFamily="34" charset="0"/>
          <a:ea typeface="MS PGothic" pitchFamily="34" charset="-128"/>
        </a:defRPr>
      </a:lvl4pPr>
      <a:lvl5pPr algn="ctr" rtl="0" eaLnBrk="0" fontAlgn="base" hangingPunct="0">
        <a:spcBef>
          <a:spcPct val="0"/>
        </a:spcBef>
        <a:spcAft>
          <a:spcPct val="0"/>
        </a:spcAft>
        <a:defRPr sz="4400">
          <a:solidFill>
            <a:schemeClr val="tx1"/>
          </a:solidFill>
          <a:latin typeface="Calibri" pitchFamily="34" charset="0"/>
          <a:ea typeface="MS PGothic" pitchFamily="34" charset="-128"/>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S PGothic" pitchFamily="34" charset="-128"/>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S PGothic" pitchFamily="34" charset="-128"/>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S PGothic" pitchFamily="34" charset="-128"/>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S PGothic" pitchFamily="34" charset="-128"/>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S PGothic" pitchFamily="34" charset="-128"/>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074" name="Title Placeholder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smtClean="0"/>
              <a:t>Click to edit Master title style</a:t>
            </a:r>
            <a:endParaRPr lang="en-GB" altLang="en-US" smtClean="0"/>
          </a:p>
        </p:txBody>
      </p:sp>
      <p:sp>
        <p:nvSpPr>
          <p:cNvPr id="3075" name="Text Placeholder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endParaRPr lang="en-GB" altLang="en-US" smtClean="0"/>
          </a:p>
        </p:txBody>
      </p:sp>
      <p:sp>
        <p:nvSpPr>
          <p:cNvPr id="4" name="Date Placeholder 3"/>
          <p:cNvSpPr>
            <a:spLocks noGrp="1"/>
          </p:cNvSpPr>
          <p:nvPr>
            <p:ph type="dt" sz="half" idx="2"/>
          </p:nvPr>
        </p:nvSpPr>
        <p:spPr>
          <a:xfrm>
            <a:off x="457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l">
              <a:defRPr sz="1200">
                <a:solidFill>
                  <a:srgbClr val="898989"/>
                </a:solidFill>
              </a:defRPr>
            </a:lvl1pPr>
          </a:lstStyle>
          <a:p>
            <a:pPr>
              <a:defRPr/>
            </a:pPr>
            <a:fld id="{AC8DF5DC-1168-47BE-8B87-FD4A316C87A3}" type="datetime1">
              <a:rPr lang="en-GB"/>
              <a:pPr>
                <a:defRPr/>
              </a:pPr>
              <a:t>15/01/2018</a:t>
            </a:fld>
            <a:endParaRPr lang="en-GB"/>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latin typeface="Times New Roman" pitchFamily="18" charset="0"/>
                <a:ea typeface="+mn-ea"/>
              </a:defRPr>
            </a:lvl1pPr>
          </a:lstStyle>
          <a:p>
            <a:pPr>
              <a:defRPr/>
            </a:pPr>
            <a:endParaRPr lang="en-GB"/>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defRPr>
            </a:lvl1pPr>
          </a:lstStyle>
          <a:p>
            <a:pPr>
              <a:defRPr/>
            </a:pPr>
            <a:fld id="{8EA2DB17-9047-46F4-B9BC-DE8C9637BF13}" type="slidenum">
              <a:rPr lang="en-GB"/>
              <a:pPr>
                <a:defRPr/>
              </a:pPr>
              <a:t>‹#›</a:t>
            </a:fld>
            <a:endParaRPr lang="en-GB"/>
          </a:p>
        </p:txBody>
      </p:sp>
      <p:sp>
        <p:nvSpPr>
          <p:cNvPr id="3079" name="Rectangle 7"/>
          <p:cNvSpPr>
            <a:spLocks noChangeArrowheads="1"/>
          </p:cNvSpPr>
          <p:nvPr userDrawn="1"/>
        </p:nvSpPr>
        <p:spPr bwMode="auto">
          <a:xfrm>
            <a:off x="250825" y="6237288"/>
            <a:ext cx="7777163" cy="144462"/>
          </a:xfrm>
          <a:prstGeom prst="rect">
            <a:avLst/>
          </a:prstGeom>
          <a:solidFill>
            <a:srgbClr val="73267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Times New Roman" pitchFamily="18" charset="0"/>
                <a:ea typeface="MS PGothic" pitchFamily="34" charset="-128"/>
              </a:defRPr>
            </a:lvl1pPr>
            <a:lvl2pPr marL="742950" indent="-285750" eaLnBrk="0" hangingPunct="0">
              <a:defRPr sz="2400">
                <a:solidFill>
                  <a:schemeClr val="tx1"/>
                </a:solidFill>
                <a:latin typeface="Times New Roman" pitchFamily="18" charset="0"/>
                <a:ea typeface="MS PGothic" pitchFamily="34" charset="-128"/>
              </a:defRPr>
            </a:lvl2pPr>
            <a:lvl3pPr marL="1143000" indent="-228600" eaLnBrk="0" hangingPunct="0">
              <a:defRPr sz="2400">
                <a:solidFill>
                  <a:schemeClr val="tx1"/>
                </a:solidFill>
                <a:latin typeface="Times New Roman" pitchFamily="18" charset="0"/>
                <a:ea typeface="MS PGothic" pitchFamily="34" charset="-128"/>
              </a:defRPr>
            </a:lvl3pPr>
            <a:lvl4pPr marL="1600200" indent="-228600" eaLnBrk="0" hangingPunct="0">
              <a:defRPr sz="2400">
                <a:solidFill>
                  <a:schemeClr val="tx1"/>
                </a:solidFill>
                <a:latin typeface="Times New Roman" pitchFamily="18" charset="0"/>
                <a:ea typeface="MS PGothic" pitchFamily="34" charset="-128"/>
              </a:defRPr>
            </a:lvl4pPr>
            <a:lvl5pPr marL="2057400" indent="-228600" eaLnBrk="0" hangingPunct="0">
              <a:defRPr sz="2400">
                <a:solidFill>
                  <a:schemeClr val="tx1"/>
                </a:solidFill>
                <a:latin typeface="Times New Roman" pitchFamily="18" charset="0"/>
                <a:ea typeface="MS PGothic" pitchFamily="34" charset="-128"/>
              </a:defRPr>
            </a:lvl5pPr>
            <a:lvl6pPr marL="25146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pPr eaLnBrk="1" hangingPunct="1">
              <a:defRPr/>
            </a:pPr>
            <a:endParaRPr lang="en-US" altLang="en-US" smtClean="0"/>
          </a:p>
        </p:txBody>
      </p:sp>
      <p:pic>
        <p:nvPicPr>
          <p:cNvPr id="3080" name="Picture 3" descr="RBWM logo"/>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8105775" y="5229225"/>
            <a:ext cx="749300" cy="1149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099" r:id="rId1"/>
    <p:sldLayoutId id="2147484100" r:id="rId2"/>
    <p:sldLayoutId id="2147484101" r:id="rId3"/>
    <p:sldLayoutId id="2147484102" r:id="rId4"/>
    <p:sldLayoutId id="2147484103" r:id="rId5"/>
    <p:sldLayoutId id="2147484104" r:id="rId6"/>
    <p:sldLayoutId id="2147484105" r:id="rId7"/>
    <p:sldLayoutId id="2147484106" r:id="rId8"/>
    <p:sldLayoutId id="2147484107" r:id="rId9"/>
    <p:sldLayoutId id="2147484108" r:id="rId10"/>
    <p:sldLayoutId id="2147484109" r:id="rId11"/>
  </p:sldLayoutIdLst>
  <p:hf sldNum="0" hdr="0" ftr="0" dt="0"/>
  <p:txStyles>
    <p:titleStyle>
      <a:lvl1pPr algn="ctr" rtl="0" eaLnBrk="0" fontAlgn="base" hangingPunct="0">
        <a:spcBef>
          <a:spcPct val="0"/>
        </a:spcBef>
        <a:spcAft>
          <a:spcPct val="0"/>
        </a:spcAft>
        <a:defRPr sz="4400" kern="1200">
          <a:solidFill>
            <a:schemeClr val="tx1"/>
          </a:solidFill>
          <a:latin typeface="+mj-lt"/>
          <a:ea typeface="MS PGothic" pitchFamily="34" charset="-128"/>
          <a:cs typeface="+mj-cs"/>
        </a:defRPr>
      </a:lvl1pPr>
      <a:lvl2pPr algn="ctr" rtl="0" eaLnBrk="0" fontAlgn="base" hangingPunct="0">
        <a:spcBef>
          <a:spcPct val="0"/>
        </a:spcBef>
        <a:spcAft>
          <a:spcPct val="0"/>
        </a:spcAft>
        <a:defRPr sz="4400">
          <a:solidFill>
            <a:schemeClr val="tx1"/>
          </a:solidFill>
          <a:latin typeface="Calibri" pitchFamily="34" charset="0"/>
          <a:ea typeface="MS PGothic" pitchFamily="34" charset="-128"/>
        </a:defRPr>
      </a:lvl2pPr>
      <a:lvl3pPr algn="ctr" rtl="0" eaLnBrk="0" fontAlgn="base" hangingPunct="0">
        <a:spcBef>
          <a:spcPct val="0"/>
        </a:spcBef>
        <a:spcAft>
          <a:spcPct val="0"/>
        </a:spcAft>
        <a:defRPr sz="4400">
          <a:solidFill>
            <a:schemeClr val="tx1"/>
          </a:solidFill>
          <a:latin typeface="Calibri" pitchFamily="34" charset="0"/>
          <a:ea typeface="MS PGothic" pitchFamily="34" charset="-128"/>
        </a:defRPr>
      </a:lvl3pPr>
      <a:lvl4pPr algn="ctr" rtl="0" eaLnBrk="0" fontAlgn="base" hangingPunct="0">
        <a:spcBef>
          <a:spcPct val="0"/>
        </a:spcBef>
        <a:spcAft>
          <a:spcPct val="0"/>
        </a:spcAft>
        <a:defRPr sz="4400">
          <a:solidFill>
            <a:schemeClr val="tx1"/>
          </a:solidFill>
          <a:latin typeface="Calibri" pitchFamily="34" charset="0"/>
          <a:ea typeface="MS PGothic" pitchFamily="34" charset="-128"/>
        </a:defRPr>
      </a:lvl4pPr>
      <a:lvl5pPr algn="ctr" rtl="0" eaLnBrk="0" fontAlgn="base" hangingPunct="0">
        <a:spcBef>
          <a:spcPct val="0"/>
        </a:spcBef>
        <a:spcAft>
          <a:spcPct val="0"/>
        </a:spcAft>
        <a:defRPr sz="4400">
          <a:solidFill>
            <a:schemeClr val="tx1"/>
          </a:solidFill>
          <a:latin typeface="Calibri" pitchFamily="34" charset="0"/>
          <a:ea typeface="MS PGothic" pitchFamily="34" charset="-128"/>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S PGothic" pitchFamily="34" charset="-128"/>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S PGothic" pitchFamily="34" charset="-128"/>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S PGothic" pitchFamily="34" charset="-128"/>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S PGothic" pitchFamily="34" charset="-128"/>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S PGothic" pitchFamily="34" charset="-128"/>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bwMode="auto">
          <a:xfrm>
            <a:off x="457200" y="274638"/>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a:extLst>
        </p:spPr>
        <p:txBody>
          <a:bodyPr vert="horz" wrap="square" lIns="91440" tIns="45720" rIns="91440" bIns="45720" numCol="1" anchor="ctr" anchorCtr="0" compatLnSpc="1">
            <a:prstTxWarp prst="textNoShape">
              <a:avLst/>
            </a:prstTxWarp>
          </a:bodyPr>
          <a:lstStyle/>
          <a:p>
            <a:pPr lvl="0"/>
            <a:r>
              <a:rPr lang="en-GB"/>
              <a:t>Click to edit Master title style</a:t>
            </a:r>
          </a:p>
        </p:txBody>
      </p:sp>
      <p:sp>
        <p:nvSpPr>
          <p:cNvPr id="4099" name="Rectangle 3"/>
          <p:cNvSpPr>
            <a:spLocks noGrp="1" noChangeArrowheads="1"/>
          </p:cNvSpPr>
          <p:nvPr>
            <p:ph type="body" idx="1"/>
          </p:nvPr>
        </p:nvSpPr>
        <p:spPr bwMode="auto">
          <a:xfrm>
            <a:off x="457200" y="1600200"/>
            <a:ext cx="822960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a:extLst>
        </p:spPr>
        <p:txBody>
          <a:bodyPr vert="horz" wrap="square" lIns="91440" tIns="45720" rIns="91440" bIns="45720" numCol="1" anchor="t" anchorCtr="0" compatLnSpc="1">
            <a:prstTxWarp prst="textNoShape">
              <a:avLst/>
            </a:prstTxWarp>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7828" name="Rectangle 4"/>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eaLnBrk="0" hangingPunct="0">
              <a:defRPr sz="1400"/>
            </a:lvl1pPr>
          </a:lstStyle>
          <a:p>
            <a:pPr>
              <a:defRPr/>
            </a:pPr>
            <a:fld id="{AADBC27B-261C-4C33-B4C1-9E91175A41A9}" type="datetime1">
              <a:rPr lang="en-GB"/>
              <a:pPr>
                <a:defRPr/>
              </a:pPr>
              <a:t>15/01/2018</a:t>
            </a:fld>
            <a:endParaRPr lang="en-GB"/>
          </a:p>
        </p:txBody>
      </p:sp>
      <p:sp>
        <p:nvSpPr>
          <p:cNvPr id="77829" name="Rectangle 5"/>
          <p:cNvSpPr>
            <a:spLocks noGrp="1" noChangeArrowheads="1"/>
          </p:cNvSpPr>
          <p:nvPr>
            <p:ph type="ftr" sz="quarter" idx="3"/>
          </p:nvPr>
        </p:nvSpPr>
        <p:spPr bwMode="auto">
          <a:xfrm>
            <a:off x="3124200" y="6245225"/>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0" hangingPunct="0">
              <a:defRPr sz="1400">
                <a:latin typeface="Times New Roman" pitchFamily="18" charset="0"/>
                <a:ea typeface="+mn-ea"/>
              </a:defRPr>
            </a:lvl1pPr>
          </a:lstStyle>
          <a:p>
            <a:pPr>
              <a:defRPr/>
            </a:pPr>
            <a:endParaRPr lang="en-GB"/>
          </a:p>
        </p:txBody>
      </p:sp>
      <p:sp>
        <p:nvSpPr>
          <p:cNvPr id="77830" name="Rectangle 6"/>
          <p:cNvSpPr>
            <a:spLocks noGrp="1" noChangeArrowheads="1"/>
          </p:cNvSpPr>
          <p:nvPr>
            <p:ph type="sldNum" sz="quarter" idx="4"/>
          </p:nvPr>
        </p:nvSpPr>
        <p:spPr bwMode="auto">
          <a:xfrm>
            <a:off x="6553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0" hangingPunct="0">
              <a:defRPr sz="1400"/>
            </a:lvl1pPr>
          </a:lstStyle>
          <a:p>
            <a:pPr>
              <a:defRPr/>
            </a:pPr>
            <a:fld id="{1660B6F1-E469-40FE-8825-5EE89E5F3565}" type="slidenum">
              <a:rPr lang="en-GB"/>
              <a:pPr>
                <a:defRPr/>
              </a:pPr>
              <a:t>‹#›</a:t>
            </a:fld>
            <a:endParaRPr lang="en-GB"/>
          </a:p>
        </p:txBody>
      </p:sp>
      <p:sp>
        <p:nvSpPr>
          <p:cNvPr id="4103" name="Rectangle 7"/>
          <p:cNvSpPr>
            <a:spLocks noChangeArrowheads="1"/>
          </p:cNvSpPr>
          <p:nvPr userDrawn="1"/>
        </p:nvSpPr>
        <p:spPr bwMode="auto">
          <a:xfrm>
            <a:off x="250825" y="6237288"/>
            <a:ext cx="7777163" cy="144462"/>
          </a:xfrm>
          <a:prstGeom prst="rect">
            <a:avLst/>
          </a:prstGeom>
          <a:solidFill>
            <a:srgbClr val="73267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Times New Roman" pitchFamily="18" charset="0"/>
                <a:ea typeface="MS PGothic" pitchFamily="34" charset="-128"/>
              </a:defRPr>
            </a:lvl1pPr>
            <a:lvl2pPr marL="742950" indent="-285750" eaLnBrk="0" hangingPunct="0">
              <a:defRPr sz="2400">
                <a:solidFill>
                  <a:schemeClr val="tx1"/>
                </a:solidFill>
                <a:latin typeface="Times New Roman" pitchFamily="18" charset="0"/>
                <a:ea typeface="MS PGothic" pitchFamily="34" charset="-128"/>
              </a:defRPr>
            </a:lvl2pPr>
            <a:lvl3pPr marL="1143000" indent="-228600" eaLnBrk="0" hangingPunct="0">
              <a:defRPr sz="2400">
                <a:solidFill>
                  <a:schemeClr val="tx1"/>
                </a:solidFill>
                <a:latin typeface="Times New Roman" pitchFamily="18" charset="0"/>
                <a:ea typeface="MS PGothic" pitchFamily="34" charset="-128"/>
              </a:defRPr>
            </a:lvl3pPr>
            <a:lvl4pPr marL="1600200" indent="-228600" eaLnBrk="0" hangingPunct="0">
              <a:defRPr sz="2400">
                <a:solidFill>
                  <a:schemeClr val="tx1"/>
                </a:solidFill>
                <a:latin typeface="Times New Roman" pitchFamily="18" charset="0"/>
                <a:ea typeface="MS PGothic" pitchFamily="34" charset="-128"/>
              </a:defRPr>
            </a:lvl4pPr>
            <a:lvl5pPr marL="2057400" indent="-228600" eaLnBrk="0" hangingPunct="0">
              <a:defRPr sz="2400">
                <a:solidFill>
                  <a:schemeClr val="tx1"/>
                </a:solidFill>
                <a:latin typeface="Times New Roman" pitchFamily="18" charset="0"/>
                <a:ea typeface="MS PGothic" pitchFamily="34" charset="-128"/>
              </a:defRPr>
            </a:lvl5pPr>
            <a:lvl6pPr marL="25146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pPr eaLnBrk="1" hangingPunct="1">
              <a:defRPr/>
            </a:pPr>
            <a:endParaRPr lang="en-US" altLang="en-US" smtClean="0"/>
          </a:p>
        </p:txBody>
      </p:sp>
      <p:pic>
        <p:nvPicPr>
          <p:cNvPr id="4104" name="Picture 3" descr="RBWM logo"/>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8105775" y="5229225"/>
            <a:ext cx="749300" cy="1149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110" r:id="rId1"/>
    <p:sldLayoutId id="2147484111" r:id="rId2"/>
    <p:sldLayoutId id="2147484112" r:id="rId3"/>
    <p:sldLayoutId id="2147484113" r:id="rId4"/>
    <p:sldLayoutId id="2147484114" r:id="rId5"/>
    <p:sldLayoutId id="2147484115" r:id="rId6"/>
    <p:sldLayoutId id="2147484116" r:id="rId7"/>
    <p:sldLayoutId id="2147484117" r:id="rId8"/>
    <p:sldLayoutId id="2147484118" r:id="rId9"/>
    <p:sldLayoutId id="2147484119" r:id="rId10"/>
    <p:sldLayoutId id="2147484120" r:id="rId11"/>
  </p:sldLayoutIdLst>
  <p:hf sldNum="0" hdr="0" ftr="0" dt="0"/>
  <p:txStyles>
    <p:titleStyle>
      <a:lvl1pPr algn="r" rtl="0" eaLnBrk="0" fontAlgn="base" hangingPunct="0">
        <a:spcBef>
          <a:spcPct val="0"/>
        </a:spcBef>
        <a:spcAft>
          <a:spcPct val="0"/>
        </a:spcAft>
        <a:defRPr sz="2800">
          <a:solidFill>
            <a:schemeClr val="tx2"/>
          </a:solidFill>
          <a:latin typeface="+mj-lt"/>
          <a:ea typeface="MS PGothic" pitchFamily="34" charset="-128"/>
          <a:cs typeface="+mj-cs"/>
        </a:defRPr>
      </a:lvl1pPr>
      <a:lvl2pPr algn="r" rtl="0" eaLnBrk="0" fontAlgn="base" hangingPunct="0">
        <a:spcBef>
          <a:spcPct val="0"/>
        </a:spcBef>
        <a:spcAft>
          <a:spcPct val="0"/>
        </a:spcAft>
        <a:defRPr sz="2800">
          <a:solidFill>
            <a:schemeClr val="tx2"/>
          </a:solidFill>
          <a:latin typeface="Arial" charset="0"/>
          <a:ea typeface="MS PGothic" pitchFamily="34" charset="-128"/>
        </a:defRPr>
      </a:lvl2pPr>
      <a:lvl3pPr algn="r" rtl="0" eaLnBrk="0" fontAlgn="base" hangingPunct="0">
        <a:spcBef>
          <a:spcPct val="0"/>
        </a:spcBef>
        <a:spcAft>
          <a:spcPct val="0"/>
        </a:spcAft>
        <a:defRPr sz="2800">
          <a:solidFill>
            <a:schemeClr val="tx2"/>
          </a:solidFill>
          <a:latin typeface="Arial" charset="0"/>
          <a:ea typeface="MS PGothic" pitchFamily="34" charset="-128"/>
        </a:defRPr>
      </a:lvl3pPr>
      <a:lvl4pPr algn="r" rtl="0" eaLnBrk="0" fontAlgn="base" hangingPunct="0">
        <a:spcBef>
          <a:spcPct val="0"/>
        </a:spcBef>
        <a:spcAft>
          <a:spcPct val="0"/>
        </a:spcAft>
        <a:defRPr sz="2800">
          <a:solidFill>
            <a:schemeClr val="tx2"/>
          </a:solidFill>
          <a:latin typeface="Arial" charset="0"/>
          <a:ea typeface="MS PGothic" pitchFamily="34" charset="-128"/>
        </a:defRPr>
      </a:lvl4pPr>
      <a:lvl5pPr algn="r" rtl="0" eaLnBrk="0" fontAlgn="base" hangingPunct="0">
        <a:spcBef>
          <a:spcPct val="0"/>
        </a:spcBef>
        <a:spcAft>
          <a:spcPct val="0"/>
        </a:spcAft>
        <a:defRPr sz="2800">
          <a:solidFill>
            <a:schemeClr val="tx2"/>
          </a:solidFill>
          <a:latin typeface="Arial" charset="0"/>
          <a:ea typeface="MS PGothic" pitchFamily="34" charset="-128"/>
        </a:defRPr>
      </a:lvl5pPr>
      <a:lvl6pPr marL="457200" algn="r" rtl="0" fontAlgn="base">
        <a:spcBef>
          <a:spcPct val="0"/>
        </a:spcBef>
        <a:spcAft>
          <a:spcPct val="0"/>
        </a:spcAft>
        <a:defRPr sz="2800">
          <a:solidFill>
            <a:schemeClr val="tx2"/>
          </a:solidFill>
          <a:latin typeface="Arial" charset="0"/>
        </a:defRPr>
      </a:lvl6pPr>
      <a:lvl7pPr marL="914400" algn="r" rtl="0" fontAlgn="base">
        <a:spcBef>
          <a:spcPct val="0"/>
        </a:spcBef>
        <a:spcAft>
          <a:spcPct val="0"/>
        </a:spcAft>
        <a:defRPr sz="2800">
          <a:solidFill>
            <a:schemeClr val="tx2"/>
          </a:solidFill>
          <a:latin typeface="Arial" charset="0"/>
        </a:defRPr>
      </a:lvl7pPr>
      <a:lvl8pPr marL="1371600" algn="r" rtl="0" fontAlgn="base">
        <a:spcBef>
          <a:spcPct val="0"/>
        </a:spcBef>
        <a:spcAft>
          <a:spcPct val="0"/>
        </a:spcAft>
        <a:defRPr sz="2800">
          <a:solidFill>
            <a:schemeClr val="tx2"/>
          </a:solidFill>
          <a:latin typeface="Arial" charset="0"/>
        </a:defRPr>
      </a:lvl8pPr>
      <a:lvl9pPr marL="1828800" algn="r" rtl="0" fontAlgn="base">
        <a:spcBef>
          <a:spcPct val="0"/>
        </a:spcBef>
        <a:spcAft>
          <a:spcPct val="0"/>
        </a:spcAft>
        <a:defRPr sz="2800">
          <a:solidFill>
            <a:schemeClr val="tx2"/>
          </a:solidFill>
          <a:latin typeface="Arial" charset="0"/>
        </a:defRPr>
      </a:lvl9pPr>
    </p:titleStyle>
    <p:bodyStyle>
      <a:lvl1pPr marL="342900" indent="-342900" algn="l" rtl="0" eaLnBrk="0" fontAlgn="base" hangingPunct="0">
        <a:spcBef>
          <a:spcPct val="20000"/>
        </a:spcBef>
        <a:spcAft>
          <a:spcPct val="0"/>
        </a:spcAft>
        <a:buChar char="•"/>
        <a:defRPr sz="2400">
          <a:solidFill>
            <a:schemeClr val="tx1"/>
          </a:solidFill>
          <a:latin typeface="+mn-lt"/>
          <a:ea typeface="MS PGothic" pitchFamily="34" charset="-128"/>
          <a:cs typeface="+mn-cs"/>
        </a:defRPr>
      </a:lvl1pPr>
      <a:lvl2pPr marL="742950" indent="-285750" algn="l" rtl="0" eaLnBrk="0" fontAlgn="base" hangingPunct="0">
        <a:spcBef>
          <a:spcPct val="20000"/>
        </a:spcBef>
        <a:spcAft>
          <a:spcPct val="0"/>
        </a:spcAft>
        <a:buChar char="–"/>
        <a:defRPr sz="2400">
          <a:solidFill>
            <a:schemeClr val="tx1"/>
          </a:solidFill>
          <a:latin typeface="+mn-lt"/>
          <a:ea typeface="MS PGothic" pitchFamily="34" charset="-128"/>
        </a:defRPr>
      </a:lvl2pPr>
      <a:lvl3pPr marL="1143000" indent="-228600" algn="l" rtl="0" eaLnBrk="0" fontAlgn="base" hangingPunct="0">
        <a:spcBef>
          <a:spcPct val="20000"/>
        </a:spcBef>
        <a:spcAft>
          <a:spcPct val="0"/>
        </a:spcAft>
        <a:buChar char="•"/>
        <a:defRPr sz="2400">
          <a:solidFill>
            <a:schemeClr val="tx1"/>
          </a:solidFill>
          <a:latin typeface="+mn-lt"/>
          <a:ea typeface="MS PGothic" pitchFamily="34" charset="-128"/>
        </a:defRPr>
      </a:lvl3pPr>
      <a:lvl4pPr marL="1600200" indent="-228600" algn="l" rtl="0" eaLnBrk="0" fontAlgn="base" hangingPunct="0">
        <a:spcBef>
          <a:spcPct val="20000"/>
        </a:spcBef>
        <a:spcAft>
          <a:spcPct val="0"/>
        </a:spcAft>
        <a:buChar char="–"/>
        <a:defRPr sz="2400">
          <a:solidFill>
            <a:schemeClr val="tx1"/>
          </a:solidFill>
          <a:latin typeface="+mn-lt"/>
          <a:ea typeface="MS PGothic" pitchFamily="34" charset="-128"/>
        </a:defRPr>
      </a:lvl4pPr>
      <a:lvl5pPr marL="2057400" indent="-228600" algn="l" rtl="0" eaLnBrk="0" fontAlgn="base" hangingPunct="0">
        <a:spcBef>
          <a:spcPct val="20000"/>
        </a:spcBef>
        <a:spcAft>
          <a:spcPct val="0"/>
        </a:spcAft>
        <a:buChar char="»"/>
        <a:defRPr sz="2400">
          <a:solidFill>
            <a:schemeClr val="tx1"/>
          </a:solidFill>
          <a:latin typeface="+mn-lt"/>
          <a:ea typeface="MS PGothic" pitchFamily="34" charset="-128"/>
        </a:defRPr>
      </a:lvl5pPr>
      <a:lvl6pPr marL="2514600" indent="-228600" algn="l" rtl="0" fontAlgn="base">
        <a:spcBef>
          <a:spcPct val="20000"/>
        </a:spcBef>
        <a:spcAft>
          <a:spcPct val="0"/>
        </a:spcAft>
        <a:buChar char="»"/>
        <a:defRPr sz="2400">
          <a:solidFill>
            <a:schemeClr val="tx1"/>
          </a:solidFill>
          <a:latin typeface="+mn-lt"/>
        </a:defRPr>
      </a:lvl6pPr>
      <a:lvl7pPr marL="2971800" indent="-228600" algn="l" rtl="0" fontAlgn="base">
        <a:spcBef>
          <a:spcPct val="20000"/>
        </a:spcBef>
        <a:spcAft>
          <a:spcPct val="0"/>
        </a:spcAft>
        <a:buChar char="»"/>
        <a:defRPr sz="2400">
          <a:solidFill>
            <a:schemeClr val="tx1"/>
          </a:solidFill>
          <a:latin typeface="+mn-lt"/>
        </a:defRPr>
      </a:lvl7pPr>
      <a:lvl8pPr marL="3429000" indent="-228600" algn="l" rtl="0" fontAlgn="base">
        <a:spcBef>
          <a:spcPct val="20000"/>
        </a:spcBef>
        <a:spcAft>
          <a:spcPct val="0"/>
        </a:spcAft>
        <a:buChar char="»"/>
        <a:defRPr sz="2400">
          <a:solidFill>
            <a:schemeClr val="tx1"/>
          </a:solidFill>
          <a:latin typeface="+mn-lt"/>
        </a:defRPr>
      </a:lvl8pPr>
      <a:lvl9pPr marL="3886200" indent="-228600" algn="l" rtl="0" fontAlgn="base">
        <a:spcBef>
          <a:spcPct val="20000"/>
        </a:spcBef>
        <a:spcAft>
          <a:spcPct val="0"/>
        </a:spcAft>
        <a:buChar char="»"/>
        <a:defRPr sz="24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4" descr="blocksrgb"/>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1963" y="4510088"/>
            <a:ext cx="2446337" cy="172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5" name="Rectangle 5"/>
          <p:cNvSpPr>
            <a:spLocks noChangeArrowheads="1"/>
          </p:cNvSpPr>
          <p:nvPr/>
        </p:nvSpPr>
        <p:spPr bwMode="auto">
          <a:xfrm>
            <a:off x="0" y="0"/>
            <a:ext cx="9144000" cy="533400"/>
          </a:xfrm>
          <a:prstGeom prst="rect">
            <a:avLst/>
          </a:prstGeom>
          <a:solidFill>
            <a:srgbClr val="6D2FAB"/>
          </a:solidFill>
          <a:ln>
            <a:noFill/>
          </a:ln>
          <a:extLst>
            <a:ext uri="{91240B29-F687-4F45-9708-019B960494DF}">
              <a14:hiddenLine xmlns:a14="http://schemas.microsoft.com/office/drawing/2010/main" w="0">
                <a:solidFill>
                  <a:schemeClr val="tx1"/>
                </a:solidFill>
                <a:miter lim="800000"/>
                <a:headEnd/>
                <a:tailEnd/>
              </a14:hiddenLine>
            </a:ext>
          </a:extLst>
        </p:spPr>
        <p:txBody>
          <a:bodyPr wrap="none" anchor="ctr"/>
          <a:lstStyle>
            <a:lvl1pPr eaLnBrk="0" hangingPunct="0">
              <a:spcBef>
                <a:spcPct val="20000"/>
              </a:spcBef>
              <a:buClr>
                <a:schemeClr val="folHlink"/>
              </a:buClr>
              <a:buSzPct val="90000"/>
              <a:buFont typeface="Wingdings" pitchFamily="2" charset="2"/>
              <a:buChar char="n"/>
              <a:defRPr sz="2800">
                <a:solidFill>
                  <a:schemeClr val="tx1"/>
                </a:solidFill>
                <a:latin typeface="Arial" charset="0"/>
              </a:defRPr>
            </a:lvl1pPr>
            <a:lvl2pPr marL="742950" indent="-285750" eaLnBrk="0" hangingPunct="0">
              <a:spcBef>
                <a:spcPct val="20000"/>
              </a:spcBef>
              <a:buClr>
                <a:schemeClr val="accent1"/>
              </a:buClr>
              <a:buSzPct val="75000"/>
              <a:buFont typeface="Wingdings" pitchFamily="2" charset="2"/>
              <a:buChar char="n"/>
              <a:defRPr sz="2600">
                <a:solidFill>
                  <a:schemeClr val="tx1"/>
                </a:solidFill>
                <a:latin typeface="Arial" charset="0"/>
              </a:defRPr>
            </a:lvl2pPr>
            <a:lvl3pPr marL="1143000" indent="-228600" eaLnBrk="0" hangingPunct="0">
              <a:spcBef>
                <a:spcPct val="20000"/>
              </a:spcBef>
              <a:buClr>
                <a:schemeClr val="folHlink"/>
              </a:buClr>
              <a:buSzPct val="55000"/>
              <a:buFont typeface="Wingdings" pitchFamily="2" charset="2"/>
              <a:buChar char="n"/>
              <a:defRPr sz="2300">
                <a:solidFill>
                  <a:schemeClr val="tx1"/>
                </a:solidFill>
                <a:latin typeface="Arial" charset="0"/>
              </a:defRPr>
            </a:lvl3pPr>
            <a:lvl4pPr marL="1600200" indent="-228600" eaLnBrk="0" hangingPunct="0">
              <a:spcBef>
                <a:spcPct val="20000"/>
              </a:spcBef>
              <a:buClr>
                <a:schemeClr val="accent1"/>
              </a:buClr>
              <a:buFont typeface="Wingdings" pitchFamily="2" charset="2"/>
              <a:buChar char="§"/>
              <a:defRPr sz="2000">
                <a:solidFill>
                  <a:schemeClr val="tx1"/>
                </a:solidFill>
                <a:latin typeface="Arial" charset="0"/>
              </a:defRPr>
            </a:lvl4pPr>
            <a:lvl5pPr marL="2057400" indent="-228600" eaLnBrk="0" hangingPunct="0">
              <a:spcBef>
                <a:spcPct val="20000"/>
              </a:spcBef>
              <a:buClr>
                <a:schemeClr val="accent1"/>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charset="0"/>
              </a:defRPr>
            </a:lvl9pPr>
          </a:lstStyle>
          <a:p>
            <a:pPr eaLnBrk="1" hangingPunct="1">
              <a:spcBef>
                <a:spcPct val="0"/>
              </a:spcBef>
              <a:buClrTx/>
              <a:buSzTx/>
              <a:buFontTx/>
              <a:buNone/>
            </a:pPr>
            <a:endParaRPr lang="en-US" altLang="en-US" sz="1800"/>
          </a:p>
        </p:txBody>
      </p:sp>
      <p:sp>
        <p:nvSpPr>
          <p:cNvPr id="3076" name="Text Box 6"/>
          <p:cNvSpPr txBox="1">
            <a:spLocks noChangeArrowheads="1"/>
          </p:cNvSpPr>
          <p:nvPr/>
        </p:nvSpPr>
        <p:spPr bwMode="auto">
          <a:xfrm>
            <a:off x="0" y="125413"/>
            <a:ext cx="9144000" cy="304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spcBef>
                <a:spcPct val="20000"/>
              </a:spcBef>
              <a:buClr>
                <a:schemeClr val="folHlink"/>
              </a:buClr>
              <a:buSzPct val="90000"/>
              <a:buFont typeface="Wingdings" pitchFamily="2" charset="2"/>
              <a:buChar char="n"/>
              <a:defRPr sz="2800">
                <a:solidFill>
                  <a:schemeClr val="tx1"/>
                </a:solidFill>
                <a:latin typeface="Arial" charset="0"/>
              </a:defRPr>
            </a:lvl1pPr>
            <a:lvl2pPr marL="742950" indent="-285750" eaLnBrk="0" hangingPunct="0">
              <a:spcBef>
                <a:spcPct val="20000"/>
              </a:spcBef>
              <a:buClr>
                <a:schemeClr val="accent1"/>
              </a:buClr>
              <a:buSzPct val="75000"/>
              <a:buFont typeface="Wingdings" pitchFamily="2" charset="2"/>
              <a:buChar char="n"/>
              <a:defRPr sz="2600">
                <a:solidFill>
                  <a:schemeClr val="tx1"/>
                </a:solidFill>
                <a:latin typeface="Arial" charset="0"/>
              </a:defRPr>
            </a:lvl2pPr>
            <a:lvl3pPr marL="1143000" indent="-228600" eaLnBrk="0" hangingPunct="0">
              <a:spcBef>
                <a:spcPct val="20000"/>
              </a:spcBef>
              <a:buClr>
                <a:schemeClr val="folHlink"/>
              </a:buClr>
              <a:buSzPct val="55000"/>
              <a:buFont typeface="Wingdings" pitchFamily="2" charset="2"/>
              <a:buChar char="n"/>
              <a:defRPr sz="2300">
                <a:solidFill>
                  <a:schemeClr val="tx1"/>
                </a:solidFill>
                <a:latin typeface="Arial" charset="0"/>
              </a:defRPr>
            </a:lvl3pPr>
            <a:lvl4pPr marL="1600200" indent="-228600" eaLnBrk="0" hangingPunct="0">
              <a:spcBef>
                <a:spcPct val="20000"/>
              </a:spcBef>
              <a:buClr>
                <a:schemeClr val="accent1"/>
              </a:buClr>
              <a:buFont typeface="Wingdings" pitchFamily="2" charset="2"/>
              <a:buChar char="§"/>
              <a:defRPr sz="2000">
                <a:solidFill>
                  <a:schemeClr val="tx1"/>
                </a:solidFill>
                <a:latin typeface="Arial" charset="0"/>
              </a:defRPr>
            </a:lvl4pPr>
            <a:lvl5pPr marL="2057400" indent="-228600" eaLnBrk="0" hangingPunct="0">
              <a:spcBef>
                <a:spcPct val="20000"/>
              </a:spcBef>
              <a:buClr>
                <a:schemeClr val="accent1"/>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charset="0"/>
              </a:defRPr>
            </a:lvl9pPr>
          </a:lstStyle>
          <a:p>
            <a:pPr algn="ctr">
              <a:spcBef>
                <a:spcPct val="0"/>
              </a:spcBef>
              <a:buClrTx/>
              <a:buSzTx/>
              <a:buFontTx/>
              <a:buNone/>
            </a:pPr>
            <a:r>
              <a:rPr lang="en-US" altLang="en-US" sz="1400">
                <a:solidFill>
                  <a:schemeClr val="bg1"/>
                </a:solidFill>
                <a:latin typeface="Arial Black" pitchFamily="34" charset="0"/>
                <a:ea typeface="ＭＳ Ｐゴシック" pitchFamily="110" charset="-128"/>
              </a:rPr>
              <a:t>E D U C T I O N A L   P S Y C H O L O G Y   S E R V I C E</a:t>
            </a:r>
          </a:p>
        </p:txBody>
      </p:sp>
      <p:sp>
        <p:nvSpPr>
          <p:cNvPr id="3077" name="Text Box 8"/>
          <p:cNvSpPr txBox="1">
            <a:spLocks noChangeArrowheads="1"/>
          </p:cNvSpPr>
          <p:nvPr/>
        </p:nvSpPr>
        <p:spPr bwMode="auto">
          <a:xfrm>
            <a:off x="636588" y="692150"/>
            <a:ext cx="7705725" cy="353943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spcBef>
                <a:spcPct val="20000"/>
              </a:spcBef>
              <a:buClr>
                <a:schemeClr val="folHlink"/>
              </a:buClr>
              <a:buSzPct val="90000"/>
              <a:buFont typeface="Wingdings" pitchFamily="2" charset="2"/>
              <a:buChar char="n"/>
              <a:defRPr sz="2800">
                <a:solidFill>
                  <a:schemeClr val="tx1"/>
                </a:solidFill>
                <a:latin typeface="Arial" charset="0"/>
              </a:defRPr>
            </a:lvl1pPr>
            <a:lvl2pPr marL="742950" indent="-285750" eaLnBrk="0" hangingPunct="0">
              <a:spcBef>
                <a:spcPct val="20000"/>
              </a:spcBef>
              <a:buClr>
                <a:schemeClr val="accent1"/>
              </a:buClr>
              <a:buSzPct val="75000"/>
              <a:buFont typeface="Wingdings" pitchFamily="2" charset="2"/>
              <a:buChar char="n"/>
              <a:defRPr sz="2600">
                <a:solidFill>
                  <a:schemeClr val="tx1"/>
                </a:solidFill>
                <a:latin typeface="Arial" charset="0"/>
              </a:defRPr>
            </a:lvl2pPr>
            <a:lvl3pPr marL="1143000" indent="-228600" eaLnBrk="0" hangingPunct="0">
              <a:spcBef>
                <a:spcPct val="20000"/>
              </a:spcBef>
              <a:buClr>
                <a:schemeClr val="folHlink"/>
              </a:buClr>
              <a:buSzPct val="55000"/>
              <a:buFont typeface="Wingdings" pitchFamily="2" charset="2"/>
              <a:buChar char="n"/>
              <a:defRPr sz="2300">
                <a:solidFill>
                  <a:schemeClr val="tx1"/>
                </a:solidFill>
                <a:latin typeface="Arial" charset="0"/>
              </a:defRPr>
            </a:lvl3pPr>
            <a:lvl4pPr marL="1600200" indent="-228600" eaLnBrk="0" hangingPunct="0">
              <a:spcBef>
                <a:spcPct val="20000"/>
              </a:spcBef>
              <a:buClr>
                <a:schemeClr val="accent1"/>
              </a:buClr>
              <a:buFont typeface="Wingdings" pitchFamily="2" charset="2"/>
              <a:buChar char="§"/>
              <a:defRPr sz="2000">
                <a:solidFill>
                  <a:schemeClr val="tx1"/>
                </a:solidFill>
                <a:latin typeface="Arial" charset="0"/>
              </a:defRPr>
            </a:lvl4pPr>
            <a:lvl5pPr marL="2057400" indent="-228600" eaLnBrk="0" hangingPunct="0">
              <a:spcBef>
                <a:spcPct val="20000"/>
              </a:spcBef>
              <a:buClr>
                <a:schemeClr val="accent1"/>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charset="0"/>
              </a:defRPr>
            </a:lvl9pPr>
          </a:lstStyle>
          <a:p>
            <a:pPr algn="ctr">
              <a:spcBef>
                <a:spcPct val="50000"/>
              </a:spcBef>
              <a:buClrTx/>
              <a:buSzTx/>
              <a:buFontTx/>
              <a:buNone/>
            </a:pPr>
            <a:r>
              <a:rPr lang="en-US" altLang="en-US" sz="4000" b="1" dirty="0">
                <a:ea typeface="ＭＳ Ｐゴシック" pitchFamily="110" charset="-128"/>
              </a:rPr>
              <a:t>Precision Teaching with ‘Letters and Sounds’</a:t>
            </a:r>
          </a:p>
          <a:p>
            <a:pPr algn="ctr">
              <a:spcBef>
                <a:spcPct val="50000"/>
              </a:spcBef>
              <a:buClrTx/>
              <a:buSzTx/>
              <a:buFontTx/>
              <a:buNone/>
            </a:pPr>
            <a:r>
              <a:rPr lang="en-US" altLang="en-US" sz="3200" b="1" dirty="0">
                <a:ea typeface="ＭＳ Ｐゴシック" pitchFamily="110" charset="-128"/>
              </a:rPr>
              <a:t>Session 2</a:t>
            </a:r>
          </a:p>
          <a:p>
            <a:pPr algn="ctr">
              <a:spcBef>
                <a:spcPct val="50000"/>
              </a:spcBef>
              <a:buClrTx/>
              <a:buSzTx/>
              <a:buFontTx/>
              <a:buNone/>
            </a:pPr>
            <a:r>
              <a:rPr lang="en-US" altLang="en-US" sz="3200" dirty="0" smtClean="0">
                <a:ea typeface="ＭＳ Ｐゴシック" pitchFamily="110" charset="-128"/>
              </a:rPr>
              <a:t>Homer </a:t>
            </a:r>
            <a:r>
              <a:rPr lang="en-US" altLang="en-US" sz="3200" smtClean="0">
                <a:ea typeface="ＭＳ Ｐゴシック" pitchFamily="110" charset="-128"/>
              </a:rPr>
              <a:t>First School </a:t>
            </a:r>
            <a:endParaRPr lang="en-US" altLang="en-US" sz="3200" dirty="0">
              <a:ea typeface="ＭＳ Ｐゴシック" pitchFamily="110" charset="-128"/>
            </a:endParaRPr>
          </a:p>
          <a:p>
            <a:pPr algn="ctr">
              <a:spcBef>
                <a:spcPct val="50000"/>
              </a:spcBef>
              <a:buClrTx/>
              <a:buSzTx/>
              <a:buFontTx/>
              <a:buNone/>
            </a:pPr>
            <a:r>
              <a:rPr lang="en-US" altLang="en-US" sz="3200" dirty="0">
                <a:ea typeface="ＭＳ Ｐゴシック" pitchFamily="110" charset="-128"/>
              </a:rPr>
              <a:t>Scott </a:t>
            </a:r>
            <a:r>
              <a:rPr lang="en-US" altLang="en-US" sz="3200" dirty="0" smtClean="0">
                <a:ea typeface="ＭＳ Ｐゴシック" pitchFamily="110" charset="-128"/>
              </a:rPr>
              <a:t>I-Patrick</a:t>
            </a:r>
            <a:endParaRPr lang="en-US" altLang="en-US" sz="3200" dirty="0">
              <a:ea typeface="ＭＳ Ｐゴシック" pitchFamily="110" charset="-128"/>
            </a:endParaRPr>
          </a:p>
        </p:txBody>
      </p:sp>
    </p:spTree>
    <p:extLst>
      <p:ext uri="{BB962C8B-B14F-4D97-AF65-F5344CB8AC3E}">
        <p14:creationId xmlns:p14="http://schemas.microsoft.com/office/powerpoint/2010/main" val="488954936"/>
      </p:ext>
    </p:extLst>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323528" y="332656"/>
            <a:ext cx="8497887" cy="649287"/>
          </a:xfrm>
        </p:spPr>
        <p:txBody>
          <a:bodyPr/>
          <a:lstStyle/>
          <a:p>
            <a:pPr algn="ctr" eaLnBrk="1" hangingPunct="1"/>
            <a:r>
              <a:rPr lang="en-GB" altLang="en-US" sz="4000" dirty="0" smtClean="0">
                <a:latin typeface="Arial" charset="0"/>
              </a:rPr>
              <a:t>The Implementation Stage</a:t>
            </a:r>
          </a:p>
        </p:txBody>
      </p:sp>
      <p:sp>
        <p:nvSpPr>
          <p:cNvPr id="4099" name="Rectangle 3"/>
          <p:cNvSpPr>
            <a:spLocks noGrp="1" noChangeArrowheads="1"/>
          </p:cNvSpPr>
          <p:nvPr>
            <p:ph type="body" idx="1"/>
          </p:nvPr>
        </p:nvSpPr>
        <p:spPr>
          <a:xfrm>
            <a:off x="755576" y="1628800"/>
            <a:ext cx="7632700" cy="4233267"/>
          </a:xfrm>
        </p:spPr>
        <p:txBody>
          <a:bodyPr/>
          <a:lstStyle/>
          <a:p>
            <a:pPr eaLnBrk="1" hangingPunct="1">
              <a:buFont typeface="Wingdings" pitchFamily="2" charset="2"/>
              <a:buNone/>
            </a:pPr>
            <a:r>
              <a:rPr lang="en-GB" altLang="en-US" dirty="0" smtClean="0"/>
              <a:t>This stage involves the following:</a:t>
            </a:r>
          </a:p>
          <a:p>
            <a:pPr eaLnBrk="1" hangingPunct="1"/>
            <a:r>
              <a:rPr lang="en-GB" altLang="en-US" dirty="0" smtClean="0"/>
              <a:t>The pupil is involved in a daily 10 – 15 minute session with a member of staff</a:t>
            </a:r>
          </a:p>
          <a:p>
            <a:pPr eaLnBrk="1" hangingPunct="1"/>
            <a:r>
              <a:rPr lang="en-GB" altLang="en-US" dirty="0" smtClean="0"/>
              <a:t>Sessions should include around 10 minutes of specific teaching input</a:t>
            </a:r>
          </a:p>
          <a:p>
            <a:pPr eaLnBrk="1" hangingPunct="1"/>
            <a:r>
              <a:rPr lang="en-GB" altLang="en-US" dirty="0" smtClean="0"/>
              <a:t>The teaching input is followed by a 1 minute timed test - known as a probe</a:t>
            </a:r>
          </a:p>
          <a:p>
            <a:pPr eaLnBrk="1" hangingPunct="1"/>
            <a:r>
              <a:rPr lang="en-GB" altLang="en-US" dirty="0" smtClean="0"/>
              <a:t>The pupil’s results are recorded on a chart and shared with the pupil</a:t>
            </a:r>
          </a:p>
        </p:txBody>
      </p:sp>
    </p:spTree>
    <p:extLst>
      <p:ext uri="{BB962C8B-B14F-4D97-AF65-F5344CB8AC3E}">
        <p14:creationId xmlns:p14="http://schemas.microsoft.com/office/powerpoint/2010/main" val="251958392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395288" y="187896"/>
            <a:ext cx="8497887" cy="1224880"/>
          </a:xfrm>
        </p:spPr>
        <p:txBody>
          <a:bodyPr/>
          <a:lstStyle/>
          <a:p>
            <a:pPr algn="ctr" eaLnBrk="1" hangingPunct="1"/>
            <a:r>
              <a:rPr lang="en-GB" altLang="en-US" sz="4000" dirty="0" smtClean="0">
                <a:latin typeface="Arial" charset="0"/>
              </a:rPr>
              <a:t>The Implementation Stage – </a:t>
            </a:r>
            <a:br>
              <a:rPr lang="en-GB" altLang="en-US" sz="4000" dirty="0" smtClean="0">
                <a:latin typeface="Arial" charset="0"/>
              </a:rPr>
            </a:br>
            <a:r>
              <a:rPr lang="en-GB" altLang="en-US" sz="4000" dirty="0" smtClean="0">
                <a:latin typeface="Arial" charset="0"/>
              </a:rPr>
              <a:t>next steps</a:t>
            </a:r>
          </a:p>
        </p:txBody>
      </p:sp>
      <p:sp>
        <p:nvSpPr>
          <p:cNvPr id="5123" name="Rectangle 3"/>
          <p:cNvSpPr>
            <a:spLocks noGrp="1" noChangeArrowheads="1"/>
          </p:cNvSpPr>
          <p:nvPr>
            <p:ph type="body" idx="1"/>
          </p:nvPr>
        </p:nvSpPr>
        <p:spPr>
          <a:xfrm>
            <a:off x="683568" y="1788021"/>
            <a:ext cx="7632700" cy="4233267"/>
          </a:xfrm>
        </p:spPr>
        <p:txBody>
          <a:bodyPr/>
          <a:lstStyle/>
          <a:p>
            <a:pPr eaLnBrk="1" hangingPunct="1">
              <a:lnSpc>
                <a:spcPct val="90000"/>
              </a:lnSpc>
            </a:pPr>
            <a:r>
              <a:rPr lang="en-GB" altLang="en-US" dirty="0" smtClean="0"/>
              <a:t>The next stage is to look at the placement probes results from the baseline assessment that you have carried out. Decide which area needs to be focused on next (sight words or phonic development)</a:t>
            </a:r>
          </a:p>
          <a:p>
            <a:pPr eaLnBrk="1" hangingPunct="1">
              <a:lnSpc>
                <a:spcPct val="90000"/>
              </a:lnSpc>
            </a:pPr>
            <a:r>
              <a:rPr lang="en-GB" altLang="en-US" dirty="0" smtClean="0"/>
              <a:t>In liaison with the </a:t>
            </a:r>
            <a:r>
              <a:rPr lang="en-GB" altLang="en-US" dirty="0" err="1" smtClean="0"/>
              <a:t>SENCo</a:t>
            </a:r>
            <a:r>
              <a:rPr lang="en-GB" altLang="en-US" dirty="0" smtClean="0"/>
              <a:t>/teacher plan the teaching input.  Decide on the teaching target and what you want the pupil to be able to do next.</a:t>
            </a:r>
          </a:p>
          <a:p>
            <a:pPr eaLnBrk="1" hangingPunct="1">
              <a:lnSpc>
                <a:spcPct val="90000"/>
              </a:lnSpc>
            </a:pPr>
            <a:r>
              <a:rPr lang="en-GB" altLang="en-US" dirty="0" smtClean="0"/>
              <a:t>Record the target for the child using a SMART target approach (you could use the sheet provided)</a:t>
            </a:r>
          </a:p>
        </p:txBody>
      </p:sp>
    </p:spTree>
    <p:extLst>
      <p:ext uri="{BB962C8B-B14F-4D97-AF65-F5344CB8AC3E}">
        <p14:creationId xmlns:p14="http://schemas.microsoft.com/office/powerpoint/2010/main" val="156727463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395288" y="188640"/>
            <a:ext cx="8497887" cy="1224136"/>
          </a:xfrm>
        </p:spPr>
        <p:txBody>
          <a:bodyPr/>
          <a:lstStyle/>
          <a:p>
            <a:pPr algn="ctr" eaLnBrk="1" hangingPunct="1"/>
            <a:r>
              <a:rPr lang="en-GB" altLang="en-US" sz="4000" dirty="0" smtClean="0">
                <a:latin typeface="Arial" charset="0"/>
              </a:rPr>
              <a:t>SMART Targets and Precision Teaching</a:t>
            </a:r>
          </a:p>
        </p:txBody>
      </p:sp>
      <p:sp>
        <p:nvSpPr>
          <p:cNvPr id="6147" name="Rectangle 8"/>
          <p:cNvSpPr>
            <a:spLocks noGrp="1" noChangeArrowheads="1"/>
          </p:cNvSpPr>
          <p:nvPr>
            <p:ph type="body" sz="half" idx="1"/>
          </p:nvPr>
        </p:nvSpPr>
        <p:spPr>
          <a:xfrm>
            <a:off x="914400" y="1844824"/>
            <a:ext cx="3810000" cy="4286101"/>
          </a:xfrm>
        </p:spPr>
        <p:txBody>
          <a:bodyPr/>
          <a:lstStyle/>
          <a:p>
            <a:pPr eaLnBrk="1" hangingPunct="1">
              <a:lnSpc>
                <a:spcPct val="90000"/>
              </a:lnSpc>
            </a:pPr>
            <a:r>
              <a:rPr lang="en-GB" altLang="en-US" sz="2400" b="1" dirty="0" smtClean="0"/>
              <a:t>SPECIFIC </a:t>
            </a:r>
            <a:r>
              <a:rPr lang="en-GB" altLang="en-US" sz="2400" dirty="0" smtClean="0"/>
              <a:t>-Clear objectives, start with small steps but vary step-size according to data</a:t>
            </a:r>
          </a:p>
          <a:p>
            <a:pPr eaLnBrk="1" hangingPunct="1">
              <a:lnSpc>
                <a:spcPct val="90000"/>
              </a:lnSpc>
            </a:pPr>
            <a:r>
              <a:rPr lang="en-GB" altLang="en-US" sz="2400" b="1" dirty="0" smtClean="0"/>
              <a:t>MEASURABLE – </a:t>
            </a:r>
            <a:r>
              <a:rPr lang="en-GB" altLang="en-US" sz="2400" dirty="0" smtClean="0"/>
              <a:t>set an appropriate aim rate and monitor progress daily by probing and charting results</a:t>
            </a:r>
          </a:p>
          <a:p>
            <a:pPr eaLnBrk="1" hangingPunct="1">
              <a:lnSpc>
                <a:spcPct val="90000"/>
              </a:lnSpc>
            </a:pPr>
            <a:r>
              <a:rPr lang="en-GB" altLang="en-US" sz="2400" b="1" dirty="0" smtClean="0"/>
              <a:t>ACHIEVABLE – </a:t>
            </a:r>
            <a:r>
              <a:rPr lang="en-GB" altLang="en-US" sz="2400" dirty="0" smtClean="0"/>
              <a:t>get the task difficulty right</a:t>
            </a:r>
            <a:endParaRPr lang="en-GB" altLang="en-US" sz="2400" b="1" dirty="0" smtClean="0"/>
          </a:p>
          <a:p>
            <a:pPr eaLnBrk="1" hangingPunct="1">
              <a:lnSpc>
                <a:spcPct val="90000"/>
              </a:lnSpc>
            </a:pPr>
            <a:endParaRPr lang="en-GB" altLang="en-US" sz="2400" b="1" dirty="0" smtClean="0"/>
          </a:p>
          <a:p>
            <a:pPr eaLnBrk="1" hangingPunct="1">
              <a:lnSpc>
                <a:spcPct val="90000"/>
              </a:lnSpc>
            </a:pPr>
            <a:endParaRPr lang="en-GB" altLang="en-US" sz="2400" dirty="0" smtClean="0"/>
          </a:p>
          <a:p>
            <a:pPr eaLnBrk="1" hangingPunct="1">
              <a:lnSpc>
                <a:spcPct val="90000"/>
              </a:lnSpc>
            </a:pPr>
            <a:endParaRPr lang="en-GB" altLang="en-US" sz="2400" dirty="0" smtClean="0"/>
          </a:p>
          <a:p>
            <a:pPr eaLnBrk="1" hangingPunct="1">
              <a:lnSpc>
                <a:spcPct val="90000"/>
              </a:lnSpc>
            </a:pPr>
            <a:endParaRPr lang="en-GB" altLang="en-US" sz="2400" dirty="0" smtClean="0"/>
          </a:p>
        </p:txBody>
      </p:sp>
      <p:sp>
        <p:nvSpPr>
          <p:cNvPr id="6148" name="Rectangle 9"/>
          <p:cNvSpPr>
            <a:spLocks noGrp="1" noChangeArrowheads="1"/>
          </p:cNvSpPr>
          <p:nvPr>
            <p:ph type="body" sz="half" idx="2"/>
          </p:nvPr>
        </p:nvSpPr>
        <p:spPr>
          <a:xfrm>
            <a:off x="4876800" y="1844824"/>
            <a:ext cx="3810000" cy="4286101"/>
          </a:xfrm>
        </p:spPr>
        <p:txBody>
          <a:bodyPr/>
          <a:lstStyle/>
          <a:p>
            <a:pPr eaLnBrk="1" hangingPunct="1">
              <a:lnSpc>
                <a:spcPct val="90000"/>
              </a:lnSpc>
            </a:pPr>
            <a:r>
              <a:rPr lang="en-GB" altLang="en-US" sz="2400" b="1" dirty="0" smtClean="0"/>
              <a:t>REALISTIC – </a:t>
            </a:r>
            <a:r>
              <a:rPr lang="en-GB" altLang="en-US" sz="2400" dirty="0" smtClean="0"/>
              <a:t>Is the task appropriate? Check pre-requisite skills</a:t>
            </a:r>
          </a:p>
          <a:p>
            <a:pPr eaLnBrk="1" hangingPunct="1">
              <a:lnSpc>
                <a:spcPct val="90000"/>
              </a:lnSpc>
            </a:pPr>
            <a:r>
              <a:rPr lang="en-GB" altLang="en-US" sz="2400" b="1" dirty="0" smtClean="0"/>
              <a:t>TIME-RELATED – </a:t>
            </a:r>
            <a:r>
              <a:rPr lang="en-GB" altLang="en-US" sz="2400" dirty="0" smtClean="0"/>
              <a:t>Evaluate carefully over an agreed period of time</a:t>
            </a:r>
            <a:endParaRPr lang="en-GB" altLang="en-US" sz="2400" b="1" dirty="0" smtClean="0"/>
          </a:p>
        </p:txBody>
      </p:sp>
    </p:spTree>
    <p:extLst>
      <p:ext uri="{BB962C8B-B14F-4D97-AF65-F5344CB8AC3E}">
        <p14:creationId xmlns:p14="http://schemas.microsoft.com/office/powerpoint/2010/main" val="385878388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395288" y="115888"/>
            <a:ext cx="8497887" cy="1296888"/>
          </a:xfrm>
        </p:spPr>
        <p:txBody>
          <a:bodyPr/>
          <a:lstStyle/>
          <a:p>
            <a:pPr algn="ctr" eaLnBrk="1" hangingPunct="1"/>
            <a:r>
              <a:rPr lang="en-GB" altLang="en-US" sz="4000" dirty="0" smtClean="0">
                <a:latin typeface="Arial" charset="0"/>
              </a:rPr>
              <a:t>Planning Probes – Using High Frequency Words</a:t>
            </a:r>
          </a:p>
        </p:txBody>
      </p:sp>
      <p:sp>
        <p:nvSpPr>
          <p:cNvPr id="7171" name="Rectangle 3"/>
          <p:cNvSpPr>
            <a:spLocks noGrp="1" noChangeArrowheads="1"/>
          </p:cNvSpPr>
          <p:nvPr>
            <p:ph type="body" idx="1"/>
          </p:nvPr>
        </p:nvSpPr>
        <p:spPr>
          <a:xfrm>
            <a:off x="683568" y="1700808"/>
            <a:ext cx="7632700" cy="4233267"/>
          </a:xfrm>
        </p:spPr>
        <p:txBody>
          <a:bodyPr/>
          <a:lstStyle/>
          <a:p>
            <a:pPr eaLnBrk="1" hangingPunct="1"/>
            <a:r>
              <a:rPr lang="en-GB" altLang="en-US" dirty="0" smtClean="0"/>
              <a:t>If you decide to concentrate on the development of high frequency words then you will look at your data to plan the start point.</a:t>
            </a:r>
          </a:p>
          <a:p>
            <a:pPr eaLnBrk="1" hangingPunct="1"/>
            <a:r>
              <a:rPr lang="en-GB" altLang="en-US" dirty="0" smtClean="0"/>
              <a:t>Decide on how many words to focus on for the teaching input (usually between 4 – 7) and progress through the high frequency words – using information from your assessment and the word lists in Letters and Sounds (pages 193 – 195)</a:t>
            </a:r>
          </a:p>
        </p:txBody>
      </p:sp>
    </p:spTree>
    <p:extLst>
      <p:ext uri="{BB962C8B-B14F-4D97-AF65-F5344CB8AC3E}">
        <p14:creationId xmlns:p14="http://schemas.microsoft.com/office/powerpoint/2010/main" val="63377007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395288" y="115888"/>
            <a:ext cx="8497887" cy="1368896"/>
          </a:xfrm>
        </p:spPr>
        <p:txBody>
          <a:bodyPr/>
          <a:lstStyle/>
          <a:p>
            <a:pPr algn="ctr" eaLnBrk="1" hangingPunct="1"/>
            <a:r>
              <a:rPr lang="en-GB" altLang="en-US" sz="4000" dirty="0" smtClean="0">
                <a:latin typeface="Arial" charset="0"/>
              </a:rPr>
              <a:t>Planning Probes –                   Phonic Development</a:t>
            </a:r>
          </a:p>
        </p:txBody>
      </p:sp>
      <p:sp>
        <p:nvSpPr>
          <p:cNvPr id="8195" name="Rectangle 3"/>
          <p:cNvSpPr>
            <a:spLocks noGrp="1" noChangeArrowheads="1"/>
          </p:cNvSpPr>
          <p:nvPr>
            <p:ph type="body" idx="1"/>
          </p:nvPr>
        </p:nvSpPr>
        <p:spPr>
          <a:xfrm>
            <a:off x="755724" y="1916832"/>
            <a:ext cx="7632700" cy="4017243"/>
          </a:xfrm>
        </p:spPr>
        <p:txBody>
          <a:bodyPr/>
          <a:lstStyle/>
          <a:p>
            <a:pPr eaLnBrk="1" hangingPunct="1"/>
            <a:r>
              <a:rPr lang="en-GB" altLang="en-US" dirty="0" smtClean="0"/>
              <a:t>Identify from your assessment data where the pupil is on the cusp of achieving the rate of 50 words per minute with no more than 2 errors.  This is your starting point for the next step</a:t>
            </a:r>
          </a:p>
          <a:p>
            <a:pPr eaLnBrk="1" hangingPunct="1"/>
            <a:r>
              <a:rPr lang="en-GB" altLang="en-US" dirty="0" smtClean="0"/>
              <a:t>Use the sublevel probes for the phase that you are working on as each one covers a smaller set of sounds/phonemes.</a:t>
            </a:r>
          </a:p>
          <a:p>
            <a:pPr eaLnBrk="1" hangingPunct="1"/>
            <a:r>
              <a:rPr lang="en-GB" altLang="en-US" dirty="0" smtClean="0"/>
              <a:t>You can also construct your own probe sheets. </a:t>
            </a:r>
          </a:p>
          <a:p>
            <a:pPr eaLnBrk="1" hangingPunct="1"/>
            <a:endParaRPr lang="en-GB" altLang="en-US" dirty="0" smtClean="0"/>
          </a:p>
        </p:txBody>
      </p:sp>
    </p:spTree>
    <p:extLst>
      <p:ext uri="{BB962C8B-B14F-4D97-AF65-F5344CB8AC3E}">
        <p14:creationId xmlns:p14="http://schemas.microsoft.com/office/powerpoint/2010/main" val="277600083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395289" y="259904"/>
            <a:ext cx="8353176" cy="864840"/>
          </a:xfrm>
        </p:spPr>
        <p:txBody>
          <a:bodyPr/>
          <a:lstStyle/>
          <a:p>
            <a:pPr algn="ctr" eaLnBrk="1" hangingPunct="1"/>
            <a:r>
              <a:rPr lang="en-GB" altLang="en-US" sz="4000" dirty="0" smtClean="0">
                <a:latin typeface="Arial" charset="0"/>
              </a:rPr>
              <a:t>Designing Probes</a:t>
            </a:r>
          </a:p>
        </p:txBody>
      </p:sp>
      <p:sp>
        <p:nvSpPr>
          <p:cNvPr id="9219" name="Rectangle 4"/>
          <p:cNvSpPr>
            <a:spLocks noGrp="1" noChangeArrowheads="1"/>
          </p:cNvSpPr>
          <p:nvPr>
            <p:ph type="body" sz="half" idx="1"/>
          </p:nvPr>
        </p:nvSpPr>
        <p:spPr>
          <a:xfrm>
            <a:off x="755576" y="1600200"/>
            <a:ext cx="3810000" cy="4530725"/>
          </a:xfrm>
        </p:spPr>
        <p:txBody>
          <a:bodyPr/>
          <a:lstStyle/>
          <a:p>
            <a:pPr eaLnBrk="1" hangingPunct="1">
              <a:buFont typeface="Wingdings" pitchFamily="2" charset="2"/>
              <a:buNone/>
            </a:pPr>
            <a:r>
              <a:rPr lang="en-GB" altLang="en-US" sz="2400" b="1" dirty="0" smtClean="0"/>
              <a:t>	</a:t>
            </a:r>
            <a:r>
              <a:rPr lang="en-GB" altLang="en-US" sz="2400" b="1" u="sng" dirty="0" smtClean="0"/>
              <a:t>High Frequency</a:t>
            </a:r>
          </a:p>
          <a:p>
            <a:pPr eaLnBrk="1" hangingPunct="1"/>
            <a:r>
              <a:rPr lang="en-GB" altLang="en-US" sz="2400" dirty="0" smtClean="0"/>
              <a:t>Progression through high frequency </a:t>
            </a:r>
            <a:r>
              <a:rPr lang="en-GB" altLang="en-US" sz="2400" dirty="0" err="1" smtClean="0"/>
              <a:t>sightwords</a:t>
            </a:r>
            <a:r>
              <a:rPr lang="en-GB" altLang="en-US" sz="2400" dirty="0" smtClean="0"/>
              <a:t> listed in ‘Letters and Sounds’</a:t>
            </a:r>
          </a:p>
        </p:txBody>
      </p:sp>
      <p:sp>
        <p:nvSpPr>
          <p:cNvPr id="9220" name="Rectangle 5"/>
          <p:cNvSpPr>
            <a:spLocks noGrp="1" noChangeArrowheads="1"/>
          </p:cNvSpPr>
          <p:nvPr>
            <p:ph type="body" sz="half" idx="2"/>
          </p:nvPr>
        </p:nvSpPr>
        <p:spPr>
          <a:xfrm>
            <a:off x="4644008" y="1600200"/>
            <a:ext cx="3810000" cy="4530725"/>
          </a:xfrm>
        </p:spPr>
        <p:txBody>
          <a:bodyPr/>
          <a:lstStyle/>
          <a:p>
            <a:pPr eaLnBrk="1" hangingPunct="1">
              <a:buFont typeface="Wingdings" pitchFamily="2" charset="2"/>
              <a:buNone/>
            </a:pPr>
            <a:r>
              <a:rPr lang="en-GB" altLang="en-US" sz="2400" b="1" dirty="0" smtClean="0"/>
              <a:t>	</a:t>
            </a:r>
            <a:r>
              <a:rPr lang="en-GB" altLang="en-US" sz="2400" b="1" u="sng" dirty="0" smtClean="0"/>
              <a:t>Phonic Development</a:t>
            </a:r>
          </a:p>
          <a:p>
            <a:pPr eaLnBrk="1" hangingPunct="1"/>
            <a:r>
              <a:rPr lang="en-GB" altLang="en-US" sz="2400" dirty="0" smtClean="0"/>
              <a:t>The content of the probe is rule bound i.e. the probe should include as many examples as possible to test the rule</a:t>
            </a:r>
          </a:p>
        </p:txBody>
      </p:sp>
    </p:spTree>
    <p:extLst>
      <p:ext uri="{BB962C8B-B14F-4D97-AF65-F5344CB8AC3E}">
        <p14:creationId xmlns:p14="http://schemas.microsoft.com/office/powerpoint/2010/main" val="295456536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395288" y="260648"/>
            <a:ext cx="8497887" cy="792088"/>
          </a:xfrm>
        </p:spPr>
        <p:txBody>
          <a:bodyPr/>
          <a:lstStyle/>
          <a:p>
            <a:pPr algn="ctr">
              <a:defRPr/>
            </a:pPr>
            <a:r>
              <a:rPr lang="en-GB" sz="4000" dirty="0" smtClean="0"/>
              <a:t>Benefits of Charting</a:t>
            </a:r>
            <a:endParaRPr lang="en-GB" sz="4000" dirty="0"/>
          </a:p>
        </p:txBody>
      </p:sp>
      <p:sp>
        <p:nvSpPr>
          <p:cNvPr id="10243" name="Content Placeholder 1"/>
          <p:cNvSpPr>
            <a:spLocks noGrp="1"/>
          </p:cNvSpPr>
          <p:nvPr>
            <p:ph idx="1"/>
          </p:nvPr>
        </p:nvSpPr>
        <p:spPr>
          <a:xfrm>
            <a:off x="683716" y="1628477"/>
            <a:ext cx="7632700" cy="4320803"/>
          </a:xfrm>
        </p:spPr>
        <p:txBody>
          <a:bodyPr/>
          <a:lstStyle/>
          <a:p>
            <a:r>
              <a:rPr lang="en-GB" altLang="en-US" dirty="0" smtClean="0"/>
              <a:t>Charting provides a quick and easy means of monitoring progress</a:t>
            </a:r>
          </a:p>
          <a:p>
            <a:r>
              <a:rPr lang="en-GB" altLang="en-US" dirty="0" smtClean="0"/>
              <a:t>The charts help the pupil to recognise the progress they are making</a:t>
            </a:r>
          </a:p>
          <a:p>
            <a:r>
              <a:rPr lang="en-GB" altLang="en-US" dirty="0" smtClean="0"/>
              <a:t>The chart tells you when the data was collected and the pupil’s level of performance</a:t>
            </a:r>
          </a:p>
          <a:p>
            <a:r>
              <a:rPr lang="en-GB" altLang="en-US" dirty="0" smtClean="0"/>
              <a:t>The charts can provide helpful information to inform educational decisions</a:t>
            </a:r>
          </a:p>
        </p:txBody>
      </p:sp>
    </p:spTree>
    <p:extLst>
      <p:ext uri="{BB962C8B-B14F-4D97-AF65-F5344CB8AC3E}">
        <p14:creationId xmlns:p14="http://schemas.microsoft.com/office/powerpoint/2010/main" val="181930485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395288" y="260648"/>
            <a:ext cx="8497887" cy="1080120"/>
          </a:xfrm>
        </p:spPr>
        <p:txBody>
          <a:bodyPr/>
          <a:lstStyle/>
          <a:p>
            <a:pPr algn="ctr" eaLnBrk="1" hangingPunct="1"/>
            <a:r>
              <a:rPr lang="en-GB" altLang="en-US" sz="4000" dirty="0" smtClean="0">
                <a:latin typeface="Arial" charset="0"/>
              </a:rPr>
              <a:t>Daily Monitoring of Progress –  Charting</a:t>
            </a:r>
          </a:p>
        </p:txBody>
      </p:sp>
      <p:sp>
        <p:nvSpPr>
          <p:cNvPr id="11267" name="Rectangle 3"/>
          <p:cNvSpPr>
            <a:spLocks noGrp="1" noChangeArrowheads="1"/>
          </p:cNvSpPr>
          <p:nvPr>
            <p:ph type="body" idx="1"/>
          </p:nvPr>
        </p:nvSpPr>
        <p:spPr>
          <a:xfrm>
            <a:off x="683716" y="2004045"/>
            <a:ext cx="7632700" cy="4233267"/>
          </a:xfrm>
        </p:spPr>
        <p:txBody>
          <a:bodyPr/>
          <a:lstStyle/>
          <a:p>
            <a:pPr eaLnBrk="1" hangingPunct="1"/>
            <a:r>
              <a:rPr lang="en-GB" altLang="en-US" dirty="0" smtClean="0"/>
              <a:t>It is important to monitor progress using a special Precision Teaching chart</a:t>
            </a:r>
          </a:p>
          <a:p>
            <a:pPr eaLnBrk="1" hangingPunct="1"/>
            <a:r>
              <a:rPr lang="en-GB" altLang="en-US" dirty="0" smtClean="0"/>
              <a:t>You can record results on the ‘Daily Record Chart’ provided.</a:t>
            </a:r>
          </a:p>
          <a:p>
            <a:pPr eaLnBrk="1" hangingPunct="1"/>
            <a:r>
              <a:rPr lang="en-GB" altLang="en-US" dirty="0" smtClean="0"/>
              <a:t>You can also use the semi-logarithmic record sheet. </a:t>
            </a:r>
          </a:p>
          <a:p>
            <a:pPr eaLnBrk="1" hangingPunct="1"/>
            <a:r>
              <a:rPr lang="en-GB" altLang="en-US" dirty="0" smtClean="0"/>
              <a:t>It is important to have a record in some format of the correct/incorrect per minute for each day</a:t>
            </a:r>
          </a:p>
          <a:p>
            <a:pPr eaLnBrk="1" hangingPunct="1"/>
            <a:endParaRPr lang="en-GB" altLang="en-US" dirty="0" smtClean="0"/>
          </a:p>
        </p:txBody>
      </p:sp>
    </p:spTree>
    <p:extLst>
      <p:ext uri="{BB962C8B-B14F-4D97-AF65-F5344CB8AC3E}">
        <p14:creationId xmlns:p14="http://schemas.microsoft.com/office/powerpoint/2010/main" val="6170619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288" y="115888"/>
            <a:ext cx="8497887" cy="1080864"/>
          </a:xfrm>
        </p:spPr>
        <p:txBody>
          <a:bodyPr/>
          <a:lstStyle/>
          <a:p>
            <a:pPr algn="ctr">
              <a:defRPr/>
            </a:pPr>
            <a:r>
              <a:rPr lang="en-GB" altLang="en-US" sz="4000" dirty="0"/>
              <a:t>S</a:t>
            </a:r>
            <a:r>
              <a:rPr lang="en-GB" altLang="en-US" sz="4000" dirty="0" smtClean="0"/>
              <a:t>emi-logarithmic record sheet</a:t>
            </a:r>
            <a:endParaRPr lang="en-GB" sz="4000" dirty="0"/>
          </a:p>
        </p:txBody>
      </p:sp>
      <p:sp>
        <p:nvSpPr>
          <p:cNvPr id="3" name="Content Placeholder 2"/>
          <p:cNvSpPr>
            <a:spLocks noGrp="1"/>
          </p:cNvSpPr>
          <p:nvPr>
            <p:ph idx="1"/>
          </p:nvPr>
        </p:nvSpPr>
        <p:spPr>
          <a:xfrm>
            <a:off x="611708" y="1268760"/>
            <a:ext cx="7632700" cy="4968875"/>
          </a:xfrm>
        </p:spPr>
        <p:txBody>
          <a:bodyPr/>
          <a:lstStyle/>
          <a:p>
            <a:pPr marL="0" indent="0">
              <a:buFont typeface="Wingdings" pitchFamily="2" charset="2"/>
              <a:buNone/>
              <a:defRPr/>
            </a:pPr>
            <a:r>
              <a:rPr lang="en-GB" sz="2400" dirty="0" smtClean="0"/>
              <a:t>Advantages of using a semi-logarithmic record sheet:</a:t>
            </a:r>
          </a:p>
          <a:p>
            <a:pPr marL="0" indent="0">
              <a:buFont typeface="Wingdings" pitchFamily="2" charset="2"/>
              <a:buNone/>
              <a:defRPr/>
            </a:pPr>
            <a:endParaRPr lang="en-GB" sz="2400" dirty="0" smtClean="0"/>
          </a:p>
          <a:p>
            <a:pPr>
              <a:defRPr/>
            </a:pPr>
            <a:r>
              <a:rPr lang="en-GB" sz="2400" dirty="0" smtClean="0"/>
              <a:t>It shows </a:t>
            </a:r>
            <a:r>
              <a:rPr lang="en-GB" sz="2400" dirty="0"/>
              <a:t>fine changes in performance which could be very significant with children who have experienced learning </a:t>
            </a:r>
            <a:r>
              <a:rPr lang="en-GB" sz="2400" dirty="0" smtClean="0"/>
              <a:t>difficulties</a:t>
            </a:r>
            <a:endParaRPr lang="en-GB" sz="800" dirty="0" smtClean="0"/>
          </a:p>
          <a:p>
            <a:pPr marL="0" indent="0">
              <a:buNone/>
              <a:defRPr/>
            </a:pPr>
            <a:endParaRPr lang="en-GB" sz="800" dirty="0" smtClean="0"/>
          </a:p>
          <a:p>
            <a:pPr>
              <a:defRPr/>
            </a:pPr>
            <a:r>
              <a:rPr lang="en-GB" sz="2400" dirty="0" smtClean="0"/>
              <a:t>These </a:t>
            </a:r>
            <a:r>
              <a:rPr lang="en-GB" sz="2400" dirty="0"/>
              <a:t>charts focus attention on the magnitude of the change that is occurring rather than absolute change. It is felt that looking at children’s progress in this way provides a more accurate representation of their learning.</a:t>
            </a:r>
          </a:p>
        </p:txBody>
      </p:sp>
    </p:spTree>
    <p:extLst>
      <p:ext uri="{BB962C8B-B14F-4D97-AF65-F5344CB8AC3E}">
        <p14:creationId xmlns:p14="http://schemas.microsoft.com/office/powerpoint/2010/main" val="313747828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4"/>
          <p:cNvSpPr>
            <a:spLocks noGrp="1" noChangeArrowheads="1"/>
          </p:cNvSpPr>
          <p:nvPr>
            <p:ph type="title"/>
          </p:nvPr>
        </p:nvSpPr>
        <p:spPr>
          <a:xfrm>
            <a:off x="395288" y="259904"/>
            <a:ext cx="8497887" cy="864840"/>
          </a:xfrm>
        </p:spPr>
        <p:txBody>
          <a:bodyPr/>
          <a:lstStyle/>
          <a:p>
            <a:pPr algn="ctr" eaLnBrk="1" hangingPunct="1"/>
            <a:r>
              <a:rPr lang="en-GB" altLang="en-US" sz="4000" dirty="0" smtClean="0">
                <a:latin typeface="Arial" charset="0"/>
              </a:rPr>
              <a:t>Daily Monitoring of Progress </a:t>
            </a:r>
          </a:p>
        </p:txBody>
      </p:sp>
      <p:sp>
        <p:nvSpPr>
          <p:cNvPr id="13315" name="Content Placeholder 1"/>
          <p:cNvSpPr>
            <a:spLocks noGrp="1"/>
          </p:cNvSpPr>
          <p:nvPr>
            <p:ph idx="1"/>
          </p:nvPr>
        </p:nvSpPr>
        <p:spPr>
          <a:xfrm>
            <a:off x="611560" y="1628477"/>
            <a:ext cx="7632700" cy="3816747"/>
          </a:xfrm>
        </p:spPr>
        <p:txBody>
          <a:bodyPr/>
          <a:lstStyle/>
          <a:p>
            <a:r>
              <a:rPr lang="en-GB" altLang="en-US" dirty="0" smtClean="0"/>
              <a:t>After around a week (with pupil having had daily input), you should expect the pupil to be approaching the rate of 50 correct with no more than 2 errors in a minute.</a:t>
            </a:r>
          </a:p>
          <a:p>
            <a:r>
              <a:rPr lang="en-GB" altLang="en-US" dirty="0" smtClean="0"/>
              <a:t>If this is achieved (usually over 2-3 days) then you can move on to the next step of learning.</a:t>
            </a:r>
          </a:p>
          <a:p>
            <a:r>
              <a:rPr lang="en-GB" altLang="en-US" dirty="0" smtClean="0"/>
              <a:t>If not you might need to break the task down further (we will discuss this in more detail during session 3)</a:t>
            </a:r>
          </a:p>
          <a:p>
            <a:endParaRPr lang="en-GB" altLang="en-US" dirty="0" smtClean="0"/>
          </a:p>
          <a:p>
            <a:endParaRPr lang="en-GB" altLang="en-US" dirty="0" smtClean="0"/>
          </a:p>
          <a:p>
            <a:endParaRPr lang="en-GB" altLang="en-US" dirty="0" smtClean="0"/>
          </a:p>
        </p:txBody>
      </p:sp>
    </p:spTree>
    <p:extLst>
      <p:ext uri="{BB962C8B-B14F-4D97-AF65-F5344CB8AC3E}">
        <p14:creationId xmlns:p14="http://schemas.microsoft.com/office/powerpoint/2010/main" val="411682878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395288" y="187896"/>
            <a:ext cx="8497887" cy="864840"/>
          </a:xfrm>
        </p:spPr>
        <p:txBody>
          <a:bodyPr/>
          <a:lstStyle/>
          <a:p>
            <a:pPr algn="ctr" eaLnBrk="1" hangingPunct="1"/>
            <a:r>
              <a:rPr lang="en-GB" altLang="en-US" sz="4000" dirty="0" smtClean="0">
                <a:latin typeface="Arial" charset="0"/>
              </a:rPr>
              <a:t>Checking for Maintenance</a:t>
            </a:r>
          </a:p>
        </p:txBody>
      </p:sp>
      <p:sp>
        <p:nvSpPr>
          <p:cNvPr id="14339" name="Rectangle 3"/>
          <p:cNvSpPr>
            <a:spLocks noGrp="1" noChangeArrowheads="1"/>
          </p:cNvSpPr>
          <p:nvPr>
            <p:ph type="body" idx="1"/>
          </p:nvPr>
        </p:nvSpPr>
        <p:spPr>
          <a:xfrm>
            <a:off x="611560" y="1556469"/>
            <a:ext cx="7632700" cy="4392811"/>
          </a:xfrm>
        </p:spPr>
        <p:txBody>
          <a:bodyPr/>
          <a:lstStyle/>
          <a:p>
            <a:pPr eaLnBrk="1" hangingPunct="1"/>
            <a:r>
              <a:rPr lang="en-GB" altLang="en-US" sz="2400" dirty="0" smtClean="0"/>
              <a:t>To ensure that the pupil has retained the skills that they have been working on it is important to check for maintenance.</a:t>
            </a:r>
          </a:p>
          <a:p>
            <a:pPr eaLnBrk="1" hangingPunct="1"/>
            <a:r>
              <a:rPr lang="en-GB" altLang="en-US" sz="2400" dirty="0" smtClean="0"/>
              <a:t>After 2 or 3 programme changes it is good to provide them with a mixed probe to re-test their level of fluency.</a:t>
            </a:r>
          </a:p>
          <a:p>
            <a:pPr eaLnBrk="1" hangingPunct="1"/>
            <a:r>
              <a:rPr lang="en-GB" altLang="en-US" sz="2400" dirty="0" smtClean="0"/>
              <a:t>If they have retained the skills at an acceptable level of fluency (50 </a:t>
            </a:r>
            <a:r>
              <a:rPr lang="en-GB" altLang="en-US" sz="2400" dirty="0" err="1" smtClean="0"/>
              <a:t>c.p.m</a:t>
            </a:r>
            <a:r>
              <a:rPr lang="en-GB" altLang="en-US" sz="2400" dirty="0" smtClean="0"/>
              <a:t> no more than 2 errors) then move on to the next learning target.</a:t>
            </a:r>
          </a:p>
          <a:p>
            <a:pPr eaLnBrk="1" hangingPunct="1"/>
            <a:r>
              <a:rPr lang="en-GB" altLang="en-US" sz="2400" dirty="0" smtClean="0"/>
              <a:t>If not return to an earlier programme.</a:t>
            </a:r>
          </a:p>
        </p:txBody>
      </p:sp>
    </p:spTree>
    <p:extLst>
      <p:ext uri="{BB962C8B-B14F-4D97-AF65-F5344CB8AC3E}">
        <p14:creationId xmlns:p14="http://schemas.microsoft.com/office/powerpoint/2010/main" val="167884992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a:xfrm>
            <a:off x="395288" y="403449"/>
            <a:ext cx="8497887" cy="793303"/>
          </a:xfrm>
        </p:spPr>
        <p:txBody>
          <a:bodyPr/>
          <a:lstStyle/>
          <a:p>
            <a:pPr algn="ctr" eaLnBrk="1" hangingPunct="1">
              <a:defRPr/>
            </a:pPr>
            <a:r>
              <a:rPr lang="en-GB" altLang="en-US" sz="4000" dirty="0" smtClean="0"/>
              <a:t>Precision Teaching Probes</a:t>
            </a:r>
            <a:endParaRPr lang="en-US" altLang="en-US" sz="4000" dirty="0" smtClean="0"/>
          </a:p>
        </p:txBody>
      </p:sp>
      <p:sp>
        <p:nvSpPr>
          <p:cNvPr id="15363" name="Content Placeholder 2"/>
          <p:cNvSpPr>
            <a:spLocks noGrp="1"/>
          </p:cNvSpPr>
          <p:nvPr>
            <p:ph idx="1"/>
          </p:nvPr>
        </p:nvSpPr>
        <p:spPr>
          <a:xfrm>
            <a:off x="683716" y="1628477"/>
            <a:ext cx="7632700" cy="2808635"/>
          </a:xfrm>
        </p:spPr>
        <p:txBody>
          <a:bodyPr/>
          <a:lstStyle/>
          <a:p>
            <a:pPr eaLnBrk="1" hangingPunct="1"/>
            <a:r>
              <a:rPr lang="en-GB" altLang="en-US" dirty="0" smtClean="0"/>
              <a:t>Precision Teaching Probes :</a:t>
            </a:r>
          </a:p>
          <a:p>
            <a:pPr eaLnBrk="1" hangingPunct="1"/>
            <a:r>
              <a:rPr lang="en-GB" altLang="en-US" dirty="0" smtClean="0"/>
              <a:t>http://www.johnandgwyn.co.uk/probe.html</a:t>
            </a:r>
          </a:p>
          <a:p>
            <a:pPr algn="ctr" eaLnBrk="1" hangingPunct="1"/>
            <a:endParaRPr lang="en-GB" altLang="en-US" dirty="0" smtClean="0"/>
          </a:p>
          <a:p>
            <a:pPr eaLnBrk="1" hangingPunct="1"/>
            <a:endParaRPr lang="en-GB" altLang="en-US" dirty="0" smtClean="0"/>
          </a:p>
        </p:txBody>
      </p:sp>
    </p:spTree>
    <p:extLst>
      <p:ext uri="{BB962C8B-B14F-4D97-AF65-F5344CB8AC3E}">
        <p14:creationId xmlns:p14="http://schemas.microsoft.com/office/powerpoint/2010/main" val="251339113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6" name="Picture 2" descr="blocksrgb"/>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838200"/>
            <a:ext cx="4572000" cy="322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387" name="Rectangle 3"/>
          <p:cNvSpPr>
            <a:spLocks noChangeArrowheads="1"/>
          </p:cNvSpPr>
          <p:nvPr/>
        </p:nvSpPr>
        <p:spPr bwMode="auto">
          <a:xfrm>
            <a:off x="0" y="0"/>
            <a:ext cx="9144000" cy="533400"/>
          </a:xfrm>
          <a:prstGeom prst="rect">
            <a:avLst/>
          </a:prstGeom>
          <a:solidFill>
            <a:srgbClr val="6D2FAB"/>
          </a:solidFill>
          <a:ln>
            <a:noFill/>
          </a:ln>
          <a:extLst>
            <a:ext uri="{91240B29-F687-4F45-9708-019B960494DF}">
              <a14:hiddenLine xmlns:a14="http://schemas.microsoft.com/office/drawing/2010/main" w="0">
                <a:solidFill>
                  <a:schemeClr val="tx1"/>
                </a:solidFill>
                <a:miter lim="800000"/>
                <a:headEnd/>
                <a:tailEnd/>
              </a14:hiddenLine>
            </a:ext>
          </a:extLst>
        </p:spPr>
        <p:txBody>
          <a:bodyPr wrap="none" anchor="ctr"/>
          <a:lstStyle>
            <a:lvl1pPr eaLnBrk="0" hangingPunct="0">
              <a:spcBef>
                <a:spcPct val="20000"/>
              </a:spcBef>
              <a:buClr>
                <a:schemeClr val="folHlink"/>
              </a:buClr>
              <a:buSzPct val="90000"/>
              <a:buFont typeface="Wingdings" pitchFamily="2" charset="2"/>
              <a:buChar char="n"/>
              <a:defRPr sz="2800">
                <a:solidFill>
                  <a:schemeClr val="tx1"/>
                </a:solidFill>
                <a:latin typeface="Arial" charset="0"/>
              </a:defRPr>
            </a:lvl1pPr>
            <a:lvl2pPr marL="742950" indent="-285750" eaLnBrk="0" hangingPunct="0">
              <a:spcBef>
                <a:spcPct val="20000"/>
              </a:spcBef>
              <a:buClr>
                <a:schemeClr val="accent1"/>
              </a:buClr>
              <a:buSzPct val="75000"/>
              <a:buFont typeface="Wingdings" pitchFamily="2" charset="2"/>
              <a:buChar char="n"/>
              <a:defRPr sz="2600">
                <a:solidFill>
                  <a:schemeClr val="tx1"/>
                </a:solidFill>
                <a:latin typeface="Arial" charset="0"/>
              </a:defRPr>
            </a:lvl2pPr>
            <a:lvl3pPr marL="1143000" indent="-228600" eaLnBrk="0" hangingPunct="0">
              <a:spcBef>
                <a:spcPct val="20000"/>
              </a:spcBef>
              <a:buClr>
                <a:schemeClr val="folHlink"/>
              </a:buClr>
              <a:buSzPct val="55000"/>
              <a:buFont typeface="Wingdings" pitchFamily="2" charset="2"/>
              <a:buChar char="n"/>
              <a:defRPr sz="2300">
                <a:solidFill>
                  <a:schemeClr val="tx1"/>
                </a:solidFill>
                <a:latin typeface="Arial" charset="0"/>
              </a:defRPr>
            </a:lvl3pPr>
            <a:lvl4pPr marL="1600200" indent="-228600" eaLnBrk="0" hangingPunct="0">
              <a:spcBef>
                <a:spcPct val="20000"/>
              </a:spcBef>
              <a:buClr>
                <a:schemeClr val="accent1"/>
              </a:buClr>
              <a:buFont typeface="Wingdings" pitchFamily="2" charset="2"/>
              <a:buChar char="§"/>
              <a:defRPr sz="2000">
                <a:solidFill>
                  <a:schemeClr val="tx1"/>
                </a:solidFill>
                <a:latin typeface="Arial" charset="0"/>
              </a:defRPr>
            </a:lvl4pPr>
            <a:lvl5pPr marL="2057400" indent="-228600" eaLnBrk="0" hangingPunct="0">
              <a:spcBef>
                <a:spcPct val="20000"/>
              </a:spcBef>
              <a:buClr>
                <a:schemeClr val="accent1"/>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charset="0"/>
              </a:defRPr>
            </a:lvl9pPr>
          </a:lstStyle>
          <a:p>
            <a:pPr eaLnBrk="1" hangingPunct="1">
              <a:spcBef>
                <a:spcPct val="0"/>
              </a:spcBef>
              <a:buClrTx/>
              <a:buSzTx/>
              <a:buFontTx/>
              <a:buNone/>
            </a:pPr>
            <a:endParaRPr lang="en-US" altLang="en-US" sz="1800"/>
          </a:p>
        </p:txBody>
      </p:sp>
      <p:sp>
        <p:nvSpPr>
          <p:cNvPr id="16388" name="Text Box 4"/>
          <p:cNvSpPr txBox="1">
            <a:spLocks noChangeArrowheads="1"/>
          </p:cNvSpPr>
          <p:nvPr/>
        </p:nvSpPr>
        <p:spPr bwMode="auto">
          <a:xfrm>
            <a:off x="0" y="125413"/>
            <a:ext cx="9144000" cy="304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spcBef>
                <a:spcPct val="20000"/>
              </a:spcBef>
              <a:buClr>
                <a:schemeClr val="folHlink"/>
              </a:buClr>
              <a:buSzPct val="90000"/>
              <a:buFont typeface="Wingdings" pitchFamily="2" charset="2"/>
              <a:buChar char="n"/>
              <a:defRPr sz="2800">
                <a:solidFill>
                  <a:schemeClr val="tx1"/>
                </a:solidFill>
                <a:latin typeface="Arial" charset="0"/>
              </a:defRPr>
            </a:lvl1pPr>
            <a:lvl2pPr marL="742950" indent="-285750" eaLnBrk="0" hangingPunct="0">
              <a:spcBef>
                <a:spcPct val="20000"/>
              </a:spcBef>
              <a:buClr>
                <a:schemeClr val="accent1"/>
              </a:buClr>
              <a:buSzPct val="75000"/>
              <a:buFont typeface="Wingdings" pitchFamily="2" charset="2"/>
              <a:buChar char="n"/>
              <a:defRPr sz="2600">
                <a:solidFill>
                  <a:schemeClr val="tx1"/>
                </a:solidFill>
                <a:latin typeface="Arial" charset="0"/>
              </a:defRPr>
            </a:lvl2pPr>
            <a:lvl3pPr marL="1143000" indent="-228600" eaLnBrk="0" hangingPunct="0">
              <a:spcBef>
                <a:spcPct val="20000"/>
              </a:spcBef>
              <a:buClr>
                <a:schemeClr val="folHlink"/>
              </a:buClr>
              <a:buSzPct val="55000"/>
              <a:buFont typeface="Wingdings" pitchFamily="2" charset="2"/>
              <a:buChar char="n"/>
              <a:defRPr sz="2300">
                <a:solidFill>
                  <a:schemeClr val="tx1"/>
                </a:solidFill>
                <a:latin typeface="Arial" charset="0"/>
              </a:defRPr>
            </a:lvl3pPr>
            <a:lvl4pPr marL="1600200" indent="-228600" eaLnBrk="0" hangingPunct="0">
              <a:spcBef>
                <a:spcPct val="20000"/>
              </a:spcBef>
              <a:buClr>
                <a:schemeClr val="accent1"/>
              </a:buClr>
              <a:buFont typeface="Wingdings" pitchFamily="2" charset="2"/>
              <a:buChar char="§"/>
              <a:defRPr sz="2000">
                <a:solidFill>
                  <a:schemeClr val="tx1"/>
                </a:solidFill>
                <a:latin typeface="Arial" charset="0"/>
              </a:defRPr>
            </a:lvl4pPr>
            <a:lvl5pPr marL="2057400" indent="-228600" eaLnBrk="0" hangingPunct="0">
              <a:spcBef>
                <a:spcPct val="20000"/>
              </a:spcBef>
              <a:buClr>
                <a:schemeClr val="accent1"/>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charset="0"/>
              </a:defRPr>
            </a:lvl9pPr>
          </a:lstStyle>
          <a:p>
            <a:pPr algn="ctr">
              <a:spcBef>
                <a:spcPct val="0"/>
              </a:spcBef>
              <a:buClrTx/>
              <a:buSzTx/>
              <a:buFontTx/>
              <a:buNone/>
            </a:pPr>
            <a:r>
              <a:rPr lang="en-US" altLang="en-US" sz="1400">
                <a:solidFill>
                  <a:schemeClr val="bg1"/>
                </a:solidFill>
                <a:latin typeface="Arial Black" pitchFamily="34" charset="0"/>
                <a:ea typeface="ＭＳ Ｐゴシック" pitchFamily="110" charset="-128"/>
              </a:rPr>
              <a:t>E D U C A T I O N A L   P S Y C H O L O G Y   S E R V I C E</a:t>
            </a:r>
          </a:p>
        </p:txBody>
      </p:sp>
      <p:pic>
        <p:nvPicPr>
          <p:cNvPr id="16389" name="Picture 5" descr="Image windsor and Maidenhead"/>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458200" y="6096000"/>
            <a:ext cx="506413"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pic>
      <p:sp>
        <p:nvSpPr>
          <p:cNvPr id="16390" name="Text Box 6"/>
          <p:cNvSpPr txBox="1">
            <a:spLocks noChangeArrowheads="1"/>
          </p:cNvSpPr>
          <p:nvPr/>
        </p:nvSpPr>
        <p:spPr bwMode="auto">
          <a:xfrm>
            <a:off x="684213" y="4797425"/>
            <a:ext cx="7705725" cy="8223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spcBef>
                <a:spcPct val="20000"/>
              </a:spcBef>
              <a:buClr>
                <a:schemeClr val="folHlink"/>
              </a:buClr>
              <a:buSzPct val="90000"/>
              <a:buFont typeface="Wingdings" pitchFamily="2" charset="2"/>
              <a:buChar char="n"/>
              <a:defRPr sz="2800">
                <a:solidFill>
                  <a:schemeClr val="tx1"/>
                </a:solidFill>
                <a:latin typeface="Arial" charset="0"/>
              </a:defRPr>
            </a:lvl1pPr>
            <a:lvl2pPr marL="742950" indent="-285750" eaLnBrk="0" hangingPunct="0">
              <a:spcBef>
                <a:spcPct val="20000"/>
              </a:spcBef>
              <a:buClr>
                <a:schemeClr val="accent1"/>
              </a:buClr>
              <a:buSzPct val="75000"/>
              <a:buFont typeface="Wingdings" pitchFamily="2" charset="2"/>
              <a:buChar char="n"/>
              <a:defRPr sz="2600">
                <a:solidFill>
                  <a:schemeClr val="tx1"/>
                </a:solidFill>
                <a:latin typeface="Arial" charset="0"/>
              </a:defRPr>
            </a:lvl2pPr>
            <a:lvl3pPr marL="1143000" indent="-228600" eaLnBrk="0" hangingPunct="0">
              <a:spcBef>
                <a:spcPct val="20000"/>
              </a:spcBef>
              <a:buClr>
                <a:schemeClr val="folHlink"/>
              </a:buClr>
              <a:buSzPct val="55000"/>
              <a:buFont typeface="Wingdings" pitchFamily="2" charset="2"/>
              <a:buChar char="n"/>
              <a:defRPr sz="2300">
                <a:solidFill>
                  <a:schemeClr val="tx1"/>
                </a:solidFill>
                <a:latin typeface="Arial" charset="0"/>
              </a:defRPr>
            </a:lvl3pPr>
            <a:lvl4pPr marL="1600200" indent="-228600" eaLnBrk="0" hangingPunct="0">
              <a:spcBef>
                <a:spcPct val="20000"/>
              </a:spcBef>
              <a:buClr>
                <a:schemeClr val="accent1"/>
              </a:buClr>
              <a:buFont typeface="Wingdings" pitchFamily="2" charset="2"/>
              <a:buChar char="§"/>
              <a:defRPr sz="2000">
                <a:solidFill>
                  <a:schemeClr val="tx1"/>
                </a:solidFill>
                <a:latin typeface="Arial" charset="0"/>
              </a:defRPr>
            </a:lvl4pPr>
            <a:lvl5pPr marL="2057400" indent="-228600" eaLnBrk="0" hangingPunct="0">
              <a:spcBef>
                <a:spcPct val="20000"/>
              </a:spcBef>
              <a:buClr>
                <a:schemeClr val="accent1"/>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charset="0"/>
              </a:defRPr>
            </a:lvl9pPr>
          </a:lstStyle>
          <a:p>
            <a:pPr algn="ctr">
              <a:spcBef>
                <a:spcPct val="50000"/>
              </a:spcBef>
              <a:buClrTx/>
              <a:buSzTx/>
              <a:buFontTx/>
              <a:buNone/>
            </a:pPr>
            <a:r>
              <a:rPr lang="en-US" altLang="en-US" sz="2400">
                <a:ea typeface="ＭＳ Ｐゴシック" pitchFamily="110" charset="-128"/>
              </a:rPr>
              <a:t>Please do not use or copy any slides without prior permission from RBWM EPS</a:t>
            </a:r>
          </a:p>
        </p:txBody>
      </p:sp>
      <p:sp>
        <p:nvSpPr>
          <p:cNvPr id="16391" name="Text Box 7"/>
          <p:cNvSpPr txBox="1">
            <a:spLocks noChangeArrowheads="1"/>
          </p:cNvSpPr>
          <p:nvPr/>
        </p:nvSpPr>
        <p:spPr bwMode="auto">
          <a:xfrm>
            <a:off x="4572000" y="2852738"/>
            <a:ext cx="2952750" cy="6413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spcBef>
                <a:spcPct val="20000"/>
              </a:spcBef>
              <a:buClr>
                <a:schemeClr val="folHlink"/>
              </a:buClr>
              <a:buSzPct val="90000"/>
              <a:buFont typeface="Wingdings" pitchFamily="2" charset="2"/>
              <a:buChar char="n"/>
              <a:defRPr sz="2800">
                <a:solidFill>
                  <a:schemeClr val="tx1"/>
                </a:solidFill>
                <a:latin typeface="Arial" charset="0"/>
              </a:defRPr>
            </a:lvl1pPr>
            <a:lvl2pPr marL="742950" indent="-285750" eaLnBrk="0" hangingPunct="0">
              <a:spcBef>
                <a:spcPct val="20000"/>
              </a:spcBef>
              <a:buClr>
                <a:schemeClr val="accent1"/>
              </a:buClr>
              <a:buSzPct val="75000"/>
              <a:buFont typeface="Wingdings" pitchFamily="2" charset="2"/>
              <a:buChar char="n"/>
              <a:defRPr sz="2600">
                <a:solidFill>
                  <a:schemeClr val="tx1"/>
                </a:solidFill>
                <a:latin typeface="Arial" charset="0"/>
              </a:defRPr>
            </a:lvl2pPr>
            <a:lvl3pPr marL="1143000" indent="-228600" eaLnBrk="0" hangingPunct="0">
              <a:spcBef>
                <a:spcPct val="20000"/>
              </a:spcBef>
              <a:buClr>
                <a:schemeClr val="folHlink"/>
              </a:buClr>
              <a:buSzPct val="55000"/>
              <a:buFont typeface="Wingdings" pitchFamily="2" charset="2"/>
              <a:buChar char="n"/>
              <a:defRPr sz="2300">
                <a:solidFill>
                  <a:schemeClr val="tx1"/>
                </a:solidFill>
                <a:latin typeface="Arial" charset="0"/>
              </a:defRPr>
            </a:lvl3pPr>
            <a:lvl4pPr marL="1600200" indent="-228600" eaLnBrk="0" hangingPunct="0">
              <a:spcBef>
                <a:spcPct val="20000"/>
              </a:spcBef>
              <a:buClr>
                <a:schemeClr val="accent1"/>
              </a:buClr>
              <a:buFont typeface="Wingdings" pitchFamily="2" charset="2"/>
              <a:buChar char="§"/>
              <a:defRPr sz="2000">
                <a:solidFill>
                  <a:schemeClr val="tx1"/>
                </a:solidFill>
                <a:latin typeface="Arial" charset="0"/>
              </a:defRPr>
            </a:lvl4pPr>
            <a:lvl5pPr marL="2057400" indent="-228600" eaLnBrk="0" hangingPunct="0">
              <a:spcBef>
                <a:spcPct val="20000"/>
              </a:spcBef>
              <a:buClr>
                <a:schemeClr val="accent1"/>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charset="0"/>
              </a:defRPr>
            </a:lvl9pPr>
          </a:lstStyle>
          <a:p>
            <a:pPr>
              <a:spcBef>
                <a:spcPct val="50000"/>
              </a:spcBef>
              <a:buClrTx/>
              <a:buSzTx/>
              <a:buFontTx/>
              <a:buNone/>
            </a:pPr>
            <a:r>
              <a:rPr lang="en-US" altLang="en-US" sz="3600">
                <a:latin typeface="Arial Black" pitchFamily="34" charset="0"/>
                <a:ea typeface="ＭＳ Ｐゴシック" pitchFamily="110" charset="-128"/>
              </a:rPr>
              <a:t>Thank you</a:t>
            </a:r>
            <a:endParaRPr lang="en-US" altLang="en-US" sz="3600">
              <a:ea typeface="ＭＳ Ｐゴシック" pitchFamily="110" charset="-128"/>
            </a:endParaRPr>
          </a:p>
        </p:txBody>
      </p:sp>
    </p:spTree>
    <p:extLst>
      <p:ext uri="{BB962C8B-B14F-4D97-AF65-F5344CB8AC3E}">
        <p14:creationId xmlns:p14="http://schemas.microsoft.com/office/powerpoint/2010/main" val="1324736498"/>
      </p:ext>
    </p:extLst>
  </p:cSld>
  <p:clrMapOvr>
    <a:masterClrMapping/>
  </p:clrMapOvr>
  <p:timing>
    <p:tnLst>
      <p:par>
        <p:cTn id="1" dur="indefinite" restart="never" nodeType="tmRoot"/>
      </p:par>
    </p:tnLst>
  </p:timing>
</p:sld>
</file>

<file path=ppt/theme/theme1.xml><?xml version="1.0" encoding="utf-8"?>
<a:theme xmlns:a="http://schemas.openxmlformats.org/drawingml/2006/main" name="Default Design">
  <a:themeElements>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Classic">
      <a:maj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Times New Roman"/>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GB" sz="2400" b="0"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GB" sz="2400" b="0" i="0" u="none" strike="noStrike" cap="none" normalizeH="0" baseline="0" smtClean="0">
            <a:ln>
              <a:noFill/>
            </a:ln>
            <a:solidFill>
              <a:schemeClr val="tx1"/>
            </a:solidFill>
            <a:effectLst/>
            <a:latin typeface="Times New Roman" pitchFamily="18" charset="0"/>
          </a:defRPr>
        </a:defPPr>
      </a:lstStyle>
    </a:lnDef>
  </a:objectDefaults>
  <a:extraClrSchemeLst>
    <a:extraClrScheme>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2_Custom Design">
  <a:themeElements>
    <a:clrScheme name="2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Custom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2264</TotalTime>
  <Words>855</Words>
  <Application>Microsoft Office PowerPoint</Application>
  <PresentationFormat>On-screen Show (4:3)</PresentationFormat>
  <Paragraphs>76</Paragraphs>
  <Slides>14</Slides>
  <Notes>5</Notes>
  <HiddenSlides>0</HiddenSlides>
  <MMClips>0</MMClips>
  <ScaleCrop>false</ScaleCrop>
  <HeadingPairs>
    <vt:vector size="4" baseType="variant">
      <vt:variant>
        <vt:lpstr>Theme</vt:lpstr>
      </vt:variant>
      <vt:variant>
        <vt:i4>4</vt:i4>
      </vt:variant>
      <vt:variant>
        <vt:lpstr>Slide Titles</vt:lpstr>
      </vt:variant>
      <vt:variant>
        <vt:i4>14</vt:i4>
      </vt:variant>
    </vt:vector>
  </HeadingPairs>
  <TitlesOfParts>
    <vt:vector size="18" baseType="lpstr">
      <vt:lpstr>Default Design</vt:lpstr>
      <vt:lpstr>1_Custom Design</vt:lpstr>
      <vt:lpstr>Custom Design</vt:lpstr>
      <vt:lpstr>2_Custom Design</vt:lpstr>
      <vt:lpstr>PowerPoint Presentation</vt:lpstr>
      <vt:lpstr>The Implementation Stage</vt:lpstr>
      <vt:lpstr>The Implementation Stage –  next steps</vt:lpstr>
      <vt:lpstr>SMART Targets and Precision Teaching</vt:lpstr>
      <vt:lpstr>Planning Probes – Using High Frequency Words</vt:lpstr>
      <vt:lpstr>Planning Probes –                   Phonic Development</vt:lpstr>
      <vt:lpstr>Designing Probes</vt:lpstr>
      <vt:lpstr>Benefits of Charting</vt:lpstr>
      <vt:lpstr>Daily Monitoring of Progress –  Charting</vt:lpstr>
      <vt:lpstr>Semi-logarithmic record sheet</vt:lpstr>
      <vt:lpstr>Daily Monitoring of Progress </vt:lpstr>
      <vt:lpstr>Checking for Maintenance</vt:lpstr>
      <vt:lpstr>Precision Teaching Probes</vt:lpstr>
      <vt:lpstr>PowerPoint Presentation</vt:lpstr>
    </vt:vector>
  </TitlesOfParts>
  <Company>RBWM</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RBWM</dc:creator>
  <cp:lastModifiedBy>localprofile</cp:lastModifiedBy>
  <cp:revision>250</cp:revision>
  <cp:lastPrinted>2016-11-14T13:27:22Z</cp:lastPrinted>
  <dcterms:created xsi:type="dcterms:W3CDTF">2009-10-14T09:14:19Z</dcterms:created>
  <dcterms:modified xsi:type="dcterms:W3CDTF">2018-01-15T07:13:18Z</dcterms:modified>
</cp:coreProperties>
</file>