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8D08B6-9F61-4E19-A977-FA521AF77CE7}">
          <p14:sldIdLst>
            <p14:sldId id="256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Untitled Section" id="{5BCB6861-1928-49F0-AE97-B994B13A8B1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D84"/>
    <a:srgbClr val="9FC63B"/>
    <a:srgbClr val="006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96D3B-930F-424E-8CF9-D54DED51CB50}" v="20" dt="2023-03-29T13:17:22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" y="9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FABBC6-7389-45B5-81BC-6055EFAB0083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9D25B7-4331-452F-9C75-8DAAA21FFE9B}">
      <dgm:prSet/>
      <dgm:spPr/>
      <dgm:t>
        <a:bodyPr/>
        <a:lstStyle/>
        <a:p>
          <a:r>
            <a:rPr lang="en-GB"/>
            <a:t>SEMH refers to the social, emotional, and mental well-being of children and young people.</a:t>
          </a:r>
          <a:endParaRPr lang="en-US"/>
        </a:p>
      </dgm:t>
    </dgm:pt>
    <dgm:pt modelId="{9681DC77-98D6-4479-B2AD-7CB6DED4895A}" type="parTrans" cxnId="{3FB4115B-D525-4DF0-87A0-C58153B64172}">
      <dgm:prSet/>
      <dgm:spPr/>
      <dgm:t>
        <a:bodyPr/>
        <a:lstStyle/>
        <a:p>
          <a:endParaRPr lang="en-US"/>
        </a:p>
      </dgm:t>
    </dgm:pt>
    <dgm:pt modelId="{30B843E9-5B9E-4A93-B6B9-D83173A77BB2}" type="sibTrans" cxnId="{3FB4115B-D525-4DF0-87A0-C58153B64172}">
      <dgm:prSet/>
      <dgm:spPr/>
      <dgm:t>
        <a:bodyPr/>
        <a:lstStyle/>
        <a:p>
          <a:endParaRPr lang="en-US"/>
        </a:p>
      </dgm:t>
    </dgm:pt>
    <dgm:pt modelId="{5539B35A-EE6A-4E78-93F3-EEA8151858A8}">
      <dgm:prSet/>
      <dgm:spPr/>
      <dgm:t>
        <a:bodyPr/>
        <a:lstStyle/>
        <a:p>
          <a:r>
            <a:rPr lang="en-GB"/>
            <a:t>Challenging behaviour in pupils is closely linked to SEMH.</a:t>
          </a:r>
          <a:endParaRPr lang="en-US"/>
        </a:p>
      </dgm:t>
    </dgm:pt>
    <dgm:pt modelId="{AE05CCFA-5EED-413C-B314-1665C0710DCC}" type="parTrans" cxnId="{A51C5B30-E913-4D69-BF1B-91DE185020B5}">
      <dgm:prSet/>
      <dgm:spPr/>
      <dgm:t>
        <a:bodyPr/>
        <a:lstStyle/>
        <a:p>
          <a:endParaRPr lang="en-US"/>
        </a:p>
      </dgm:t>
    </dgm:pt>
    <dgm:pt modelId="{7C2462BE-E6C5-464A-99E3-68B74DB62263}" type="sibTrans" cxnId="{A51C5B30-E913-4D69-BF1B-91DE185020B5}">
      <dgm:prSet/>
      <dgm:spPr/>
      <dgm:t>
        <a:bodyPr/>
        <a:lstStyle/>
        <a:p>
          <a:endParaRPr lang="en-US"/>
        </a:p>
      </dgm:t>
    </dgm:pt>
    <dgm:pt modelId="{36F81DEC-D5B4-4641-B405-A037A4E9EB93}">
      <dgm:prSet/>
      <dgm:spPr/>
      <dgm:t>
        <a:bodyPr/>
        <a:lstStyle/>
        <a:p>
          <a:r>
            <a:rPr lang="en-GB"/>
            <a:t>Every challenging behaviour serves an underlying need that even the pupil might not be able to explain.</a:t>
          </a:r>
          <a:endParaRPr lang="en-US"/>
        </a:p>
      </dgm:t>
    </dgm:pt>
    <dgm:pt modelId="{562E0972-7D16-4B85-B9BE-F00EB9F758FB}" type="parTrans" cxnId="{313FE3C9-5302-4607-8FFD-DBA0F3C0A9E0}">
      <dgm:prSet/>
      <dgm:spPr/>
      <dgm:t>
        <a:bodyPr/>
        <a:lstStyle/>
        <a:p>
          <a:endParaRPr lang="en-US"/>
        </a:p>
      </dgm:t>
    </dgm:pt>
    <dgm:pt modelId="{6117937B-5222-4D1A-B867-BDB3833708B7}" type="sibTrans" cxnId="{313FE3C9-5302-4607-8FFD-DBA0F3C0A9E0}">
      <dgm:prSet/>
      <dgm:spPr/>
      <dgm:t>
        <a:bodyPr/>
        <a:lstStyle/>
        <a:p>
          <a:endParaRPr lang="en-US"/>
        </a:p>
      </dgm:t>
    </dgm:pt>
    <dgm:pt modelId="{BEBB4BFB-6AAA-475C-A6DF-BDCC291BAEBA}">
      <dgm:prSet/>
      <dgm:spPr/>
      <dgm:t>
        <a:bodyPr/>
        <a:lstStyle/>
        <a:p>
          <a:r>
            <a:rPr lang="en-GB"/>
            <a:t>Effective solutions for supporting pupils hinge on the quality of the relationship between the teacher and pupils.</a:t>
          </a:r>
          <a:endParaRPr lang="en-US"/>
        </a:p>
      </dgm:t>
    </dgm:pt>
    <dgm:pt modelId="{5219A68F-259A-4EFE-9351-633A7265DF75}" type="parTrans" cxnId="{94923339-B60E-42E9-B281-FE2C38B71FB5}">
      <dgm:prSet/>
      <dgm:spPr/>
      <dgm:t>
        <a:bodyPr/>
        <a:lstStyle/>
        <a:p>
          <a:endParaRPr lang="en-US"/>
        </a:p>
      </dgm:t>
    </dgm:pt>
    <dgm:pt modelId="{F3DEC0B0-964D-41DA-AA6A-F95D70196AEF}" type="sibTrans" cxnId="{94923339-B60E-42E9-B281-FE2C38B71FB5}">
      <dgm:prSet/>
      <dgm:spPr/>
      <dgm:t>
        <a:bodyPr/>
        <a:lstStyle/>
        <a:p>
          <a:endParaRPr lang="en-US"/>
        </a:p>
      </dgm:t>
    </dgm:pt>
    <dgm:pt modelId="{65BB1A41-8A04-4288-A2A8-50E22B94D0C6}">
      <dgm:prSet/>
      <dgm:spPr/>
      <dgm:t>
        <a:bodyPr/>
        <a:lstStyle/>
        <a:p>
          <a:r>
            <a:rPr lang="en-GB"/>
            <a:t>Teachers need to be aware of the impact of context on pupils' behaviour.</a:t>
          </a:r>
          <a:endParaRPr lang="en-US"/>
        </a:p>
      </dgm:t>
    </dgm:pt>
    <dgm:pt modelId="{65F3857B-1462-4E0A-8105-4A6B83385811}" type="parTrans" cxnId="{16C63B77-1683-4A95-8904-226B60ED0FB9}">
      <dgm:prSet/>
      <dgm:spPr/>
      <dgm:t>
        <a:bodyPr/>
        <a:lstStyle/>
        <a:p>
          <a:endParaRPr lang="en-US"/>
        </a:p>
      </dgm:t>
    </dgm:pt>
    <dgm:pt modelId="{FE10CB7D-9A65-4C7C-B605-0B3108CB97E0}" type="sibTrans" cxnId="{16C63B77-1683-4A95-8904-226B60ED0FB9}">
      <dgm:prSet/>
      <dgm:spPr/>
      <dgm:t>
        <a:bodyPr/>
        <a:lstStyle/>
        <a:p>
          <a:endParaRPr lang="en-US"/>
        </a:p>
      </dgm:t>
    </dgm:pt>
    <dgm:pt modelId="{F4E73029-799A-468A-96B5-621CC5BFE487}">
      <dgm:prSet/>
      <dgm:spPr/>
      <dgm:t>
        <a:bodyPr/>
        <a:lstStyle/>
        <a:p>
          <a:r>
            <a:rPr lang="en-GB"/>
            <a:t>Adapting and differentiating the curriculum content effectively can support pupils who exhibit challenging behaviour.</a:t>
          </a:r>
          <a:endParaRPr lang="en-US"/>
        </a:p>
      </dgm:t>
    </dgm:pt>
    <dgm:pt modelId="{8B090B17-1461-4331-A310-80832775D8DB}" type="parTrans" cxnId="{2280C140-A15E-4B39-9742-3ABC430AFE07}">
      <dgm:prSet/>
      <dgm:spPr/>
      <dgm:t>
        <a:bodyPr/>
        <a:lstStyle/>
        <a:p>
          <a:endParaRPr lang="en-US"/>
        </a:p>
      </dgm:t>
    </dgm:pt>
    <dgm:pt modelId="{7B5E9C8A-6084-4A95-9414-1DD80AC17CAE}" type="sibTrans" cxnId="{2280C140-A15E-4B39-9742-3ABC430AFE07}">
      <dgm:prSet/>
      <dgm:spPr/>
      <dgm:t>
        <a:bodyPr/>
        <a:lstStyle/>
        <a:p>
          <a:endParaRPr lang="en-US"/>
        </a:p>
      </dgm:t>
    </dgm:pt>
    <dgm:pt modelId="{6ADCE6B8-099F-419E-B1D5-577A4A2D726D}" type="pres">
      <dgm:prSet presAssocID="{5BFABBC6-7389-45B5-81BC-6055EFAB0083}" presName="diagram" presStyleCnt="0">
        <dgm:presLayoutVars>
          <dgm:dir/>
          <dgm:resizeHandles val="exact"/>
        </dgm:presLayoutVars>
      </dgm:prSet>
      <dgm:spPr/>
    </dgm:pt>
    <dgm:pt modelId="{39AF698D-A7CC-4831-898B-DFF2E9D6E9E2}" type="pres">
      <dgm:prSet presAssocID="{869D25B7-4331-452F-9C75-8DAAA21FFE9B}" presName="node" presStyleLbl="node1" presStyleIdx="0" presStyleCnt="6">
        <dgm:presLayoutVars>
          <dgm:bulletEnabled val="1"/>
        </dgm:presLayoutVars>
      </dgm:prSet>
      <dgm:spPr/>
    </dgm:pt>
    <dgm:pt modelId="{C2AF8617-7080-4AA1-A3C4-FF60C8E5A5AF}" type="pres">
      <dgm:prSet presAssocID="{30B843E9-5B9E-4A93-B6B9-D83173A77BB2}" presName="sibTrans" presStyleCnt="0"/>
      <dgm:spPr/>
    </dgm:pt>
    <dgm:pt modelId="{B2B7C380-2AD7-4D47-86F1-D955D7156B85}" type="pres">
      <dgm:prSet presAssocID="{5539B35A-EE6A-4E78-93F3-EEA8151858A8}" presName="node" presStyleLbl="node1" presStyleIdx="1" presStyleCnt="6">
        <dgm:presLayoutVars>
          <dgm:bulletEnabled val="1"/>
        </dgm:presLayoutVars>
      </dgm:prSet>
      <dgm:spPr/>
    </dgm:pt>
    <dgm:pt modelId="{DFA0423E-9EF4-4461-9043-355A65531CC2}" type="pres">
      <dgm:prSet presAssocID="{7C2462BE-E6C5-464A-99E3-68B74DB62263}" presName="sibTrans" presStyleCnt="0"/>
      <dgm:spPr/>
    </dgm:pt>
    <dgm:pt modelId="{957CB56D-E45D-4DBB-BC6F-15D930952C01}" type="pres">
      <dgm:prSet presAssocID="{36F81DEC-D5B4-4641-B405-A037A4E9EB93}" presName="node" presStyleLbl="node1" presStyleIdx="2" presStyleCnt="6">
        <dgm:presLayoutVars>
          <dgm:bulletEnabled val="1"/>
        </dgm:presLayoutVars>
      </dgm:prSet>
      <dgm:spPr/>
    </dgm:pt>
    <dgm:pt modelId="{7F47D40E-C2A1-4C62-9AC8-EF4A1A12DE0B}" type="pres">
      <dgm:prSet presAssocID="{6117937B-5222-4D1A-B867-BDB3833708B7}" presName="sibTrans" presStyleCnt="0"/>
      <dgm:spPr/>
    </dgm:pt>
    <dgm:pt modelId="{3D2C608B-B37F-4D8B-A594-1E63920B335F}" type="pres">
      <dgm:prSet presAssocID="{BEBB4BFB-6AAA-475C-A6DF-BDCC291BAEBA}" presName="node" presStyleLbl="node1" presStyleIdx="3" presStyleCnt="6">
        <dgm:presLayoutVars>
          <dgm:bulletEnabled val="1"/>
        </dgm:presLayoutVars>
      </dgm:prSet>
      <dgm:spPr/>
    </dgm:pt>
    <dgm:pt modelId="{09FDBA8C-42EC-4568-91E2-312948AE1F53}" type="pres">
      <dgm:prSet presAssocID="{F3DEC0B0-964D-41DA-AA6A-F95D70196AEF}" presName="sibTrans" presStyleCnt="0"/>
      <dgm:spPr/>
    </dgm:pt>
    <dgm:pt modelId="{D285668F-35C9-486F-BF3A-5FF813835664}" type="pres">
      <dgm:prSet presAssocID="{65BB1A41-8A04-4288-A2A8-50E22B94D0C6}" presName="node" presStyleLbl="node1" presStyleIdx="4" presStyleCnt="6">
        <dgm:presLayoutVars>
          <dgm:bulletEnabled val="1"/>
        </dgm:presLayoutVars>
      </dgm:prSet>
      <dgm:spPr/>
    </dgm:pt>
    <dgm:pt modelId="{0CED00A7-856C-4718-A3D8-65F8FD965BA5}" type="pres">
      <dgm:prSet presAssocID="{FE10CB7D-9A65-4C7C-B605-0B3108CB97E0}" presName="sibTrans" presStyleCnt="0"/>
      <dgm:spPr/>
    </dgm:pt>
    <dgm:pt modelId="{A46192BE-493C-4434-BE80-95478811803B}" type="pres">
      <dgm:prSet presAssocID="{F4E73029-799A-468A-96B5-621CC5BFE487}" presName="node" presStyleLbl="node1" presStyleIdx="5" presStyleCnt="6">
        <dgm:presLayoutVars>
          <dgm:bulletEnabled val="1"/>
        </dgm:presLayoutVars>
      </dgm:prSet>
      <dgm:spPr/>
    </dgm:pt>
  </dgm:ptLst>
  <dgm:cxnLst>
    <dgm:cxn modelId="{A51C5B30-E913-4D69-BF1B-91DE185020B5}" srcId="{5BFABBC6-7389-45B5-81BC-6055EFAB0083}" destId="{5539B35A-EE6A-4E78-93F3-EEA8151858A8}" srcOrd="1" destOrd="0" parTransId="{AE05CCFA-5EED-413C-B314-1665C0710DCC}" sibTransId="{7C2462BE-E6C5-464A-99E3-68B74DB62263}"/>
    <dgm:cxn modelId="{94923339-B60E-42E9-B281-FE2C38B71FB5}" srcId="{5BFABBC6-7389-45B5-81BC-6055EFAB0083}" destId="{BEBB4BFB-6AAA-475C-A6DF-BDCC291BAEBA}" srcOrd="3" destOrd="0" parTransId="{5219A68F-259A-4EFE-9351-633A7265DF75}" sibTransId="{F3DEC0B0-964D-41DA-AA6A-F95D70196AEF}"/>
    <dgm:cxn modelId="{2280C140-A15E-4B39-9742-3ABC430AFE07}" srcId="{5BFABBC6-7389-45B5-81BC-6055EFAB0083}" destId="{F4E73029-799A-468A-96B5-621CC5BFE487}" srcOrd="5" destOrd="0" parTransId="{8B090B17-1461-4331-A310-80832775D8DB}" sibTransId="{7B5E9C8A-6084-4A95-9414-1DD80AC17CAE}"/>
    <dgm:cxn modelId="{3FB4115B-D525-4DF0-87A0-C58153B64172}" srcId="{5BFABBC6-7389-45B5-81BC-6055EFAB0083}" destId="{869D25B7-4331-452F-9C75-8DAAA21FFE9B}" srcOrd="0" destOrd="0" parTransId="{9681DC77-98D6-4479-B2AD-7CB6DED4895A}" sibTransId="{30B843E9-5B9E-4A93-B6B9-D83173A77BB2}"/>
    <dgm:cxn modelId="{8262E35D-8D0B-4D8A-B4B6-CC56CFA6EFF1}" type="presOf" srcId="{65BB1A41-8A04-4288-A2A8-50E22B94D0C6}" destId="{D285668F-35C9-486F-BF3A-5FF813835664}" srcOrd="0" destOrd="0" presId="urn:microsoft.com/office/officeart/2005/8/layout/default"/>
    <dgm:cxn modelId="{380C0A72-EB6E-47D6-BE66-8EDEE32F11D3}" type="presOf" srcId="{36F81DEC-D5B4-4641-B405-A037A4E9EB93}" destId="{957CB56D-E45D-4DBB-BC6F-15D930952C01}" srcOrd="0" destOrd="0" presId="urn:microsoft.com/office/officeart/2005/8/layout/default"/>
    <dgm:cxn modelId="{16C63B77-1683-4A95-8904-226B60ED0FB9}" srcId="{5BFABBC6-7389-45B5-81BC-6055EFAB0083}" destId="{65BB1A41-8A04-4288-A2A8-50E22B94D0C6}" srcOrd="4" destOrd="0" parTransId="{65F3857B-1462-4E0A-8105-4A6B83385811}" sibTransId="{FE10CB7D-9A65-4C7C-B605-0B3108CB97E0}"/>
    <dgm:cxn modelId="{2DB8ABBA-AD8E-4D8A-8276-CFE98A8AE01C}" type="presOf" srcId="{F4E73029-799A-468A-96B5-621CC5BFE487}" destId="{A46192BE-493C-4434-BE80-95478811803B}" srcOrd="0" destOrd="0" presId="urn:microsoft.com/office/officeart/2005/8/layout/default"/>
    <dgm:cxn modelId="{D8DEEABF-CE1A-479C-97E4-5B6A07B8A7D9}" type="presOf" srcId="{869D25B7-4331-452F-9C75-8DAAA21FFE9B}" destId="{39AF698D-A7CC-4831-898B-DFF2E9D6E9E2}" srcOrd="0" destOrd="0" presId="urn:microsoft.com/office/officeart/2005/8/layout/default"/>
    <dgm:cxn modelId="{CB8B4FC1-BDB9-4F3E-A5F0-7AE5C60AACF7}" type="presOf" srcId="{5BFABBC6-7389-45B5-81BC-6055EFAB0083}" destId="{6ADCE6B8-099F-419E-B1D5-577A4A2D726D}" srcOrd="0" destOrd="0" presId="urn:microsoft.com/office/officeart/2005/8/layout/default"/>
    <dgm:cxn modelId="{4288C2C8-D621-439C-930D-8957515BE604}" type="presOf" srcId="{5539B35A-EE6A-4E78-93F3-EEA8151858A8}" destId="{B2B7C380-2AD7-4D47-86F1-D955D7156B85}" srcOrd="0" destOrd="0" presId="urn:microsoft.com/office/officeart/2005/8/layout/default"/>
    <dgm:cxn modelId="{313FE3C9-5302-4607-8FFD-DBA0F3C0A9E0}" srcId="{5BFABBC6-7389-45B5-81BC-6055EFAB0083}" destId="{36F81DEC-D5B4-4641-B405-A037A4E9EB93}" srcOrd="2" destOrd="0" parTransId="{562E0972-7D16-4B85-B9BE-F00EB9F758FB}" sibTransId="{6117937B-5222-4D1A-B867-BDB3833708B7}"/>
    <dgm:cxn modelId="{75DA12F9-E372-4E73-9CFB-F9880A2AD3B8}" type="presOf" srcId="{BEBB4BFB-6AAA-475C-A6DF-BDCC291BAEBA}" destId="{3D2C608B-B37F-4D8B-A594-1E63920B335F}" srcOrd="0" destOrd="0" presId="urn:microsoft.com/office/officeart/2005/8/layout/default"/>
    <dgm:cxn modelId="{BE93AEBC-3B7B-46AD-B9A4-645BB03E6E78}" type="presParOf" srcId="{6ADCE6B8-099F-419E-B1D5-577A4A2D726D}" destId="{39AF698D-A7CC-4831-898B-DFF2E9D6E9E2}" srcOrd="0" destOrd="0" presId="urn:microsoft.com/office/officeart/2005/8/layout/default"/>
    <dgm:cxn modelId="{D6DA592D-B79E-401E-BF4F-619B362584F8}" type="presParOf" srcId="{6ADCE6B8-099F-419E-B1D5-577A4A2D726D}" destId="{C2AF8617-7080-4AA1-A3C4-FF60C8E5A5AF}" srcOrd="1" destOrd="0" presId="urn:microsoft.com/office/officeart/2005/8/layout/default"/>
    <dgm:cxn modelId="{1723966A-AB37-4E58-8802-04A437BFB4E7}" type="presParOf" srcId="{6ADCE6B8-099F-419E-B1D5-577A4A2D726D}" destId="{B2B7C380-2AD7-4D47-86F1-D955D7156B85}" srcOrd="2" destOrd="0" presId="urn:microsoft.com/office/officeart/2005/8/layout/default"/>
    <dgm:cxn modelId="{7CB98547-D394-4600-8123-8D7504A7E832}" type="presParOf" srcId="{6ADCE6B8-099F-419E-B1D5-577A4A2D726D}" destId="{DFA0423E-9EF4-4461-9043-355A65531CC2}" srcOrd="3" destOrd="0" presId="urn:microsoft.com/office/officeart/2005/8/layout/default"/>
    <dgm:cxn modelId="{387A6614-44DC-4E33-98A9-5B6BA187D933}" type="presParOf" srcId="{6ADCE6B8-099F-419E-B1D5-577A4A2D726D}" destId="{957CB56D-E45D-4DBB-BC6F-15D930952C01}" srcOrd="4" destOrd="0" presId="urn:microsoft.com/office/officeart/2005/8/layout/default"/>
    <dgm:cxn modelId="{3275A5F5-78D4-4C98-8406-BBDBD80892D8}" type="presParOf" srcId="{6ADCE6B8-099F-419E-B1D5-577A4A2D726D}" destId="{7F47D40E-C2A1-4C62-9AC8-EF4A1A12DE0B}" srcOrd="5" destOrd="0" presId="urn:microsoft.com/office/officeart/2005/8/layout/default"/>
    <dgm:cxn modelId="{80184CCF-D3DF-4E73-A520-2F84B3A3C687}" type="presParOf" srcId="{6ADCE6B8-099F-419E-B1D5-577A4A2D726D}" destId="{3D2C608B-B37F-4D8B-A594-1E63920B335F}" srcOrd="6" destOrd="0" presId="urn:microsoft.com/office/officeart/2005/8/layout/default"/>
    <dgm:cxn modelId="{68A8C325-37BA-4C68-A4D0-516DCBDED98E}" type="presParOf" srcId="{6ADCE6B8-099F-419E-B1D5-577A4A2D726D}" destId="{09FDBA8C-42EC-4568-91E2-312948AE1F53}" srcOrd="7" destOrd="0" presId="urn:microsoft.com/office/officeart/2005/8/layout/default"/>
    <dgm:cxn modelId="{1AF465A1-1294-411B-9FE6-7EFFCAC9C87E}" type="presParOf" srcId="{6ADCE6B8-099F-419E-B1D5-577A4A2D726D}" destId="{D285668F-35C9-486F-BF3A-5FF813835664}" srcOrd="8" destOrd="0" presId="urn:microsoft.com/office/officeart/2005/8/layout/default"/>
    <dgm:cxn modelId="{87FAC55E-5551-4F89-8A75-9BB78C748EEF}" type="presParOf" srcId="{6ADCE6B8-099F-419E-B1D5-577A4A2D726D}" destId="{0CED00A7-856C-4718-A3D8-65F8FD965BA5}" srcOrd="9" destOrd="0" presId="urn:microsoft.com/office/officeart/2005/8/layout/default"/>
    <dgm:cxn modelId="{E0700A8A-30FF-4802-B77C-3DF1D3271E96}" type="presParOf" srcId="{6ADCE6B8-099F-419E-B1D5-577A4A2D726D}" destId="{A46192BE-493C-4434-BE80-95478811803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F96350-EF37-4279-A462-E1C883BF25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06E7502-8911-4E04-A07B-1BD7482EA4BB}">
      <dgm:prSet/>
      <dgm:spPr/>
      <dgm:t>
        <a:bodyPr/>
        <a:lstStyle/>
        <a:p>
          <a:r>
            <a:rPr lang="en-GB"/>
            <a:t>Every challenging behaviour serves an underlying need that even the pupil might not be able to explain.</a:t>
          </a:r>
          <a:endParaRPr lang="en-US"/>
        </a:p>
      </dgm:t>
    </dgm:pt>
    <dgm:pt modelId="{3F71A3C9-3341-41E9-BA60-E77F9DC005A6}" type="parTrans" cxnId="{B8975305-3FAB-48AB-A1EC-E0600A90EC8E}">
      <dgm:prSet/>
      <dgm:spPr/>
      <dgm:t>
        <a:bodyPr/>
        <a:lstStyle/>
        <a:p>
          <a:endParaRPr lang="en-US"/>
        </a:p>
      </dgm:t>
    </dgm:pt>
    <dgm:pt modelId="{0BEF27DF-B767-42B9-B909-8916BAABE068}" type="sibTrans" cxnId="{B8975305-3FAB-48AB-A1EC-E0600A90EC8E}">
      <dgm:prSet/>
      <dgm:spPr/>
      <dgm:t>
        <a:bodyPr/>
        <a:lstStyle/>
        <a:p>
          <a:endParaRPr lang="en-US"/>
        </a:p>
      </dgm:t>
    </dgm:pt>
    <dgm:pt modelId="{CF67206D-A777-403E-9349-47FF6AC77ED1}">
      <dgm:prSet/>
      <dgm:spPr/>
      <dgm:t>
        <a:bodyPr/>
        <a:lstStyle/>
        <a:p>
          <a:r>
            <a:rPr lang="en-GB"/>
            <a:t>Understanding the communicative functions of behaviour is crucial to addressing challenging behaviour.</a:t>
          </a:r>
          <a:endParaRPr lang="en-US"/>
        </a:p>
      </dgm:t>
    </dgm:pt>
    <dgm:pt modelId="{380E6115-A885-490A-B583-23CFA80AB0AF}" type="parTrans" cxnId="{C192AFA5-DF4A-454E-ADD8-CE39BC054985}">
      <dgm:prSet/>
      <dgm:spPr/>
      <dgm:t>
        <a:bodyPr/>
        <a:lstStyle/>
        <a:p>
          <a:endParaRPr lang="en-US"/>
        </a:p>
      </dgm:t>
    </dgm:pt>
    <dgm:pt modelId="{B52AECF3-E85D-4C28-9919-7A388CD8989A}" type="sibTrans" cxnId="{C192AFA5-DF4A-454E-ADD8-CE39BC054985}">
      <dgm:prSet/>
      <dgm:spPr/>
      <dgm:t>
        <a:bodyPr/>
        <a:lstStyle/>
        <a:p>
          <a:endParaRPr lang="en-US"/>
        </a:p>
      </dgm:t>
    </dgm:pt>
    <dgm:pt modelId="{B95217DD-7B66-49EA-BC6F-B45FCF1A6EE2}">
      <dgm:prSet/>
      <dgm:spPr/>
      <dgm:t>
        <a:bodyPr/>
        <a:lstStyle/>
        <a:p>
          <a:r>
            <a:rPr lang="en-GB"/>
            <a:t>Teachers need to identify the underlying needs that drive challenging behaviour to support pupils effectively.</a:t>
          </a:r>
          <a:endParaRPr lang="en-US"/>
        </a:p>
      </dgm:t>
    </dgm:pt>
    <dgm:pt modelId="{7BC8D8D0-99FE-455A-9D24-F304661CEEE6}" type="parTrans" cxnId="{0836D1A7-D09B-40DC-8084-F3F6C91CE068}">
      <dgm:prSet/>
      <dgm:spPr/>
      <dgm:t>
        <a:bodyPr/>
        <a:lstStyle/>
        <a:p>
          <a:endParaRPr lang="en-US"/>
        </a:p>
      </dgm:t>
    </dgm:pt>
    <dgm:pt modelId="{4750FB81-F8BC-425B-928C-985BCC3CA366}" type="sibTrans" cxnId="{0836D1A7-D09B-40DC-8084-F3F6C91CE068}">
      <dgm:prSet/>
      <dgm:spPr/>
      <dgm:t>
        <a:bodyPr/>
        <a:lstStyle/>
        <a:p>
          <a:endParaRPr lang="en-US"/>
        </a:p>
      </dgm:t>
    </dgm:pt>
    <dgm:pt modelId="{FF16DF23-360A-46EE-A5D2-E59A59C0BC59}" type="pres">
      <dgm:prSet presAssocID="{C8F96350-EF37-4279-A462-E1C883BF256D}" presName="root" presStyleCnt="0">
        <dgm:presLayoutVars>
          <dgm:dir/>
          <dgm:resizeHandles val="exact"/>
        </dgm:presLayoutVars>
      </dgm:prSet>
      <dgm:spPr/>
    </dgm:pt>
    <dgm:pt modelId="{CD56CB52-6387-45BB-9E96-4962E0E763D5}" type="pres">
      <dgm:prSet presAssocID="{206E7502-8911-4E04-A07B-1BD7482EA4BB}" presName="compNode" presStyleCnt="0"/>
      <dgm:spPr/>
    </dgm:pt>
    <dgm:pt modelId="{0B5742C9-21D0-41B2-B358-9616AAEE5D77}" type="pres">
      <dgm:prSet presAssocID="{206E7502-8911-4E04-A07B-1BD7482EA4BB}" presName="bgRect" presStyleLbl="bgShp" presStyleIdx="0" presStyleCnt="3"/>
      <dgm:spPr/>
    </dgm:pt>
    <dgm:pt modelId="{7D19D5D0-760E-453A-B54B-D1DFCD97DF43}" type="pres">
      <dgm:prSet presAssocID="{206E7502-8911-4E04-A07B-1BD7482EA4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488BD3F-6EB1-48D1-B45D-80C744C19902}" type="pres">
      <dgm:prSet presAssocID="{206E7502-8911-4E04-A07B-1BD7482EA4BB}" presName="spaceRect" presStyleCnt="0"/>
      <dgm:spPr/>
    </dgm:pt>
    <dgm:pt modelId="{1240A2AA-0484-4802-AE5E-2578E5164AAC}" type="pres">
      <dgm:prSet presAssocID="{206E7502-8911-4E04-A07B-1BD7482EA4BB}" presName="parTx" presStyleLbl="revTx" presStyleIdx="0" presStyleCnt="3">
        <dgm:presLayoutVars>
          <dgm:chMax val="0"/>
          <dgm:chPref val="0"/>
        </dgm:presLayoutVars>
      </dgm:prSet>
      <dgm:spPr/>
    </dgm:pt>
    <dgm:pt modelId="{0F2FA676-4940-4F13-A207-BDC63B945AF9}" type="pres">
      <dgm:prSet presAssocID="{0BEF27DF-B767-42B9-B909-8916BAABE068}" presName="sibTrans" presStyleCnt="0"/>
      <dgm:spPr/>
    </dgm:pt>
    <dgm:pt modelId="{CDF82A0F-9F65-4B71-B119-B3F821ABDC6A}" type="pres">
      <dgm:prSet presAssocID="{CF67206D-A777-403E-9349-47FF6AC77ED1}" presName="compNode" presStyleCnt="0"/>
      <dgm:spPr/>
    </dgm:pt>
    <dgm:pt modelId="{43DDD2B2-E266-4113-8792-53311558222F}" type="pres">
      <dgm:prSet presAssocID="{CF67206D-A777-403E-9349-47FF6AC77ED1}" presName="bgRect" presStyleLbl="bgShp" presStyleIdx="1" presStyleCnt="3"/>
      <dgm:spPr/>
    </dgm:pt>
    <dgm:pt modelId="{46223AEA-C1B4-424B-8D21-4D26D87B55A5}" type="pres">
      <dgm:prSet presAssocID="{CF67206D-A777-403E-9349-47FF6AC77E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46CEF40-3EB5-497C-A389-A0044872E691}" type="pres">
      <dgm:prSet presAssocID="{CF67206D-A777-403E-9349-47FF6AC77ED1}" presName="spaceRect" presStyleCnt="0"/>
      <dgm:spPr/>
    </dgm:pt>
    <dgm:pt modelId="{73514DEE-BDC6-4A67-8399-01AAD94F1A29}" type="pres">
      <dgm:prSet presAssocID="{CF67206D-A777-403E-9349-47FF6AC77ED1}" presName="parTx" presStyleLbl="revTx" presStyleIdx="1" presStyleCnt="3">
        <dgm:presLayoutVars>
          <dgm:chMax val="0"/>
          <dgm:chPref val="0"/>
        </dgm:presLayoutVars>
      </dgm:prSet>
      <dgm:spPr/>
    </dgm:pt>
    <dgm:pt modelId="{14007C22-6699-45A3-B779-51650BBB45FD}" type="pres">
      <dgm:prSet presAssocID="{B52AECF3-E85D-4C28-9919-7A388CD8989A}" presName="sibTrans" presStyleCnt="0"/>
      <dgm:spPr/>
    </dgm:pt>
    <dgm:pt modelId="{EF68A0E7-CF5D-4E0A-BD1E-9452EDAB4858}" type="pres">
      <dgm:prSet presAssocID="{B95217DD-7B66-49EA-BC6F-B45FCF1A6EE2}" presName="compNode" presStyleCnt="0"/>
      <dgm:spPr/>
    </dgm:pt>
    <dgm:pt modelId="{97A386D6-1223-45BD-B193-0CE1DC648993}" type="pres">
      <dgm:prSet presAssocID="{B95217DD-7B66-49EA-BC6F-B45FCF1A6EE2}" presName="bgRect" presStyleLbl="bgShp" presStyleIdx="2" presStyleCnt="3"/>
      <dgm:spPr/>
    </dgm:pt>
    <dgm:pt modelId="{762BDDE2-467E-4982-9CFF-7B1C301F7E61}" type="pres">
      <dgm:prSet presAssocID="{B95217DD-7B66-49EA-BC6F-B45FCF1A6E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174649E-B1F8-43FB-93E4-6D7B603BBEF5}" type="pres">
      <dgm:prSet presAssocID="{B95217DD-7B66-49EA-BC6F-B45FCF1A6EE2}" presName="spaceRect" presStyleCnt="0"/>
      <dgm:spPr/>
    </dgm:pt>
    <dgm:pt modelId="{B8B64704-0297-4415-9CC7-77B40C729C17}" type="pres">
      <dgm:prSet presAssocID="{B95217DD-7B66-49EA-BC6F-B45FCF1A6E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975305-3FAB-48AB-A1EC-E0600A90EC8E}" srcId="{C8F96350-EF37-4279-A462-E1C883BF256D}" destId="{206E7502-8911-4E04-A07B-1BD7482EA4BB}" srcOrd="0" destOrd="0" parTransId="{3F71A3C9-3341-41E9-BA60-E77F9DC005A6}" sibTransId="{0BEF27DF-B767-42B9-B909-8916BAABE068}"/>
    <dgm:cxn modelId="{687F5C0A-4061-4B56-A438-AA65FE307D78}" type="presOf" srcId="{B95217DD-7B66-49EA-BC6F-B45FCF1A6EE2}" destId="{B8B64704-0297-4415-9CC7-77B40C729C17}" srcOrd="0" destOrd="0" presId="urn:microsoft.com/office/officeart/2018/2/layout/IconVerticalSolidList"/>
    <dgm:cxn modelId="{8ADBD918-DD8B-4E02-ABE3-4BA3E8F89851}" type="presOf" srcId="{C8F96350-EF37-4279-A462-E1C883BF256D}" destId="{FF16DF23-360A-46EE-A5D2-E59A59C0BC59}" srcOrd="0" destOrd="0" presId="urn:microsoft.com/office/officeart/2018/2/layout/IconVerticalSolidList"/>
    <dgm:cxn modelId="{7FBC376F-0542-4C13-9F7F-7D191C7FD447}" type="presOf" srcId="{CF67206D-A777-403E-9349-47FF6AC77ED1}" destId="{73514DEE-BDC6-4A67-8399-01AAD94F1A29}" srcOrd="0" destOrd="0" presId="urn:microsoft.com/office/officeart/2018/2/layout/IconVerticalSolidList"/>
    <dgm:cxn modelId="{C192AFA5-DF4A-454E-ADD8-CE39BC054985}" srcId="{C8F96350-EF37-4279-A462-E1C883BF256D}" destId="{CF67206D-A777-403E-9349-47FF6AC77ED1}" srcOrd="1" destOrd="0" parTransId="{380E6115-A885-490A-B583-23CFA80AB0AF}" sibTransId="{B52AECF3-E85D-4C28-9919-7A388CD8989A}"/>
    <dgm:cxn modelId="{0836D1A7-D09B-40DC-8084-F3F6C91CE068}" srcId="{C8F96350-EF37-4279-A462-E1C883BF256D}" destId="{B95217DD-7B66-49EA-BC6F-B45FCF1A6EE2}" srcOrd="2" destOrd="0" parTransId="{7BC8D8D0-99FE-455A-9D24-F304661CEEE6}" sibTransId="{4750FB81-F8BC-425B-928C-985BCC3CA366}"/>
    <dgm:cxn modelId="{F502D1E4-0D90-48CF-851D-E941EE6D8AD9}" type="presOf" srcId="{206E7502-8911-4E04-A07B-1BD7482EA4BB}" destId="{1240A2AA-0484-4802-AE5E-2578E5164AAC}" srcOrd="0" destOrd="0" presId="urn:microsoft.com/office/officeart/2018/2/layout/IconVerticalSolidList"/>
    <dgm:cxn modelId="{651A6FC6-FE3F-4540-9D7C-6F5A2D6BA0B0}" type="presParOf" srcId="{FF16DF23-360A-46EE-A5D2-E59A59C0BC59}" destId="{CD56CB52-6387-45BB-9E96-4962E0E763D5}" srcOrd="0" destOrd="0" presId="urn:microsoft.com/office/officeart/2018/2/layout/IconVerticalSolidList"/>
    <dgm:cxn modelId="{2689D188-E87B-4C8C-B63C-45CCB0039971}" type="presParOf" srcId="{CD56CB52-6387-45BB-9E96-4962E0E763D5}" destId="{0B5742C9-21D0-41B2-B358-9616AAEE5D77}" srcOrd="0" destOrd="0" presId="urn:microsoft.com/office/officeart/2018/2/layout/IconVerticalSolidList"/>
    <dgm:cxn modelId="{22EA6665-4481-4547-9218-4E67ADF2D075}" type="presParOf" srcId="{CD56CB52-6387-45BB-9E96-4962E0E763D5}" destId="{7D19D5D0-760E-453A-B54B-D1DFCD97DF43}" srcOrd="1" destOrd="0" presId="urn:microsoft.com/office/officeart/2018/2/layout/IconVerticalSolidList"/>
    <dgm:cxn modelId="{93E042A2-8D1A-4F8F-A5AF-B76D7B160BF1}" type="presParOf" srcId="{CD56CB52-6387-45BB-9E96-4962E0E763D5}" destId="{4488BD3F-6EB1-48D1-B45D-80C744C19902}" srcOrd="2" destOrd="0" presId="urn:microsoft.com/office/officeart/2018/2/layout/IconVerticalSolidList"/>
    <dgm:cxn modelId="{1E422943-5134-40C7-90A1-03570ABF0218}" type="presParOf" srcId="{CD56CB52-6387-45BB-9E96-4962E0E763D5}" destId="{1240A2AA-0484-4802-AE5E-2578E5164AAC}" srcOrd="3" destOrd="0" presId="urn:microsoft.com/office/officeart/2018/2/layout/IconVerticalSolidList"/>
    <dgm:cxn modelId="{4951C122-D788-4F1C-9353-37820EF38FFC}" type="presParOf" srcId="{FF16DF23-360A-46EE-A5D2-E59A59C0BC59}" destId="{0F2FA676-4940-4F13-A207-BDC63B945AF9}" srcOrd="1" destOrd="0" presId="urn:microsoft.com/office/officeart/2018/2/layout/IconVerticalSolidList"/>
    <dgm:cxn modelId="{5395A8B2-C3EF-4D02-A60A-C20FAC54E9E0}" type="presParOf" srcId="{FF16DF23-360A-46EE-A5D2-E59A59C0BC59}" destId="{CDF82A0F-9F65-4B71-B119-B3F821ABDC6A}" srcOrd="2" destOrd="0" presId="urn:microsoft.com/office/officeart/2018/2/layout/IconVerticalSolidList"/>
    <dgm:cxn modelId="{07B5F4A3-8B26-4599-B92E-80BEAB312D89}" type="presParOf" srcId="{CDF82A0F-9F65-4B71-B119-B3F821ABDC6A}" destId="{43DDD2B2-E266-4113-8792-53311558222F}" srcOrd="0" destOrd="0" presId="urn:microsoft.com/office/officeart/2018/2/layout/IconVerticalSolidList"/>
    <dgm:cxn modelId="{28180762-380F-496A-9950-B374F6D784B5}" type="presParOf" srcId="{CDF82A0F-9F65-4B71-B119-B3F821ABDC6A}" destId="{46223AEA-C1B4-424B-8D21-4D26D87B55A5}" srcOrd="1" destOrd="0" presId="urn:microsoft.com/office/officeart/2018/2/layout/IconVerticalSolidList"/>
    <dgm:cxn modelId="{C97D089F-AD0F-492A-BC0A-5AE80179DFA9}" type="presParOf" srcId="{CDF82A0F-9F65-4B71-B119-B3F821ABDC6A}" destId="{F46CEF40-3EB5-497C-A389-A0044872E691}" srcOrd="2" destOrd="0" presId="urn:microsoft.com/office/officeart/2018/2/layout/IconVerticalSolidList"/>
    <dgm:cxn modelId="{C194226A-3F67-486D-96D5-B3C040E0033F}" type="presParOf" srcId="{CDF82A0F-9F65-4B71-B119-B3F821ABDC6A}" destId="{73514DEE-BDC6-4A67-8399-01AAD94F1A29}" srcOrd="3" destOrd="0" presId="urn:microsoft.com/office/officeart/2018/2/layout/IconVerticalSolidList"/>
    <dgm:cxn modelId="{B7754BC8-8D9B-470C-9B80-2694BCBF7710}" type="presParOf" srcId="{FF16DF23-360A-46EE-A5D2-E59A59C0BC59}" destId="{14007C22-6699-45A3-B779-51650BBB45FD}" srcOrd="3" destOrd="0" presId="urn:microsoft.com/office/officeart/2018/2/layout/IconVerticalSolidList"/>
    <dgm:cxn modelId="{1569355A-10AD-437D-9739-8ED5D511BC86}" type="presParOf" srcId="{FF16DF23-360A-46EE-A5D2-E59A59C0BC59}" destId="{EF68A0E7-CF5D-4E0A-BD1E-9452EDAB4858}" srcOrd="4" destOrd="0" presId="urn:microsoft.com/office/officeart/2018/2/layout/IconVerticalSolidList"/>
    <dgm:cxn modelId="{40F5D2FE-8D95-428D-91DF-03B854C45CB5}" type="presParOf" srcId="{EF68A0E7-CF5D-4E0A-BD1E-9452EDAB4858}" destId="{97A386D6-1223-45BD-B193-0CE1DC648993}" srcOrd="0" destOrd="0" presId="urn:microsoft.com/office/officeart/2018/2/layout/IconVerticalSolidList"/>
    <dgm:cxn modelId="{C5A24BE1-D459-47FC-A0D4-574C19B1776A}" type="presParOf" srcId="{EF68A0E7-CF5D-4E0A-BD1E-9452EDAB4858}" destId="{762BDDE2-467E-4982-9CFF-7B1C301F7E61}" srcOrd="1" destOrd="0" presId="urn:microsoft.com/office/officeart/2018/2/layout/IconVerticalSolidList"/>
    <dgm:cxn modelId="{19317FF0-C0C1-47F3-92C6-7EFE93BD980D}" type="presParOf" srcId="{EF68A0E7-CF5D-4E0A-BD1E-9452EDAB4858}" destId="{F174649E-B1F8-43FB-93E4-6D7B603BBEF5}" srcOrd="2" destOrd="0" presId="urn:microsoft.com/office/officeart/2018/2/layout/IconVerticalSolidList"/>
    <dgm:cxn modelId="{554F8422-F6D0-4AA8-9EF7-43980CDB825A}" type="presParOf" srcId="{EF68A0E7-CF5D-4E0A-BD1E-9452EDAB4858}" destId="{B8B64704-0297-4415-9CC7-77B40C729C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FB2CD0-D3FD-4D05-AC36-9E268D10FFC2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76E71E4-162A-42BC-AB9C-63F2449C369B}">
      <dgm:prSet/>
      <dgm:spPr/>
      <dgm:t>
        <a:bodyPr/>
        <a:lstStyle/>
        <a:p>
          <a:r>
            <a:rPr lang="en-GB"/>
            <a:t>Building trust and understanding pupils' strengths and weaknesses is crucial to supporting pupils effectively.</a:t>
          </a:r>
          <a:endParaRPr lang="en-US"/>
        </a:p>
      </dgm:t>
    </dgm:pt>
    <dgm:pt modelId="{56572C0D-0705-40C7-9E09-FF37CCA8A623}" type="parTrans" cxnId="{FF151AC5-C907-4207-9566-F40984AE5C61}">
      <dgm:prSet/>
      <dgm:spPr/>
      <dgm:t>
        <a:bodyPr/>
        <a:lstStyle/>
        <a:p>
          <a:endParaRPr lang="en-US"/>
        </a:p>
      </dgm:t>
    </dgm:pt>
    <dgm:pt modelId="{DD4599CC-83DA-4167-8FAD-AA36905553E1}" type="sibTrans" cxnId="{FF151AC5-C907-4207-9566-F40984AE5C61}">
      <dgm:prSet/>
      <dgm:spPr/>
      <dgm:t>
        <a:bodyPr/>
        <a:lstStyle/>
        <a:p>
          <a:endParaRPr lang="en-US"/>
        </a:p>
      </dgm:t>
    </dgm:pt>
    <dgm:pt modelId="{A841C7F2-EFE2-4FFC-93FF-0539D8AE16E0}">
      <dgm:prSet/>
      <dgm:spPr/>
      <dgm:t>
        <a:bodyPr/>
        <a:lstStyle/>
        <a:p>
          <a:r>
            <a:rPr lang="en-GB"/>
            <a:t>Effective solutions for supporting pupils hinge on the quality of the relationship between the teacher and pupils.</a:t>
          </a:r>
          <a:endParaRPr lang="en-US"/>
        </a:p>
      </dgm:t>
    </dgm:pt>
    <dgm:pt modelId="{44103A95-EB7E-43D7-9276-04E13E6FF730}" type="parTrans" cxnId="{9E2E31B2-6450-4163-A3D6-E832858F6E4B}">
      <dgm:prSet/>
      <dgm:spPr/>
      <dgm:t>
        <a:bodyPr/>
        <a:lstStyle/>
        <a:p>
          <a:endParaRPr lang="en-US"/>
        </a:p>
      </dgm:t>
    </dgm:pt>
    <dgm:pt modelId="{A329520A-49EF-4BAB-AAC1-A581C3D6A2B5}" type="sibTrans" cxnId="{9E2E31B2-6450-4163-A3D6-E832858F6E4B}">
      <dgm:prSet/>
      <dgm:spPr/>
      <dgm:t>
        <a:bodyPr/>
        <a:lstStyle/>
        <a:p>
          <a:endParaRPr lang="en-US"/>
        </a:p>
      </dgm:t>
    </dgm:pt>
    <dgm:pt modelId="{457CE61E-6896-4CC5-8FF3-BA54F351D335}">
      <dgm:prSet/>
      <dgm:spPr/>
      <dgm:t>
        <a:bodyPr/>
        <a:lstStyle/>
        <a:p>
          <a:r>
            <a:rPr lang="en-GB"/>
            <a:t>Positive relationships can prevent challenging behaviour and improve pupils' academic outcomes.</a:t>
          </a:r>
          <a:endParaRPr lang="en-US"/>
        </a:p>
      </dgm:t>
    </dgm:pt>
    <dgm:pt modelId="{D2DB9ECB-D308-4E11-9953-0A3AE4EB5609}" type="parTrans" cxnId="{F752FC13-E1DC-4DBC-98BC-5A352F30B8C1}">
      <dgm:prSet/>
      <dgm:spPr/>
      <dgm:t>
        <a:bodyPr/>
        <a:lstStyle/>
        <a:p>
          <a:endParaRPr lang="en-US"/>
        </a:p>
      </dgm:t>
    </dgm:pt>
    <dgm:pt modelId="{78D0D99C-A193-4535-8334-F0C3985A37F4}" type="sibTrans" cxnId="{F752FC13-E1DC-4DBC-98BC-5A352F30B8C1}">
      <dgm:prSet/>
      <dgm:spPr/>
      <dgm:t>
        <a:bodyPr/>
        <a:lstStyle/>
        <a:p>
          <a:endParaRPr lang="en-US"/>
        </a:p>
      </dgm:t>
    </dgm:pt>
    <dgm:pt modelId="{45B07502-1C1B-4812-9E81-A9162E4A0945}" type="pres">
      <dgm:prSet presAssocID="{B0FB2CD0-D3FD-4D05-AC36-9E268D10FFC2}" presName="vert0" presStyleCnt="0">
        <dgm:presLayoutVars>
          <dgm:dir/>
          <dgm:animOne val="branch"/>
          <dgm:animLvl val="lvl"/>
        </dgm:presLayoutVars>
      </dgm:prSet>
      <dgm:spPr/>
    </dgm:pt>
    <dgm:pt modelId="{83596684-99DE-48EB-ADDF-257DEB7554D4}" type="pres">
      <dgm:prSet presAssocID="{C76E71E4-162A-42BC-AB9C-63F2449C369B}" presName="thickLine" presStyleLbl="alignNode1" presStyleIdx="0" presStyleCnt="3"/>
      <dgm:spPr/>
    </dgm:pt>
    <dgm:pt modelId="{4F5B46F9-2AAE-4BC5-9E04-EEF891D58E65}" type="pres">
      <dgm:prSet presAssocID="{C76E71E4-162A-42BC-AB9C-63F2449C369B}" presName="horz1" presStyleCnt="0"/>
      <dgm:spPr/>
    </dgm:pt>
    <dgm:pt modelId="{BE33AF2A-184C-4FAF-A349-B40BC3ABF39B}" type="pres">
      <dgm:prSet presAssocID="{C76E71E4-162A-42BC-AB9C-63F2449C369B}" presName="tx1" presStyleLbl="revTx" presStyleIdx="0" presStyleCnt="3"/>
      <dgm:spPr/>
    </dgm:pt>
    <dgm:pt modelId="{0BB71C4F-96D4-4975-B23D-0FDE365855B7}" type="pres">
      <dgm:prSet presAssocID="{C76E71E4-162A-42BC-AB9C-63F2449C369B}" presName="vert1" presStyleCnt="0"/>
      <dgm:spPr/>
    </dgm:pt>
    <dgm:pt modelId="{39391B48-F660-4B0C-BF2E-A14F540B33A8}" type="pres">
      <dgm:prSet presAssocID="{A841C7F2-EFE2-4FFC-93FF-0539D8AE16E0}" presName="thickLine" presStyleLbl="alignNode1" presStyleIdx="1" presStyleCnt="3"/>
      <dgm:spPr/>
    </dgm:pt>
    <dgm:pt modelId="{129FA5BE-ABE4-4D7C-AF4F-43339B699161}" type="pres">
      <dgm:prSet presAssocID="{A841C7F2-EFE2-4FFC-93FF-0539D8AE16E0}" presName="horz1" presStyleCnt="0"/>
      <dgm:spPr/>
    </dgm:pt>
    <dgm:pt modelId="{AAAC0F1A-D58B-4FDF-8DFA-E9BB6DCA663C}" type="pres">
      <dgm:prSet presAssocID="{A841C7F2-EFE2-4FFC-93FF-0539D8AE16E0}" presName="tx1" presStyleLbl="revTx" presStyleIdx="1" presStyleCnt="3"/>
      <dgm:spPr/>
    </dgm:pt>
    <dgm:pt modelId="{8193BE9C-267B-47C8-9EBB-D37665A3155F}" type="pres">
      <dgm:prSet presAssocID="{A841C7F2-EFE2-4FFC-93FF-0539D8AE16E0}" presName="vert1" presStyleCnt="0"/>
      <dgm:spPr/>
    </dgm:pt>
    <dgm:pt modelId="{744045AF-7460-49DD-9C98-D70D4471F7B6}" type="pres">
      <dgm:prSet presAssocID="{457CE61E-6896-4CC5-8FF3-BA54F351D335}" presName="thickLine" presStyleLbl="alignNode1" presStyleIdx="2" presStyleCnt="3"/>
      <dgm:spPr/>
    </dgm:pt>
    <dgm:pt modelId="{4D8BBF69-CF87-4D64-BCF0-411574AAB48E}" type="pres">
      <dgm:prSet presAssocID="{457CE61E-6896-4CC5-8FF3-BA54F351D335}" presName="horz1" presStyleCnt="0"/>
      <dgm:spPr/>
    </dgm:pt>
    <dgm:pt modelId="{970788B2-8902-41EC-8BA4-670C9A3788F9}" type="pres">
      <dgm:prSet presAssocID="{457CE61E-6896-4CC5-8FF3-BA54F351D335}" presName="tx1" presStyleLbl="revTx" presStyleIdx="2" presStyleCnt="3"/>
      <dgm:spPr/>
    </dgm:pt>
    <dgm:pt modelId="{648F74E9-8078-49A1-9400-D21CC5699874}" type="pres">
      <dgm:prSet presAssocID="{457CE61E-6896-4CC5-8FF3-BA54F351D335}" presName="vert1" presStyleCnt="0"/>
      <dgm:spPr/>
    </dgm:pt>
  </dgm:ptLst>
  <dgm:cxnLst>
    <dgm:cxn modelId="{F752FC13-E1DC-4DBC-98BC-5A352F30B8C1}" srcId="{B0FB2CD0-D3FD-4D05-AC36-9E268D10FFC2}" destId="{457CE61E-6896-4CC5-8FF3-BA54F351D335}" srcOrd="2" destOrd="0" parTransId="{D2DB9ECB-D308-4E11-9953-0A3AE4EB5609}" sibTransId="{78D0D99C-A193-4535-8334-F0C3985A37F4}"/>
    <dgm:cxn modelId="{7FB9101D-32AC-4AAB-8250-57428B6D4670}" type="presOf" srcId="{A841C7F2-EFE2-4FFC-93FF-0539D8AE16E0}" destId="{AAAC0F1A-D58B-4FDF-8DFA-E9BB6DCA663C}" srcOrd="0" destOrd="0" presId="urn:microsoft.com/office/officeart/2008/layout/LinedList"/>
    <dgm:cxn modelId="{D986633F-56C7-4C3F-8FCF-28BBB204114F}" type="presOf" srcId="{457CE61E-6896-4CC5-8FF3-BA54F351D335}" destId="{970788B2-8902-41EC-8BA4-670C9A3788F9}" srcOrd="0" destOrd="0" presId="urn:microsoft.com/office/officeart/2008/layout/LinedList"/>
    <dgm:cxn modelId="{B101C092-881F-4E13-8BA3-BA9A77B0CBE5}" type="presOf" srcId="{B0FB2CD0-D3FD-4D05-AC36-9E268D10FFC2}" destId="{45B07502-1C1B-4812-9E81-A9162E4A0945}" srcOrd="0" destOrd="0" presId="urn:microsoft.com/office/officeart/2008/layout/LinedList"/>
    <dgm:cxn modelId="{9E2E31B2-6450-4163-A3D6-E832858F6E4B}" srcId="{B0FB2CD0-D3FD-4D05-AC36-9E268D10FFC2}" destId="{A841C7F2-EFE2-4FFC-93FF-0539D8AE16E0}" srcOrd="1" destOrd="0" parTransId="{44103A95-EB7E-43D7-9276-04E13E6FF730}" sibTransId="{A329520A-49EF-4BAB-AAC1-A581C3D6A2B5}"/>
    <dgm:cxn modelId="{FF151AC5-C907-4207-9566-F40984AE5C61}" srcId="{B0FB2CD0-D3FD-4D05-AC36-9E268D10FFC2}" destId="{C76E71E4-162A-42BC-AB9C-63F2449C369B}" srcOrd="0" destOrd="0" parTransId="{56572C0D-0705-40C7-9E09-FF37CCA8A623}" sibTransId="{DD4599CC-83DA-4167-8FAD-AA36905553E1}"/>
    <dgm:cxn modelId="{5019BCC9-3C8F-47E7-AABB-CA4DC3C91202}" type="presOf" srcId="{C76E71E4-162A-42BC-AB9C-63F2449C369B}" destId="{BE33AF2A-184C-4FAF-A349-B40BC3ABF39B}" srcOrd="0" destOrd="0" presId="urn:microsoft.com/office/officeart/2008/layout/LinedList"/>
    <dgm:cxn modelId="{DA06743C-1559-48CC-8693-66E1EF36753F}" type="presParOf" srcId="{45B07502-1C1B-4812-9E81-A9162E4A0945}" destId="{83596684-99DE-48EB-ADDF-257DEB7554D4}" srcOrd="0" destOrd="0" presId="urn:microsoft.com/office/officeart/2008/layout/LinedList"/>
    <dgm:cxn modelId="{20D66064-41D5-431A-9CA5-82A938B7F1DD}" type="presParOf" srcId="{45B07502-1C1B-4812-9E81-A9162E4A0945}" destId="{4F5B46F9-2AAE-4BC5-9E04-EEF891D58E65}" srcOrd="1" destOrd="0" presId="urn:microsoft.com/office/officeart/2008/layout/LinedList"/>
    <dgm:cxn modelId="{19061223-A62E-48AE-A348-0B4D1DA55ACF}" type="presParOf" srcId="{4F5B46F9-2AAE-4BC5-9E04-EEF891D58E65}" destId="{BE33AF2A-184C-4FAF-A349-B40BC3ABF39B}" srcOrd="0" destOrd="0" presId="urn:microsoft.com/office/officeart/2008/layout/LinedList"/>
    <dgm:cxn modelId="{F3F30BBF-BF81-475E-AC97-A582EF0F5B42}" type="presParOf" srcId="{4F5B46F9-2AAE-4BC5-9E04-EEF891D58E65}" destId="{0BB71C4F-96D4-4975-B23D-0FDE365855B7}" srcOrd="1" destOrd="0" presId="urn:microsoft.com/office/officeart/2008/layout/LinedList"/>
    <dgm:cxn modelId="{1AA48EA5-2C49-43B4-9D59-AFEF14E7A8D7}" type="presParOf" srcId="{45B07502-1C1B-4812-9E81-A9162E4A0945}" destId="{39391B48-F660-4B0C-BF2E-A14F540B33A8}" srcOrd="2" destOrd="0" presId="urn:microsoft.com/office/officeart/2008/layout/LinedList"/>
    <dgm:cxn modelId="{F1823046-3F14-4FD3-BB3E-904BFE5D3767}" type="presParOf" srcId="{45B07502-1C1B-4812-9E81-A9162E4A0945}" destId="{129FA5BE-ABE4-4D7C-AF4F-43339B699161}" srcOrd="3" destOrd="0" presId="urn:microsoft.com/office/officeart/2008/layout/LinedList"/>
    <dgm:cxn modelId="{54A5634F-7489-483C-847C-AC720A79F63D}" type="presParOf" srcId="{129FA5BE-ABE4-4D7C-AF4F-43339B699161}" destId="{AAAC0F1A-D58B-4FDF-8DFA-E9BB6DCA663C}" srcOrd="0" destOrd="0" presId="urn:microsoft.com/office/officeart/2008/layout/LinedList"/>
    <dgm:cxn modelId="{36802A95-6D63-45E9-963B-AD1CA9DBEDFF}" type="presParOf" srcId="{129FA5BE-ABE4-4D7C-AF4F-43339B699161}" destId="{8193BE9C-267B-47C8-9EBB-D37665A3155F}" srcOrd="1" destOrd="0" presId="urn:microsoft.com/office/officeart/2008/layout/LinedList"/>
    <dgm:cxn modelId="{3AE89238-BE19-4560-99C9-F2FEB874E780}" type="presParOf" srcId="{45B07502-1C1B-4812-9E81-A9162E4A0945}" destId="{744045AF-7460-49DD-9C98-D70D4471F7B6}" srcOrd="4" destOrd="0" presId="urn:microsoft.com/office/officeart/2008/layout/LinedList"/>
    <dgm:cxn modelId="{73369B91-7420-4735-ABF5-8D0758E81605}" type="presParOf" srcId="{45B07502-1C1B-4812-9E81-A9162E4A0945}" destId="{4D8BBF69-CF87-4D64-BCF0-411574AAB48E}" srcOrd="5" destOrd="0" presId="urn:microsoft.com/office/officeart/2008/layout/LinedList"/>
    <dgm:cxn modelId="{2F248B42-51A4-448F-9FBC-8D2BF419010F}" type="presParOf" srcId="{4D8BBF69-CF87-4D64-BCF0-411574AAB48E}" destId="{970788B2-8902-41EC-8BA4-670C9A3788F9}" srcOrd="0" destOrd="0" presId="urn:microsoft.com/office/officeart/2008/layout/LinedList"/>
    <dgm:cxn modelId="{8184878A-5F4D-4F0E-8411-A5C55003B319}" type="presParOf" srcId="{4D8BBF69-CF87-4D64-BCF0-411574AAB48E}" destId="{648F74E9-8078-49A1-9400-D21CC56998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D149F5-313A-400A-87B5-C85454179FD8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B59E8B9B-B622-467E-B60D-B7AEFE67B4F1}">
      <dgm:prSet/>
      <dgm:spPr/>
      <dgm:t>
        <a:bodyPr/>
        <a:lstStyle/>
        <a:p>
          <a:r>
            <a:rPr lang="en-GB"/>
            <a:t>The central executive concept states that we are innately programmed to:</a:t>
          </a:r>
          <a:endParaRPr lang="en-US"/>
        </a:p>
      </dgm:t>
    </dgm:pt>
    <dgm:pt modelId="{A7D08353-E172-4E4B-9434-1E6B9E28859B}" type="parTrans" cxnId="{9DF62FFB-AC94-44B4-8822-6072409C3C77}">
      <dgm:prSet/>
      <dgm:spPr/>
      <dgm:t>
        <a:bodyPr/>
        <a:lstStyle/>
        <a:p>
          <a:endParaRPr lang="en-US"/>
        </a:p>
      </dgm:t>
    </dgm:pt>
    <dgm:pt modelId="{1B32A4E4-EDF9-4558-BCE1-339310A80CDC}" type="sibTrans" cxnId="{9DF62FFB-AC94-44B4-8822-6072409C3C77}">
      <dgm:prSet/>
      <dgm:spPr/>
      <dgm:t>
        <a:bodyPr/>
        <a:lstStyle/>
        <a:p>
          <a:endParaRPr lang="en-US"/>
        </a:p>
      </dgm:t>
    </dgm:pt>
    <dgm:pt modelId="{FA4A2F37-5254-4CAC-889A-0C4EB26055D9}">
      <dgm:prSet/>
      <dgm:spPr/>
      <dgm:t>
        <a:bodyPr/>
        <a:lstStyle/>
        <a:p>
          <a:r>
            <a:rPr lang="en-GB"/>
            <a:t>maximize positive affect, </a:t>
          </a:r>
          <a:endParaRPr lang="en-US"/>
        </a:p>
      </dgm:t>
    </dgm:pt>
    <dgm:pt modelId="{E693B365-48B2-44CA-BA80-6E03A0F60205}" type="parTrans" cxnId="{83DE3709-EC23-4DFB-A5DD-FB3C1E5602D6}">
      <dgm:prSet/>
      <dgm:spPr/>
      <dgm:t>
        <a:bodyPr/>
        <a:lstStyle/>
        <a:p>
          <a:endParaRPr lang="en-US"/>
        </a:p>
      </dgm:t>
    </dgm:pt>
    <dgm:pt modelId="{94AEA499-36E2-4450-AA21-A7901B066009}" type="sibTrans" cxnId="{83DE3709-EC23-4DFB-A5DD-FB3C1E5602D6}">
      <dgm:prSet/>
      <dgm:spPr/>
      <dgm:t>
        <a:bodyPr/>
        <a:lstStyle/>
        <a:p>
          <a:endParaRPr lang="en-US"/>
        </a:p>
      </dgm:t>
    </dgm:pt>
    <dgm:pt modelId="{D56B1652-80C1-4C83-9382-CFA7749A732C}">
      <dgm:prSet/>
      <dgm:spPr/>
      <dgm:t>
        <a:bodyPr/>
        <a:lstStyle/>
        <a:p>
          <a:r>
            <a:rPr lang="en-GB"/>
            <a:t>minimize negative affects, and </a:t>
          </a:r>
          <a:endParaRPr lang="en-US"/>
        </a:p>
      </dgm:t>
    </dgm:pt>
    <dgm:pt modelId="{76827DA1-BFAD-426D-A122-40580C5E1102}" type="parTrans" cxnId="{D86B50A7-5EF3-4719-A65B-7479ACA3E512}">
      <dgm:prSet/>
      <dgm:spPr/>
      <dgm:t>
        <a:bodyPr/>
        <a:lstStyle/>
        <a:p>
          <a:endParaRPr lang="en-US"/>
        </a:p>
      </dgm:t>
    </dgm:pt>
    <dgm:pt modelId="{B9050AA0-EBDC-4A95-93A9-A31ECE1C0967}" type="sibTrans" cxnId="{D86B50A7-5EF3-4719-A65B-7479ACA3E512}">
      <dgm:prSet/>
      <dgm:spPr/>
      <dgm:t>
        <a:bodyPr/>
        <a:lstStyle/>
        <a:p>
          <a:endParaRPr lang="en-US"/>
        </a:p>
      </dgm:t>
    </dgm:pt>
    <dgm:pt modelId="{6FBCA16A-8735-4A9C-B6B5-31D06D71B41C}">
      <dgm:prSet/>
      <dgm:spPr/>
      <dgm:t>
        <a:bodyPr/>
        <a:lstStyle/>
        <a:p>
          <a:r>
            <a:rPr lang="en-GB"/>
            <a:t>minimize the inhibition of affect.</a:t>
          </a:r>
          <a:endParaRPr lang="en-US"/>
        </a:p>
      </dgm:t>
    </dgm:pt>
    <dgm:pt modelId="{022278FF-0498-4D2C-8706-456F1ECED94E}" type="parTrans" cxnId="{BAEB4487-DDAF-4B1E-BEBC-1BDCD765C66E}">
      <dgm:prSet/>
      <dgm:spPr/>
      <dgm:t>
        <a:bodyPr/>
        <a:lstStyle/>
        <a:p>
          <a:endParaRPr lang="en-US"/>
        </a:p>
      </dgm:t>
    </dgm:pt>
    <dgm:pt modelId="{17ABD1E8-97A3-43D6-9472-457F591DEF7A}" type="sibTrans" cxnId="{BAEB4487-DDAF-4B1E-BEBC-1BDCD765C66E}">
      <dgm:prSet/>
      <dgm:spPr/>
      <dgm:t>
        <a:bodyPr/>
        <a:lstStyle/>
        <a:p>
          <a:endParaRPr lang="en-US"/>
        </a:p>
      </dgm:t>
    </dgm:pt>
    <dgm:pt modelId="{FAC40389-EE1D-410B-89B1-D20025014C56}">
      <dgm:prSet/>
      <dgm:spPr/>
      <dgm:t>
        <a:bodyPr/>
        <a:lstStyle/>
        <a:p>
          <a:r>
            <a:rPr lang="en-GB"/>
            <a:t>A pupil's ability to function effectively is dependent on these factors being in place.</a:t>
          </a:r>
          <a:endParaRPr lang="en-US"/>
        </a:p>
      </dgm:t>
    </dgm:pt>
    <dgm:pt modelId="{44C41476-637B-48B9-8339-A5244CD8A44F}" type="parTrans" cxnId="{697E0BAC-37EA-47DC-82EF-4CC361F667A3}">
      <dgm:prSet/>
      <dgm:spPr/>
      <dgm:t>
        <a:bodyPr/>
        <a:lstStyle/>
        <a:p>
          <a:endParaRPr lang="en-US"/>
        </a:p>
      </dgm:t>
    </dgm:pt>
    <dgm:pt modelId="{9D19DA70-872E-4E38-98A3-DD7841698C36}" type="sibTrans" cxnId="{697E0BAC-37EA-47DC-82EF-4CC361F667A3}">
      <dgm:prSet/>
      <dgm:spPr/>
      <dgm:t>
        <a:bodyPr/>
        <a:lstStyle/>
        <a:p>
          <a:endParaRPr lang="en-US"/>
        </a:p>
      </dgm:t>
    </dgm:pt>
    <dgm:pt modelId="{BB4015CD-0A1F-4438-B92D-A5F5E6D5D4DB}">
      <dgm:prSet/>
      <dgm:spPr/>
      <dgm:t>
        <a:bodyPr/>
        <a:lstStyle/>
        <a:p>
          <a:r>
            <a:rPr lang="en-GB"/>
            <a:t>Understanding the impact of context on pupils' behaviour and supporting them appropriately can help promote positive affect and minimize negative affects.</a:t>
          </a:r>
          <a:endParaRPr lang="en-US"/>
        </a:p>
      </dgm:t>
    </dgm:pt>
    <dgm:pt modelId="{ABF96C6A-82E9-42FB-AC80-46F7A1F6F511}" type="parTrans" cxnId="{55D6587B-A4EF-44B6-85D3-78B9A9230F1F}">
      <dgm:prSet/>
      <dgm:spPr/>
      <dgm:t>
        <a:bodyPr/>
        <a:lstStyle/>
        <a:p>
          <a:endParaRPr lang="en-US"/>
        </a:p>
      </dgm:t>
    </dgm:pt>
    <dgm:pt modelId="{9F5AACB7-CCFA-4FF4-8936-CAFE43273294}" type="sibTrans" cxnId="{55D6587B-A4EF-44B6-85D3-78B9A9230F1F}">
      <dgm:prSet/>
      <dgm:spPr/>
      <dgm:t>
        <a:bodyPr/>
        <a:lstStyle/>
        <a:p>
          <a:endParaRPr lang="en-US"/>
        </a:p>
      </dgm:t>
    </dgm:pt>
    <dgm:pt modelId="{F56632E1-94BA-4857-B6E2-D6AEBE6EDCD2}" type="pres">
      <dgm:prSet presAssocID="{75D149F5-313A-400A-87B5-C85454179FD8}" presName="Name0" presStyleCnt="0">
        <dgm:presLayoutVars>
          <dgm:dir/>
          <dgm:resizeHandles val="exact"/>
        </dgm:presLayoutVars>
      </dgm:prSet>
      <dgm:spPr/>
    </dgm:pt>
    <dgm:pt modelId="{61325B53-CF4F-441B-B37B-C708BB1BBE8B}" type="pres">
      <dgm:prSet presAssocID="{B59E8B9B-B622-467E-B60D-B7AEFE67B4F1}" presName="node" presStyleLbl="node1" presStyleIdx="0" presStyleCnt="6">
        <dgm:presLayoutVars>
          <dgm:bulletEnabled val="1"/>
        </dgm:presLayoutVars>
      </dgm:prSet>
      <dgm:spPr/>
    </dgm:pt>
    <dgm:pt modelId="{D5F5ADD9-1495-4D8E-BFD0-70867144E314}" type="pres">
      <dgm:prSet presAssocID="{1B32A4E4-EDF9-4558-BCE1-339310A80CDC}" presName="sibTrans" presStyleLbl="sibTrans1D1" presStyleIdx="0" presStyleCnt="5"/>
      <dgm:spPr/>
    </dgm:pt>
    <dgm:pt modelId="{5967A68C-2E4E-45F5-8795-2A79CC993950}" type="pres">
      <dgm:prSet presAssocID="{1B32A4E4-EDF9-4558-BCE1-339310A80CDC}" presName="connectorText" presStyleLbl="sibTrans1D1" presStyleIdx="0" presStyleCnt="5"/>
      <dgm:spPr/>
    </dgm:pt>
    <dgm:pt modelId="{61BC7237-B94A-4389-9EFA-9C44DAB875BC}" type="pres">
      <dgm:prSet presAssocID="{FA4A2F37-5254-4CAC-889A-0C4EB26055D9}" presName="node" presStyleLbl="node1" presStyleIdx="1" presStyleCnt="6">
        <dgm:presLayoutVars>
          <dgm:bulletEnabled val="1"/>
        </dgm:presLayoutVars>
      </dgm:prSet>
      <dgm:spPr/>
    </dgm:pt>
    <dgm:pt modelId="{2E780695-594F-4E48-89C8-0465556D3C0B}" type="pres">
      <dgm:prSet presAssocID="{94AEA499-36E2-4450-AA21-A7901B066009}" presName="sibTrans" presStyleLbl="sibTrans1D1" presStyleIdx="1" presStyleCnt="5"/>
      <dgm:spPr/>
    </dgm:pt>
    <dgm:pt modelId="{FDD86942-086C-471F-A34A-FCC222EE7C48}" type="pres">
      <dgm:prSet presAssocID="{94AEA499-36E2-4450-AA21-A7901B066009}" presName="connectorText" presStyleLbl="sibTrans1D1" presStyleIdx="1" presStyleCnt="5"/>
      <dgm:spPr/>
    </dgm:pt>
    <dgm:pt modelId="{0A1671AB-A0CD-43DE-840D-F41FADA9E295}" type="pres">
      <dgm:prSet presAssocID="{D56B1652-80C1-4C83-9382-CFA7749A732C}" presName="node" presStyleLbl="node1" presStyleIdx="2" presStyleCnt="6">
        <dgm:presLayoutVars>
          <dgm:bulletEnabled val="1"/>
        </dgm:presLayoutVars>
      </dgm:prSet>
      <dgm:spPr/>
    </dgm:pt>
    <dgm:pt modelId="{20E9FD00-0F3F-406C-B064-5CF4E87CDDC9}" type="pres">
      <dgm:prSet presAssocID="{B9050AA0-EBDC-4A95-93A9-A31ECE1C0967}" presName="sibTrans" presStyleLbl="sibTrans1D1" presStyleIdx="2" presStyleCnt="5"/>
      <dgm:spPr/>
    </dgm:pt>
    <dgm:pt modelId="{6021F1BB-CC79-4CD5-B36E-990CEB834355}" type="pres">
      <dgm:prSet presAssocID="{B9050AA0-EBDC-4A95-93A9-A31ECE1C0967}" presName="connectorText" presStyleLbl="sibTrans1D1" presStyleIdx="2" presStyleCnt="5"/>
      <dgm:spPr/>
    </dgm:pt>
    <dgm:pt modelId="{30CCA4D3-0B3A-44F9-87B3-4DE19EB63956}" type="pres">
      <dgm:prSet presAssocID="{6FBCA16A-8735-4A9C-B6B5-31D06D71B41C}" presName="node" presStyleLbl="node1" presStyleIdx="3" presStyleCnt="6">
        <dgm:presLayoutVars>
          <dgm:bulletEnabled val="1"/>
        </dgm:presLayoutVars>
      </dgm:prSet>
      <dgm:spPr/>
    </dgm:pt>
    <dgm:pt modelId="{1A7691CF-5504-40B5-9D1A-77AEA535917F}" type="pres">
      <dgm:prSet presAssocID="{17ABD1E8-97A3-43D6-9472-457F591DEF7A}" presName="sibTrans" presStyleLbl="sibTrans1D1" presStyleIdx="3" presStyleCnt="5"/>
      <dgm:spPr/>
    </dgm:pt>
    <dgm:pt modelId="{C703F70F-84C4-46D1-BA3D-C4E9A8D6235F}" type="pres">
      <dgm:prSet presAssocID="{17ABD1E8-97A3-43D6-9472-457F591DEF7A}" presName="connectorText" presStyleLbl="sibTrans1D1" presStyleIdx="3" presStyleCnt="5"/>
      <dgm:spPr/>
    </dgm:pt>
    <dgm:pt modelId="{418A1C1A-7361-47E3-9B23-575415C98110}" type="pres">
      <dgm:prSet presAssocID="{FAC40389-EE1D-410B-89B1-D20025014C56}" presName="node" presStyleLbl="node1" presStyleIdx="4" presStyleCnt="6">
        <dgm:presLayoutVars>
          <dgm:bulletEnabled val="1"/>
        </dgm:presLayoutVars>
      </dgm:prSet>
      <dgm:spPr/>
    </dgm:pt>
    <dgm:pt modelId="{3197C16B-0268-4DB2-8E7D-973317AA2209}" type="pres">
      <dgm:prSet presAssocID="{9D19DA70-872E-4E38-98A3-DD7841698C36}" presName="sibTrans" presStyleLbl="sibTrans1D1" presStyleIdx="4" presStyleCnt="5"/>
      <dgm:spPr/>
    </dgm:pt>
    <dgm:pt modelId="{328C92F0-59AA-4623-9CD1-2219DBD096E0}" type="pres">
      <dgm:prSet presAssocID="{9D19DA70-872E-4E38-98A3-DD7841698C36}" presName="connectorText" presStyleLbl="sibTrans1D1" presStyleIdx="4" presStyleCnt="5"/>
      <dgm:spPr/>
    </dgm:pt>
    <dgm:pt modelId="{25962842-9B51-4615-A2DA-6550DC55BF5B}" type="pres">
      <dgm:prSet presAssocID="{BB4015CD-0A1F-4438-B92D-A5F5E6D5D4DB}" presName="node" presStyleLbl="node1" presStyleIdx="5" presStyleCnt="6">
        <dgm:presLayoutVars>
          <dgm:bulletEnabled val="1"/>
        </dgm:presLayoutVars>
      </dgm:prSet>
      <dgm:spPr/>
    </dgm:pt>
  </dgm:ptLst>
  <dgm:cxnLst>
    <dgm:cxn modelId="{83DE3709-EC23-4DFB-A5DD-FB3C1E5602D6}" srcId="{75D149F5-313A-400A-87B5-C85454179FD8}" destId="{FA4A2F37-5254-4CAC-889A-0C4EB26055D9}" srcOrd="1" destOrd="0" parTransId="{E693B365-48B2-44CA-BA80-6E03A0F60205}" sibTransId="{94AEA499-36E2-4450-AA21-A7901B066009}"/>
    <dgm:cxn modelId="{A4E78913-F9A8-4633-8909-CA7B5901E669}" type="presOf" srcId="{1B32A4E4-EDF9-4558-BCE1-339310A80CDC}" destId="{D5F5ADD9-1495-4D8E-BFD0-70867144E314}" srcOrd="0" destOrd="0" presId="urn:microsoft.com/office/officeart/2016/7/layout/RepeatingBendingProcessNew"/>
    <dgm:cxn modelId="{DE8B7816-89C9-4561-90A2-5429AB7D5640}" type="presOf" srcId="{D56B1652-80C1-4C83-9382-CFA7749A732C}" destId="{0A1671AB-A0CD-43DE-840D-F41FADA9E295}" srcOrd="0" destOrd="0" presId="urn:microsoft.com/office/officeart/2016/7/layout/RepeatingBendingProcessNew"/>
    <dgm:cxn modelId="{E931A134-B7AD-440B-B489-4AD872712B93}" type="presOf" srcId="{B9050AA0-EBDC-4A95-93A9-A31ECE1C0967}" destId="{20E9FD00-0F3F-406C-B064-5CF4E87CDDC9}" srcOrd="0" destOrd="0" presId="urn:microsoft.com/office/officeart/2016/7/layout/RepeatingBendingProcessNew"/>
    <dgm:cxn modelId="{BF321237-5B80-4A37-AC79-1E6CA9AB97CD}" type="presOf" srcId="{9D19DA70-872E-4E38-98A3-DD7841698C36}" destId="{3197C16B-0268-4DB2-8E7D-973317AA2209}" srcOrd="0" destOrd="0" presId="urn:microsoft.com/office/officeart/2016/7/layout/RepeatingBendingProcessNew"/>
    <dgm:cxn modelId="{D06A0C3B-9B20-460D-BFD5-C9FF13164C1E}" type="presOf" srcId="{B59E8B9B-B622-467E-B60D-B7AEFE67B4F1}" destId="{61325B53-CF4F-441B-B37B-C708BB1BBE8B}" srcOrd="0" destOrd="0" presId="urn:microsoft.com/office/officeart/2016/7/layout/RepeatingBendingProcessNew"/>
    <dgm:cxn modelId="{E2544E5D-4B5E-4DB0-ACEF-879B3C270876}" type="presOf" srcId="{BB4015CD-0A1F-4438-B92D-A5F5E6D5D4DB}" destId="{25962842-9B51-4615-A2DA-6550DC55BF5B}" srcOrd="0" destOrd="0" presId="urn:microsoft.com/office/officeart/2016/7/layout/RepeatingBendingProcessNew"/>
    <dgm:cxn modelId="{D0645F48-AD41-4B86-8810-C32EE3D872C8}" type="presOf" srcId="{6FBCA16A-8735-4A9C-B6B5-31D06D71B41C}" destId="{30CCA4D3-0B3A-44F9-87B3-4DE19EB63956}" srcOrd="0" destOrd="0" presId="urn:microsoft.com/office/officeart/2016/7/layout/RepeatingBendingProcessNew"/>
    <dgm:cxn modelId="{3E10356C-197B-4C05-AB31-540B283B446D}" type="presOf" srcId="{75D149F5-313A-400A-87B5-C85454179FD8}" destId="{F56632E1-94BA-4857-B6E2-D6AEBE6EDCD2}" srcOrd="0" destOrd="0" presId="urn:microsoft.com/office/officeart/2016/7/layout/RepeatingBendingProcessNew"/>
    <dgm:cxn modelId="{BD77FA54-6661-40A9-9033-A400CF150511}" type="presOf" srcId="{1B32A4E4-EDF9-4558-BCE1-339310A80CDC}" destId="{5967A68C-2E4E-45F5-8795-2A79CC993950}" srcOrd="1" destOrd="0" presId="urn:microsoft.com/office/officeart/2016/7/layout/RepeatingBendingProcessNew"/>
    <dgm:cxn modelId="{03C5B65A-F3BA-4589-8769-34E4408AEE98}" type="presOf" srcId="{94AEA499-36E2-4450-AA21-A7901B066009}" destId="{2E780695-594F-4E48-89C8-0465556D3C0B}" srcOrd="0" destOrd="0" presId="urn:microsoft.com/office/officeart/2016/7/layout/RepeatingBendingProcessNew"/>
    <dgm:cxn modelId="{55D6587B-A4EF-44B6-85D3-78B9A9230F1F}" srcId="{75D149F5-313A-400A-87B5-C85454179FD8}" destId="{BB4015CD-0A1F-4438-B92D-A5F5E6D5D4DB}" srcOrd="5" destOrd="0" parTransId="{ABF96C6A-82E9-42FB-AC80-46F7A1F6F511}" sibTransId="{9F5AACB7-CCFA-4FF4-8936-CAFE43273294}"/>
    <dgm:cxn modelId="{66DA5A82-A815-4709-A0E5-0A8199190103}" type="presOf" srcId="{17ABD1E8-97A3-43D6-9472-457F591DEF7A}" destId="{1A7691CF-5504-40B5-9D1A-77AEA535917F}" srcOrd="0" destOrd="0" presId="urn:microsoft.com/office/officeart/2016/7/layout/RepeatingBendingProcessNew"/>
    <dgm:cxn modelId="{85681985-8F62-4669-BB32-7CFBC04376D6}" type="presOf" srcId="{B9050AA0-EBDC-4A95-93A9-A31ECE1C0967}" destId="{6021F1BB-CC79-4CD5-B36E-990CEB834355}" srcOrd="1" destOrd="0" presId="urn:microsoft.com/office/officeart/2016/7/layout/RepeatingBendingProcessNew"/>
    <dgm:cxn modelId="{BAEB4487-DDAF-4B1E-BEBC-1BDCD765C66E}" srcId="{75D149F5-313A-400A-87B5-C85454179FD8}" destId="{6FBCA16A-8735-4A9C-B6B5-31D06D71B41C}" srcOrd="3" destOrd="0" parTransId="{022278FF-0498-4D2C-8706-456F1ECED94E}" sibTransId="{17ABD1E8-97A3-43D6-9472-457F591DEF7A}"/>
    <dgm:cxn modelId="{D86B50A7-5EF3-4719-A65B-7479ACA3E512}" srcId="{75D149F5-313A-400A-87B5-C85454179FD8}" destId="{D56B1652-80C1-4C83-9382-CFA7749A732C}" srcOrd="2" destOrd="0" parTransId="{76827DA1-BFAD-426D-A122-40580C5E1102}" sibTransId="{B9050AA0-EBDC-4A95-93A9-A31ECE1C0967}"/>
    <dgm:cxn modelId="{697E0BAC-37EA-47DC-82EF-4CC361F667A3}" srcId="{75D149F5-313A-400A-87B5-C85454179FD8}" destId="{FAC40389-EE1D-410B-89B1-D20025014C56}" srcOrd="4" destOrd="0" parTransId="{44C41476-637B-48B9-8339-A5244CD8A44F}" sibTransId="{9D19DA70-872E-4E38-98A3-DD7841698C36}"/>
    <dgm:cxn modelId="{1A1121AF-EE41-4645-820B-DB8777EA6315}" type="presOf" srcId="{9D19DA70-872E-4E38-98A3-DD7841698C36}" destId="{328C92F0-59AA-4623-9CD1-2219DBD096E0}" srcOrd="1" destOrd="0" presId="urn:microsoft.com/office/officeart/2016/7/layout/RepeatingBendingProcessNew"/>
    <dgm:cxn modelId="{BAAE2BC6-DF84-4A55-81B8-4592B18F32C4}" type="presOf" srcId="{FAC40389-EE1D-410B-89B1-D20025014C56}" destId="{418A1C1A-7361-47E3-9B23-575415C98110}" srcOrd="0" destOrd="0" presId="urn:microsoft.com/office/officeart/2016/7/layout/RepeatingBendingProcessNew"/>
    <dgm:cxn modelId="{BA6958DD-884C-457A-9E34-2BA53DFFC33A}" type="presOf" srcId="{FA4A2F37-5254-4CAC-889A-0C4EB26055D9}" destId="{61BC7237-B94A-4389-9EFA-9C44DAB875BC}" srcOrd="0" destOrd="0" presId="urn:microsoft.com/office/officeart/2016/7/layout/RepeatingBendingProcessNew"/>
    <dgm:cxn modelId="{A2AD22F9-1682-4881-BA99-8328E7D85BEC}" type="presOf" srcId="{17ABD1E8-97A3-43D6-9472-457F591DEF7A}" destId="{C703F70F-84C4-46D1-BA3D-C4E9A8D6235F}" srcOrd="1" destOrd="0" presId="urn:microsoft.com/office/officeart/2016/7/layout/RepeatingBendingProcessNew"/>
    <dgm:cxn modelId="{9DF62FFB-AC94-44B4-8822-6072409C3C77}" srcId="{75D149F5-313A-400A-87B5-C85454179FD8}" destId="{B59E8B9B-B622-467E-B60D-B7AEFE67B4F1}" srcOrd="0" destOrd="0" parTransId="{A7D08353-E172-4E4B-9434-1E6B9E28859B}" sibTransId="{1B32A4E4-EDF9-4558-BCE1-339310A80CDC}"/>
    <dgm:cxn modelId="{DD6D71FB-632D-4974-9073-7C7A6A54A6DA}" type="presOf" srcId="{94AEA499-36E2-4450-AA21-A7901B066009}" destId="{FDD86942-086C-471F-A34A-FCC222EE7C48}" srcOrd="1" destOrd="0" presId="urn:microsoft.com/office/officeart/2016/7/layout/RepeatingBendingProcessNew"/>
    <dgm:cxn modelId="{C9A4E0C9-2473-4C7E-9F04-F2534A5843AD}" type="presParOf" srcId="{F56632E1-94BA-4857-B6E2-D6AEBE6EDCD2}" destId="{61325B53-CF4F-441B-B37B-C708BB1BBE8B}" srcOrd="0" destOrd="0" presId="urn:microsoft.com/office/officeart/2016/7/layout/RepeatingBendingProcessNew"/>
    <dgm:cxn modelId="{7D128F4B-389A-49A8-8B98-5A0DCACB2A84}" type="presParOf" srcId="{F56632E1-94BA-4857-B6E2-D6AEBE6EDCD2}" destId="{D5F5ADD9-1495-4D8E-BFD0-70867144E314}" srcOrd="1" destOrd="0" presId="urn:microsoft.com/office/officeart/2016/7/layout/RepeatingBendingProcessNew"/>
    <dgm:cxn modelId="{18E66283-B5ED-4BCE-B3AB-77E1922A4ABD}" type="presParOf" srcId="{D5F5ADD9-1495-4D8E-BFD0-70867144E314}" destId="{5967A68C-2E4E-45F5-8795-2A79CC993950}" srcOrd="0" destOrd="0" presId="urn:microsoft.com/office/officeart/2016/7/layout/RepeatingBendingProcessNew"/>
    <dgm:cxn modelId="{E74C237F-106F-4DC5-93F3-25F1A827EB10}" type="presParOf" srcId="{F56632E1-94BA-4857-B6E2-D6AEBE6EDCD2}" destId="{61BC7237-B94A-4389-9EFA-9C44DAB875BC}" srcOrd="2" destOrd="0" presId="urn:microsoft.com/office/officeart/2016/7/layout/RepeatingBendingProcessNew"/>
    <dgm:cxn modelId="{7507096F-D989-4152-B917-4A973C879763}" type="presParOf" srcId="{F56632E1-94BA-4857-B6E2-D6AEBE6EDCD2}" destId="{2E780695-594F-4E48-89C8-0465556D3C0B}" srcOrd="3" destOrd="0" presId="urn:microsoft.com/office/officeart/2016/7/layout/RepeatingBendingProcessNew"/>
    <dgm:cxn modelId="{1444CC28-E2B0-4EDA-952E-2FB1B9476075}" type="presParOf" srcId="{2E780695-594F-4E48-89C8-0465556D3C0B}" destId="{FDD86942-086C-471F-A34A-FCC222EE7C48}" srcOrd="0" destOrd="0" presId="urn:microsoft.com/office/officeart/2016/7/layout/RepeatingBendingProcessNew"/>
    <dgm:cxn modelId="{B12EF63A-EDDE-4F7B-9DAB-CEB52687F329}" type="presParOf" srcId="{F56632E1-94BA-4857-B6E2-D6AEBE6EDCD2}" destId="{0A1671AB-A0CD-43DE-840D-F41FADA9E295}" srcOrd="4" destOrd="0" presId="urn:microsoft.com/office/officeart/2016/7/layout/RepeatingBendingProcessNew"/>
    <dgm:cxn modelId="{81FDC419-B524-4D44-94CE-094112F3DBF8}" type="presParOf" srcId="{F56632E1-94BA-4857-B6E2-D6AEBE6EDCD2}" destId="{20E9FD00-0F3F-406C-B064-5CF4E87CDDC9}" srcOrd="5" destOrd="0" presId="urn:microsoft.com/office/officeart/2016/7/layout/RepeatingBendingProcessNew"/>
    <dgm:cxn modelId="{C0CDA22A-9B09-4059-8FB4-D0AA682CC3D4}" type="presParOf" srcId="{20E9FD00-0F3F-406C-B064-5CF4E87CDDC9}" destId="{6021F1BB-CC79-4CD5-B36E-990CEB834355}" srcOrd="0" destOrd="0" presId="urn:microsoft.com/office/officeart/2016/7/layout/RepeatingBendingProcessNew"/>
    <dgm:cxn modelId="{9F01564C-DBE3-402F-AAD4-FFC85605AA5B}" type="presParOf" srcId="{F56632E1-94BA-4857-B6E2-D6AEBE6EDCD2}" destId="{30CCA4D3-0B3A-44F9-87B3-4DE19EB63956}" srcOrd="6" destOrd="0" presId="urn:microsoft.com/office/officeart/2016/7/layout/RepeatingBendingProcessNew"/>
    <dgm:cxn modelId="{52949A99-26CB-41DC-8E37-E3C22412658E}" type="presParOf" srcId="{F56632E1-94BA-4857-B6E2-D6AEBE6EDCD2}" destId="{1A7691CF-5504-40B5-9D1A-77AEA535917F}" srcOrd="7" destOrd="0" presId="urn:microsoft.com/office/officeart/2016/7/layout/RepeatingBendingProcessNew"/>
    <dgm:cxn modelId="{3B07C49A-B1DD-4606-BDF2-319F85CA7C2C}" type="presParOf" srcId="{1A7691CF-5504-40B5-9D1A-77AEA535917F}" destId="{C703F70F-84C4-46D1-BA3D-C4E9A8D6235F}" srcOrd="0" destOrd="0" presId="urn:microsoft.com/office/officeart/2016/7/layout/RepeatingBendingProcessNew"/>
    <dgm:cxn modelId="{1DFB9165-AB80-4C95-808B-A3E2DBC26691}" type="presParOf" srcId="{F56632E1-94BA-4857-B6E2-D6AEBE6EDCD2}" destId="{418A1C1A-7361-47E3-9B23-575415C98110}" srcOrd="8" destOrd="0" presId="urn:microsoft.com/office/officeart/2016/7/layout/RepeatingBendingProcessNew"/>
    <dgm:cxn modelId="{D6A64789-14FB-4CCE-94CE-3516DEECE727}" type="presParOf" srcId="{F56632E1-94BA-4857-B6E2-D6AEBE6EDCD2}" destId="{3197C16B-0268-4DB2-8E7D-973317AA2209}" srcOrd="9" destOrd="0" presId="urn:microsoft.com/office/officeart/2016/7/layout/RepeatingBendingProcessNew"/>
    <dgm:cxn modelId="{CA6980D8-DE7E-44C9-B714-022EBBD05A7B}" type="presParOf" srcId="{3197C16B-0268-4DB2-8E7D-973317AA2209}" destId="{328C92F0-59AA-4623-9CD1-2219DBD096E0}" srcOrd="0" destOrd="0" presId="urn:microsoft.com/office/officeart/2016/7/layout/RepeatingBendingProcessNew"/>
    <dgm:cxn modelId="{6743942B-1BBD-42F9-94E3-A540628075C7}" type="presParOf" srcId="{F56632E1-94BA-4857-B6E2-D6AEBE6EDCD2}" destId="{25962842-9B51-4615-A2DA-6550DC55BF5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953A4D-57E1-471A-AC99-8F8A0E247F7A}" type="doc">
      <dgm:prSet loTypeId="urn:microsoft.com/office/officeart/2005/8/layout/chart3" loCatId="cycle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D06D765-D3AF-4D0F-80DB-EAF61C849502}">
      <dgm:prSet/>
      <dgm:spPr/>
      <dgm:t>
        <a:bodyPr/>
        <a:lstStyle/>
        <a:p>
          <a:r>
            <a:rPr lang="en-GB"/>
            <a:t>The impact of context amplified by biography can trigger negative affects and affect a pupil's behaviour.</a:t>
          </a:r>
          <a:endParaRPr lang="en-US"/>
        </a:p>
      </dgm:t>
    </dgm:pt>
    <dgm:pt modelId="{1E85C7EC-99CC-400D-81C9-72F0B7476337}" type="parTrans" cxnId="{7EA81922-3C2D-44F4-9E1B-A28D0665572B}">
      <dgm:prSet/>
      <dgm:spPr/>
      <dgm:t>
        <a:bodyPr/>
        <a:lstStyle/>
        <a:p>
          <a:endParaRPr lang="en-US"/>
        </a:p>
      </dgm:t>
    </dgm:pt>
    <dgm:pt modelId="{568FCB6E-E093-4326-84CB-45D5EB1089F4}" type="sibTrans" cxnId="{7EA81922-3C2D-44F4-9E1B-A28D0665572B}">
      <dgm:prSet/>
      <dgm:spPr/>
      <dgm:t>
        <a:bodyPr/>
        <a:lstStyle/>
        <a:p>
          <a:endParaRPr lang="en-US"/>
        </a:p>
      </dgm:t>
    </dgm:pt>
    <dgm:pt modelId="{0B7C3B77-5AFC-4D5F-9AC8-14357ECAE986}">
      <dgm:prSet/>
      <dgm:spPr/>
      <dgm:t>
        <a:bodyPr/>
        <a:lstStyle/>
        <a:p>
          <a:r>
            <a:rPr lang="en-GB"/>
            <a:t>Teachers need to be aware of the impact of context and biography on pupils' behaviour to support them appropriately.</a:t>
          </a:r>
          <a:endParaRPr lang="en-US"/>
        </a:p>
      </dgm:t>
    </dgm:pt>
    <dgm:pt modelId="{A4BF339D-F8E4-42B3-8014-4A6270722602}" type="parTrans" cxnId="{0A0C7395-4E26-4AD8-9761-D2C89A86E5A1}">
      <dgm:prSet/>
      <dgm:spPr/>
      <dgm:t>
        <a:bodyPr/>
        <a:lstStyle/>
        <a:p>
          <a:endParaRPr lang="en-US"/>
        </a:p>
      </dgm:t>
    </dgm:pt>
    <dgm:pt modelId="{ECAC368A-C5D5-4E68-8557-4E33993603B5}" type="sibTrans" cxnId="{0A0C7395-4E26-4AD8-9761-D2C89A86E5A1}">
      <dgm:prSet/>
      <dgm:spPr/>
      <dgm:t>
        <a:bodyPr/>
        <a:lstStyle/>
        <a:p>
          <a:endParaRPr lang="en-US"/>
        </a:p>
      </dgm:t>
    </dgm:pt>
    <dgm:pt modelId="{90797808-0A30-4259-95FC-0B420679F78E}">
      <dgm:prSet/>
      <dgm:spPr/>
      <dgm:t>
        <a:bodyPr/>
        <a:lstStyle/>
        <a:p>
          <a:r>
            <a:rPr lang="en-GB"/>
            <a:t>Understanding pupils' contexts and biographies can help teachers adapt and differentiate the curriculum content effectively.</a:t>
          </a:r>
          <a:endParaRPr lang="en-US"/>
        </a:p>
      </dgm:t>
    </dgm:pt>
    <dgm:pt modelId="{436B8B06-0CCF-4702-9AC2-6378576EC04F}" type="parTrans" cxnId="{4723CF88-911C-423A-99E1-301979F0B55B}">
      <dgm:prSet/>
      <dgm:spPr/>
      <dgm:t>
        <a:bodyPr/>
        <a:lstStyle/>
        <a:p>
          <a:endParaRPr lang="en-US"/>
        </a:p>
      </dgm:t>
    </dgm:pt>
    <dgm:pt modelId="{C08A93F9-B487-426C-A6A9-B0ECA7A6378F}" type="sibTrans" cxnId="{4723CF88-911C-423A-99E1-301979F0B55B}">
      <dgm:prSet/>
      <dgm:spPr/>
      <dgm:t>
        <a:bodyPr/>
        <a:lstStyle/>
        <a:p>
          <a:endParaRPr lang="en-US"/>
        </a:p>
      </dgm:t>
    </dgm:pt>
    <dgm:pt modelId="{AAFD858F-2382-4AF3-9948-7685F927182C}" type="pres">
      <dgm:prSet presAssocID="{6E953A4D-57E1-471A-AC99-8F8A0E247F7A}" presName="compositeShape" presStyleCnt="0">
        <dgm:presLayoutVars>
          <dgm:chMax val="7"/>
          <dgm:dir/>
          <dgm:resizeHandles val="exact"/>
        </dgm:presLayoutVars>
      </dgm:prSet>
      <dgm:spPr/>
    </dgm:pt>
    <dgm:pt modelId="{654FF096-CB23-4F1F-BD03-B8698C67CF16}" type="pres">
      <dgm:prSet presAssocID="{6E953A4D-57E1-471A-AC99-8F8A0E247F7A}" presName="wedge1" presStyleLbl="node1" presStyleIdx="0" presStyleCnt="3"/>
      <dgm:spPr/>
    </dgm:pt>
    <dgm:pt modelId="{98FE2A30-85C9-46EC-ACF6-EA32F5BE8B2F}" type="pres">
      <dgm:prSet presAssocID="{6E953A4D-57E1-471A-AC99-8F8A0E247F7A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CD407E1-ECC9-4DFB-B9BF-10F895359CB5}" type="pres">
      <dgm:prSet presAssocID="{6E953A4D-57E1-471A-AC99-8F8A0E247F7A}" presName="wedge2" presStyleLbl="node1" presStyleIdx="1" presStyleCnt="3"/>
      <dgm:spPr/>
    </dgm:pt>
    <dgm:pt modelId="{A135FF6C-F614-4625-8162-201D38840EF0}" type="pres">
      <dgm:prSet presAssocID="{6E953A4D-57E1-471A-AC99-8F8A0E247F7A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0C318DC-36EA-4368-829F-3C5E47BD8D8C}" type="pres">
      <dgm:prSet presAssocID="{6E953A4D-57E1-471A-AC99-8F8A0E247F7A}" presName="wedge3" presStyleLbl="node1" presStyleIdx="2" presStyleCnt="3"/>
      <dgm:spPr/>
    </dgm:pt>
    <dgm:pt modelId="{EB21C5DB-CB01-4A70-9F8E-7B3E14A0A13F}" type="pres">
      <dgm:prSet presAssocID="{6E953A4D-57E1-471A-AC99-8F8A0E247F7A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EA81922-3C2D-44F4-9E1B-A28D0665572B}" srcId="{6E953A4D-57E1-471A-AC99-8F8A0E247F7A}" destId="{8D06D765-D3AF-4D0F-80DB-EAF61C849502}" srcOrd="0" destOrd="0" parTransId="{1E85C7EC-99CC-400D-81C9-72F0B7476337}" sibTransId="{568FCB6E-E093-4326-84CB-45D5EB1089F4}"/>
    <dgm:cxn modelId="{9FE1954B-56D7-4A9A-A918-CD390950764D}" type="presOf" srcId="{6E953A4D-57E1-471A-AC99-8F8A0E247F7A}" destId="{AAFD858F-2382-4AF3-9948-7685F927182C}" srcOrd="0" destOrd="0" presId="urn:microsoft.com/office/officeart/2005/8/layout/chart3"/>
    <dgm:cxn modelId="{5E1C2B4E-35AB-4153-88BC-844EE3BA6B4B}" type="presOf" srcId="{90797808-0A30-4259-95FC-0B420679F78E}" destId="{90C318DC-36EA-4368-829F-3C5E47BD8D8C}" srcOrd="0" destOrd="0" presId="urn:microsoft.com/office/officeart/2005/8/layout/chart3"/>
    <dgm:cxn modelId="{86BF8679-53F9-4E36-BA4C-9051EDD35ABD}" type="presOf" srcId="{8D06D765-D3AF-4D0F-80DB-EAF61C849502}" destId="{98FE2A30-85C9-46EC-ACF6-EA32F5BE8B2F}" srcOrd="1" destOrd="0" presId="urn:microsoft.com/office/officeart/2005/8/layout/chart3"/>
    <dgm:cxn modelId="{4723CF88-911C-423A-99E1-301979F0B55B}" srcId="{6E953A4D-57E1-471A-AC99-8F8A0E247F7A}" destId="{90797808-0A30-4259-95FC-0B420679F78E}" srcOrd="2" destOrd="0" parTransId="{436B8B06-0CCF-4702-9AC2-6378576EC04F}" sibTransId="{C08A93F9-B487-426C-A6A9-B0ECA7A6378F}"/>
    <dgm:cxn modelId="{2FF5A893-F3C9-464D-B329-4C5CA99F1930}" type="presOf" srcId="{0B7C3B77-5AFC-4D5F-9AC8-14357ECAE986}" destId="{DCD407E1-ECC9-4DFB-B9BF-10F895359CB5}" srcOrd="0" destOrd="0" presId="urn:microsoft.com/office/officeart/2005/8/layout/chart3"/>
    <dgm:cxn modelId="{0A0C7395-4E26-4AD8-9761-D2C89A86E5A1}" srcId="{6E953A4D-57E1-471A-AC99-8F8A0E247F7A}" destId="{0B7C3B77-5AFC-4D5F-9AC8-14357ECAE986}" srcOrd="1" destOrd="0" parTransId="{A4BF339D-F8E4-42B3-8014-4A6270722602}" sibTransId="{ECAC368A-C5D5-4E68-8557-4E33993603B5}"/>
    <dgm:cxn modelId="{DDF0CEC4-ACFB-4CE6-85ED-198C2C6A6B67}" type="presOf" srcId="{0B7C3B77-5AFC-4D5F-9AC8-14357ECAE986}" destId="{A135FF6C-F614-4625-8162-201D38840EF0}" srcOrd="1" destOrd="0" presId="urn:microsoft.com/office/officeart/2005/8/layout/chart3"/>
    <dgm:cxn modelId="{967B6FED-0B66-4E33-8BBD-03FFA41BE708}" type="presOf" srcId="{90797808-0A30-4259-95FC-0B420679F78E}" destId="{EB21C5DB-CB01-4A70-9F8E-7B3E14A0A13F}" srcOrd="1" destOrd="0" presId="urn:microsoft.com/office/officeart/2005/8/layout/chart3"/>
    <dgm:cxn modelId="{D72C2AFA-D06E-443E-BF9B-4A27B1703484}" type="presOf" srcId="{8D06D765-D3AF-4D0F-80DB-EAF61C849502}" destId="{654FF096-CB23-4F1F-BD03-B8698C67CF16}" srcOrd="0" destOrd="0" presId="urn:microsoft.com/office/officeart/2005/8/layout/chart3"/>
    <dgm:cxn modelId="{69348E82-CEB7-4423-94E0-272C1254B80D}" type="presParOf" srcId="{AAFD858F-2382-4AF3-9948-7685F927182C}" destId="{654FF096-CB23-4F1F-BD03-B8698C67CF16}" srcOrd="0" destOrd="0" presId="urn:microsoft.com/office/officeart/2005/8/layout/chart3"/>
    <dgm:cxn modelId="{67C0D850-81D0-4260-BC16-4EA77629FA0E}" type="presParOf" srcId="{AAFD858F-2382-4AF3-9948-7685F927182C}" destId="{98FE2A30-85C9-46EC-ACF6-EA32F5BE8B2F}" srcOrd="1" destOrd="0" presId="urn:microsoft.com/office/officeart/2005/8/layout/chart3"/>
    <dgm:cxn modelId="{870AC500-AEB9-4991-9D8C-E10CBA453022}" type="presParOf" srcId="{AAFD858F-2382-4AF3-9948-7685F927182C}" destId="{DCD407E1-ECC9-4DFB-B9BF-10F895359CB5}" srcOrd="2" destOrd="0" presId="urn:microsoft.com/office/officeart/2005/8/layout/chart3"/>
    <dgm:cxn modelId="{DD5AD60A-CE73-4696-84E0-903FDC99913A}" type="presParOf" srcId="{AAFD858F-2382-4AF3-9948-7685F927182C}" destId="{A135FF6C-F614-4625-8162-201D38840EF0}" srcOrd="3" destOrd="0" presId="urn:microsoft.com/office/officeart/2005/8/layout/chart3"/>
    <dgm:cxn modelId="{1884AE14-9FF2-452E-97C3-775D7409AE13}" type="presParOf" srcId="{AAFD858F-2382-4AF3-9948-7685F927182C}" destId="{90C318DC-36EA-4368-829F-3C5E47BD8D8C}" srcOrd="4" destOrd="0" presId="urn:microsoft.com/office/officeart/2005/8/layout/chart3"/>
    <dgm:cxn modelId="{D6D36B05-B50F-4CB7-8A33-4515BB09FBEA}" type="presParOf" srcId="{AAFD858F-2382-4AF3-9948-7685F927182C}" destId="{EB21C5DB-CB01-4A70-9F8E-7B3E14A0A13F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3C49A3-D2AA-446D-921A-92C31CDC32F3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78D6DA-9718-4C93-8DD3-C44DC713BDD5}">
      <dgm:prSet/>
      <dgm:spPr/>
      <dgm:t>
        <a:bodyPr/>
        <a:lstStyle/>
        <a:p>
          <a:r>
            <a:rPr lang="en-GB"/>
            <a:t>Challenging behaviour is often a symptom of underlying emotions that pupils might not be able to express effectively.</a:t>
          </a:r>
          <a:endParaRPr lang="en-US"/>
        </a:p>
      </dgm:t>
    </dgm:pt>
    <dgm:pt modelId="{3E9F997A-2A82-439A-BC87-11128003D513}" type="parTrans" cxnId="{39B5AC05-DDDE-41C5-9A93-E7A6466B2A5A}">
      <dgm:prSet/>
      <dgm:spPr/>
      <dgm:t>
        <a:bodyPr/>
        <a:lstStyle/>
        <a:p>
          <a:endParaRPr lang="en-US"/>
        </a:p>
      </dgm:t>
    </dgm:pt>
    <dgm:pt modelId="{612AAAC2-3268-4043-9C3B-D53865EAA826}" type="sibTrans" cxnId="{39B5AC05-DDDE-41C5-9A93-E7A6466B2A5A}">
      <dgm:prSet/>
      <dgm:spPr/>
      <dgm:t>
        <a:bodyPr/>
        <a:lstStyle/>
        <a:p>
          <a:endParaRPr lang="en-US"/>
        </a:p>
      </dgm:t>
    </dgm:pt>
    <dgm:pt modelId="{D8B6A07B-0A55-42C3-8709-AB22D8B70E43}">
      <dgm:prSet/>
      <dgm:spPr/>
      <dgm:t>
        <a:bodyPr/>
        <a:lstStyle/>
        <a:p>
          <a:r>
            <a:rPr lang="en-GB"/>
            <a:t>Understanding the underlying emotions behind challenging behaviour is crucial to addressing it effectively.</a:t>
          </a:r>
          <a:endParaRPr lang="en-US"/>
        </a:p>
      </dgm:t>
    </dgm:pt>
    <dgm:pt modelId="{94A0B3FE-E588-4FF7-831F-2C67B620CFC1}" type="parTrans" cxnId="{53F37FB0-8D28-44E9-9EB3-689D888D6832}">
      <dgm:prSet/>
      <dgm:spPr/>
      <dgm:t>
        <a:bodyPr/>
        <a:lstStyle/>
        <a:p>
          <a:endParaRPr lang="en-US"/>
        </a:p>
      </dgm:t>
    </dgm:pt>
    <dgm:pt modelId="{5852FA52-9AE2-423D-B5DE-F27CF41772C2}" type="sibTrans" cxnId="{53F37FB0-8D28-44E9-9EB3-689D888D6832}">
      <dgm:prSet/>
      <dgm:spPr/>
      <dgm:t>
        <a:bodyPr/>
        <a:lstStyle/>
        <a:p>
          <a:endParaRPr lang="en-US"/>
        </a:p>
      </dgm:t>
    </dgm:pt>
    <dgm:pt modelId="{003DB8D1-E32C-4525-986F-241B3DAC2877}">
      <dgm:prSet/>
      <dgm:spPr/>
      <dgm:t>
        <a:bodyPr/>
        <a:lstStyle/>
        <a:p>
          <a:r>
            <a:rPr lang="en-GB"/>
            <a:t>Teachers can address challenging behaviour by providing appropriate support, building positive relationships, and adapting and differentiating the curriculum content.</a:t>
          </a:r>
          <a:endParaRPr lang="en-US"/>
        </a:p>
      </dgm:t>
    </dgm:pt>
    <dgm:pt modelId="{EC1F1F60-E1CB-4CA5-B839-73841695C876}" type="parTrans" cxnId="{921FE6A8-6174-485D-9639-6740439D64B3}">
      <dgm:prSet/>
      <dgm:spPr/>
      <dgm:t>
        <a:bodyPr/>
        <a:lstStyle/>
        <a:p>
          <a:endParaRPr lang="en-US"/>
        </a:p>
      </dgm:t>
    </dgm:pt>
    <dgm:pt modelId="{F7E08912-6D08-4A91-9C54-93E4B197DED2}" type="sibTrans" cxnId="{921FE6A8-6174-485D-9639-6740439D64B3}">
      <dgm:prSet/>
      <dgm:spPr/>
      <dgm:t>
        <a:bodyPr/>
        <a:lstStyle/>
        <a:p>
          <a:endParaRPr lang="en-US"/>
        </a:p>
      </dgm:t>
    </dgm:pt>
    <dgm:pt modelId="{BA714898-2F7D-46B4-A1A6-95E0DD572EA7}" type="pres">
      <dgm:prSet presAssocID="{863C49A3-D2AA-446D-921A-92C31CDC32F3}" presName="Name0" presStyleCnt="0">
        <dgm:presLayoutVars>
          <dgm:dir/>
          <dgm:animLvl val="lvl"/>
          <dgm:resizeHandles val="exact"/>
        </dgm:presLayoutVars>
      </dgm:prSet>
      <dgm:spPr/>
    </dgm:pt>
    <dgm:pt modelId="{181415E8-1948-46BB-BB75-E41274E29416}" type="pres">
      <dgm:prSet presAssocID="{003DB8D1-E32C-4525-986F-241B3DAC2877}" presName="boxAndChildren" presStyleCnt="0"/>
      <dgm:spPr/>
    </dgm:pt>
    <dgm:pt modelId="{50B51768-3B3F-496B-A96B-4A0801C96532}" type="pres">
      <dgm:prSet presAssocID="{003DB8D1-E32C-4525-986F-241B3DAC2877}" presName="parentTextBox" presStyleLbl="node1" presStyleIdx="0" presStyleCnt="3"/>
      <dgm:spPr/>
    </dgm:pt>
    <dgm:pt modelId="{F9B7C061-FBC3-4DD3-B27E-7BA92038D913}" type="pres">
      <dgm:prSet presAssocID="{5852FA52-9AE2-423D-B5DE-F27CF41772C2}" presName="sp" presStyleCnt="0"/>
      <dgm:spPr/>
    </dgm:pt>
    <dgm:pt modelId="{BBD2C738-C763-4114-9D49-38C2E89C508C}" type="pres">
      <dgm:prSet presAssocID="{D8B6A07B-0A55-42C3-8709-AB22D8B70E43}" presName="arrowAndChildren" presStyleCnt="0"/>
      <dgm:spPr/>
    </dgm:pt>
    <dgm:pt modelId="{3FA623F6-C0A1-4B4B-B4CA-F15F8C90C622}" type="pres">
      <dgm:prSet presAssocID="{D8B6A07B-0A55-42C3-8709-AB22D8B70E43}" presName="parentTextArrow" presStyleLbl="node1" presStyleIdx="1" presStyleCnt="3"/>
      <dgm:spPr/>
    </dgm:pt>
    <dgm:pt modelId="{29B18850-1A2D-47EF-B7F8-C9E4D97FB989}" type="pres">
      <dgm:prSet presAssocID="{612AAAC2-3268-4043-9C3B-D53865EAA826}" presName="sp" presStyleCnt="0"/>
      <dgm:spPr/>
    </dgm:pt>
    <dgm:pt modelId="{6BDB36A1-5BBB-4785-9AA2-200A077560B0}" type="pres">
      <dgm:prSet presAssocID="{4178D6DA-9718-4C93-8DD3-C44DC713BDD5}" presName="arrowAndChildren" presStyleCnt="0"/>
      <dgm:spPr/>
    </dgm:pt>
    <dgm:pt modelId="{624D1DAE-F86D-4398-9836-FB05ABA3F572}" type="pres">
      <dgm:prSet presAssocID="{4178D6DA-9718-4C93-8DD3-C44DC713BDD5}" presName="parentTextArrow" presStyleLbl="node1" presStyleIdx="2" presStyleCnt="3"/>
      <dgm:spPr/>
    </dgm:pt>
  </dgm:ptLst>
  <dgm:cxnLst>
    <dgm:cxn modelId="{39B5AC05-DDDE-41C5-9A93-E7A6466B2A5A}" srcId="{863C49A3-D2AA-446D-921A-92C31CDC32F3}" destId="{4178D6DA-9718-4C93-8DD3-C44DC713BDD5}" srcOrd="0" destOrd="0" parTransId="{3E9F997A-2A82-439A-BC87-11128003D513}" sibTransId="{612AAAC2-3268-4043-9C3B-D53865EAA826}"/>
    <dgm:cxn modelId="{725F4939-59FB-4337-BDE0-A360F53E7C31}" type="presOf" srcId="{863C49A3-D2AA-446D-921A-92C31CDC32F3}" destId="{BA714898-2F7D-46B4-A1A6-95E0DD572EA7}" srcOrd="0" destOrd="0" presId="urn:microsoft.com/office/officeart/2005/8/layout/process4"/>
    <dgm:cxn modelId="{BEDA654D-6307-4D49-A4FA-253BD632A79C}" type="presOf" srcId="{4178D6DA-9718-4C93-8DD3-C44DC713BDD5}" destId="{624D1DAE-F86D-4398-9836-FB05ABA3F572}" srcOrd="0" destOrd="0" presId="urn:microsoft.com/office/officeart/2005/8/layout/process4"/>
    <dgm:cxn modelId="{9CE83D56-7D0F-47C6-A623-777E764C68DD}" type="presOf" srcId="{003DB8D1-E32C-4525-986F-241B3DAC2877}" destId="{50B51768-3B3F-496B-A96B-4A0801C96532}" srcOrd="0" destOrd="0" presId="urn:microsoft.com/office/officeart/2005/8/layout/process4"/>
    <dgm:cxn modelId="{B4D5D291-D75F-4825-8B31-5FB0128E80F6}" type="presOf" srcId="{D8B6A07B-0A55-42C3-8709-AB22D8B70E43}" destId="{3FA623F6-C0A1-4B4B-B4CA-F15F8C90C622}" srcOrd="0" destOrd="0" presId="urn:microsoft.com/office/officeart/2005/8/layout/process4"/>
    <dgm:cxn modelId="{921FE6A8-6174-485D-9639-6740439D64B3}" srcId="{863C49A3-D2AA-446D-921A-92C31CDC32F3}" destId="{003DB8D1-E32C-4525-986F-241B3DAC2877}" srcOrd="2" destOrd="0" parTransId="{EC1F1F60-E1CB-4CA5-B839-73841695C876}" sibTransId="{F7E08912-6D08-4A91-9C54-93E4B197DED2}"/>
    <dgm:cxn modelId="{53F37FB0-8D28-44E9-9EB3-689D888D6832}" srcId="{863C49A3-D2AA-446D-921A-92C31CDC32F3}" destId="{D8B6A07B-0A55-42C3-8709-AB22D8B70E43}" srcOrd="1" destOrd="0" parTransId="{94A0B3FE-E588-4FF7-831F-2C67B620CFC1}" sibTransId="{5852FA52-9AE2-423D-B5DE-F27CF41772C2}"/>
    <dgm:cxn modelId="{74FA996A-4F57-4140-94B0-0914FE30B939}" type="presParOf" srcId="{BA714898-2F7D-46B4-A1A6-95E0DD572EA7}" destId="{181415E8-1948-46BB-BB75-E41274E29416}" srcOrd="0" destOrd="0" presId="urn:microsoft.com/office/officeart/2005/8/layout/process4"/>
    <dgm:cxn modelId="{F726F29E-61A7-445B-B871-CAFD3479285C}" type="presParOf" srcId="{181415E8-1948-46BB-BB75-E41274E29416}" destId="{50B51768-3B3F-496B-A96B-4A0801C96532}" srcOrd="0" destOrd="0" presId="urn:microsoft.com/office/officeart/2005/8/layout/process4"/>
    <dgm:cxn modelId="{19D3D8F0-C8BB-4AC0-B0B9-76BE2013AF1E}" type="presParOf" srcId="{BA714898-2F7D-46B4-A1A6-95E0DD572EA7}" destId="{F9B7C061-FBC3-4DD3-B27E-7BA92038D913}" srcOrd="1" destOrd="0" presId="urn:microsoft.com/office/officeart/2005/8/layout/process4"/>
    <dgm:cxn modelId="{ACACC0A3-AAC2-471B-89D4-B6E9E3E7852C}" type="presParOf" srcId="{BA714898-2F7D-46B4-A1A6-95E0DD572EA7}" destId="{BBD2C738-C763-4114-9D49-38C2E89C508C}" srcOrd="2" destOrd="0" presId="urn:microsoft.com/office/officeart/2005/8/layout/process4"/>
    <dgm:cxn modelId="{8C17314E-C6B2-49F2-B8C3-A77023ECEA22}" type="presParOf" srcId="{BBD2C738-C763-4114-9D49-38C2E89C508C}" destId="{3FA623F6-C0A1-4B4B-B4CA-F15F8C90C622}" srcOrd="0" destOrd="0" presId="urn:microsoft.com/office/officeart/2005/8/layout/process4"/>
    <dgm:cxn modelId="{6B7E55F9-0628-4732-91E7-3BA1719C8DFF}" type="presParOf" srcId="{BA714898-2F7D-46B4-A1A6-95E0DD572EA7}" destId="{29B18850-1A2D-47EF-B7F8-C9E4D97FB989}" srcOrd="3" destOrd="0" presId="urn:microsoft.com/office/officeart/2005/8/layout/process4"/>
    <dgm:cxn modelId="{7084F430-A4B4-42E7-9EB3-50CEA499CB65}" type="presParOf" srcId="{BA714898-2F7D-46B4-A1A6-95E0DD572EA7}" destId="{6BDB36A1-5BBB-4785-9AA2-200A077560B0}" srcOrd="4" destOrd="0" presId="urn:microsoft.com/office/officeart/2005/8/layout/process4"/>
    <dgm:cxn modelId="{2AB9A2A1-ADD9-4299-B17F-142A4E555ED2}" type="presParOf" srcId="{6BDB36A1-5BBB-4785-9AA2-200A077560B0}" destId="{624D1DAE-F86D-4398-9836-FB05ABA3F57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6E9FFA-F530-446A-A8E3-DCF022E0EE26}" type="doc">
      <dgm:prSet loTypeId="urn:microsoft.com/office/officeart/2005/8/layout/orgChart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9B7FEE2A-5789-4ED9-9F9B-C43296D623C9}">
      <dgm:prSet phldrT="[Text]"/>
      <dgm:spPr/>
      <dgm:t>
        <a:bodyPr/>
        <a:lstStyle/>
        <a:p>
          <a:r>
            <a:rPr lang="en-GB" dirty="0"/>
            <a:t>Central Executive</a:t>
          </a:r>
        </a:p>
      </dgm:t>
    </dgm:pt>
    <dgm:pt modelId="{9FD2DD14-8A0B-4030-B9C4-C97087360392}" type="parTrans" cxnId="{3282ECE5-3CFA-4B7B-890E-B0388D535126}">
      <dgm:prSet/>
      <dgm:spPr/>
      <dgm:t>
        <a:bodyPr/>
        <a:lstStyle/>
        <a:p>
          <a:endParaRPr lang="en-GB"/>
        </a:p>
      </dgm:t>
    </dgm:pt>
    <dgm:pt modelId="{983472A6-50FF-44DF-95CD-BB5A6F14CF5E}" type="sibTrans" cxnId="{3282ECE5-3CFA-4B7B-890E-B0388D535126}">
      <dgm:prSet/>
      <dgm:spPr/>
      <dgm:t>
        <a:bodyPr/>
        <a:lstStyle/>
        <a:p>
          <a:endParaRPr lang="en-GB"/>
        </a:p>
      </dgm:t>
    </dgm:pt>
    <dgm:pt modelId="{C0AD7F10-50F8-42E9-BDF3-235DF3E76F33}">
      <dgm:prSet phldrT="[Text]"/>
      <dgm:spPr/>
      <dgm:t>
        <a:bodyPr/>
        <a:lstStyle/>
        <a:p>
          <a:r>
            <a:rPr lang="en-GB" dirty="0"/>
            <a:t>Maximise positive affect</a:t>
          </a:r>
        </a:p>
      </dgm:t>
    </dgm:pt>
    <dgm:pt modelId="{4CEFDD92-B74C-45C3-ADC9-6ED8A52D8E8B}" type="parTrans" cxnId="{D1BF9CF4-67B5-495D-B29F-8906D9ADCC01}">
      <dgm:prSet/>
      <dgm:spPr/>
      <dgm:t>
        <a:bodyPr/>
        <a:lstStyle/>
        <a:p>
          <a:endParaRPr lang="en-GB"/>
        </a:p>
      </dgm:t>
    </dgm:pt>
    <dgm:pt modelId="{DCE53370-9F6D-4A08-A51E-BB56930EDED1}" type="sibTrans" cxnId="{D1BF9CF4-67B5-495D-B29F-8906D9ADCC01}">
      <dgm:prSet/>
      <dgm:spPr/>
      <dgm:t>
        <a:bodyPr/>
        <a:lstStyle/>
        <a:p>
          <a:endParaRPr lang="en-GB"/>
        </a:p>
      </dgm:t>
    </dgm:pt>
    <dgm:pt modelId="{9F38F1A9-7991-404E-AA1E-3168939D4DDB}">
      <dgm:prSet phldrT="[Text]"/>
      <dgm:spPr/>
      <dgm:t>
        <a:bodyPr/>
        <a:lstStyle/>
        <a:p>
          <a:r>
            <a:rPr lang="en-GB" dirty="0"/>
            <a:t>Minimise negative affect</a:t>
          </a:r>
        </a:p>
      </dgm:t>
    </dgm:pt>
    <dgm:pt modelId="{1BD1A399-C579-4884-A7C1-A86A1DDEADE6}" type="parTrans" cxnId="{9F1FA2B7-A229-476D-AA08-F2A4AD4B58D9}">
      <dgm:prSet/>
      <dgm:spPr/>
      <dgm:t>
        <a:bodyPr/>
        <a:lstStyle/>
        <a:p>
          <a:endParaRPr lang="en-GB"/>
        </a:p>
      </dgm:t>
    </dgm:pt>
    <dgm:pt modelId="{E7E174A6-340E-4E63-B974-5F3B72D2C2A0}" type="sibTrans" cxnId="{9F1FA2B7-A229-476D-AA08-F2A4AD4B58D9}">
      <dgm:prSet/>
      <dgm:spPr/>
      <dgm:t>
        <a:bodyPr/>
        <a:lstStyle/>
        <a:p>
          <a:endParaRPr lang="en-GB"/>
        </a:p>
      </dgm:t>
    </dgm:pt>
    <dgm:pt modelId="{10D74966-296A-415F-99CE-71791232724A}">
      <dgm:prSet phldrT="[Text]"/>
      <dgm:spPr/>
      <dgm:t>
        <a:bodyPr/>
        <a:lstStyle/>
        <a:p>
          <a:r>
            <a:rPr lang="en-GB" dirty="0"/>
            <a:t>Minimise the inhibition of affect</a:t>
          </a:r>
        </a:p>
      </dgm:t>
    </dgm:pt>
    <dgm:pt modelId="{1647E7DA-8A3D-46F7-9697-2FB732542C5A}" type="parTrans" cxnId="{37C3B3DF-C671-47FB-84B0-44B383D1AD5C}">
      <dgm:prSet/>
      <dgm:spPr/>
      <dgm:t>
        <a:bodyPr/>
        <a:lstStyle/>
        <a:p>
          <a:endParaRPr lang="en-GB"/>
        </a:p>
      </dgm:t>
    </dgm:pt>
    <dgm:pt modelId="{E4E0A654-5459-4F70-A4B0-8CAFE8F2B160}" type="sibTrans" cxnId="{37C3B3DF-C671-47FB-84B0-44B383D1AD5C}">
      <dgm:prSet/>
      <dgm:spPr/>
      <dgm:t>
        <a:bodyPr/>
        <a:lstStyle/>
        <a:p>
          <a:endParaRPr lang="en-GB"/>
        </a:p>
      </dgm:t>
    </dgm:pt>
    <dgm:pt modelId="{B3B4C09C-2FAC-470B-9228-A6998393CB38}" type="pres">
      <dgm:prSet presAssocID="{DA6E9FFA-F530-446A-A8E3-DCF022E0EE2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ED4147C-7896-4E5F-BE20-24E3F1B954E4}" type="pres">
      <dgm:prSet presAssocID="{9B7FEE2A-5789-4ED9-9F9B-C43296D623C9}" presName="hierRoot1" presStyleCnt="0">
        <dgm:presLayoutVars>
          <dgm:hierBranch val="init"/>
        </dgm:presLayoutVars>
      </dgm:prSet>
      <dgm:spPr/>
    </dgm:pt>
    <dgm:pt modelId="{3D44214D-845B-4A68-809F-3A4045F7072D}" type="pres">
      <dgm:prSet presAssocID="{9B7FEE2A-5789-4ED9-9F9B-C43296D623C9}" presName="rootComposite1" presStyleCnt="0"/>
      <dgm:spPr/>
    </dgm:pt>
    <dgm:pt modelId="{770CC102-4E3E-48C2-BB2B-113BB5740CCF}" type="pres">
      <dgm:prSet presAssocID="{9B7FEE2A-5789-4ED9-9F9B-C43296D623C9}" presName="rootText1" presStyleLbl="node0" presStyleIdx="0" presStyleCnt="1">
        <dgm:presLayoutVars>
          <dgm:chPref val="3"/>
        </dgm:presLayoutVars>
      </dgm:prSet>
      <dgm:spPr/>
    </dgm:pt>
    <dgm:pt modelId="{7C8CD14E-8620-4094-BDF1-BE7424679557}" type="pres">
      <dgm:prSet presAssocID="{9B7FEE2A-5789-4ED9-9F9B-C43296D623C9}" presName="rootConnector1" presStyleLbl="node1" presStyleIdx="0" presStyleCnt="0"/>
      <dgm:spPr/>
    </dgm:pt>
    <dgm:pt modelId="{5D2BCDC3-3AFE-4094-851D-FEAEE819CCC3}" type="pres">
      <dgm:prSet presAssocID="{9B7FEE2A-5789-4ED9-9F9B-C43296D623C9}" presName="hierChild2" presStyleCnt="0"/>
      <dgm:spPr/>
    </dgm:pt>
    <dgm:pt modelId="{98650259-B108-4482-AB5A-312341E06A8A}" type="pres">
      <dgm:prSet presAssocID="{4CEFDD92-B74C-45C3-ADC9-6ED8A52D8E8B}" presName="Name37" presStyleLbl="parChTrans1D2" presStyleIdx="0" presStyleCnt="3"/>
      <dgm:spPr/>
    </dgm:pt>
    <dgm:pt modelId="{79EA7AB1-3EE4-4A56-A98B-6F50D59B35AD}" type="pres">
      <dgm:prSet presAssocID="{C0AD7F10-50F8-42E9-BDF3-235DF3E76F33}" presName="hierRoot2" presStyleCnt="0">
        <dgm:presLayoutVars>
          <dgm:hierBranch val="init"/>
        </dgm:presLayoutVars>
      </dgm:prSet>
      <dgm:spPr/>
    </dgm:pt>
    <dgm:pt modelId="{B9E01D50-72DA-43B4-BB78-7BAD2BB2FD8F}" type="pres">
      <dgm:prSet presAssocID="{C0AD7F10-50F8-42E9-BDF3-235DF3E76F33}" presName="rootComposite" presStyleCnt="0"/>
      <dgm:spPr/>
    </dgm:pt>
    <dgm:pt modelId="{89D74B90-9BF5-4E21-ABA0-7B1F89626E48}" type="pres">
      <dgm:prSet presAssocID="{C0AD7F10-50F8-42E9-BDF3-235DF3E76F33}" presName="rootText" presStyleLbl="node2" presStyleIdx="0" presStyleCnt="3">
        <dgm:presLayoutVars>
          <dgm:chPref val="3"/>
        </dgm:presLayoutVars>
      </dgm:prSet>
      <dgm:spPr/>
    </dgm:pt>
    <dgm:pt modelId="{A6AE5A83-3460-49C8-8A1E-92536E43A323}" type="pres">
      <dgm:prSet presAssocID="{C0AD7F10-50F8-42E9-BDF3-235DF3E76F33}" presName="rootConnector" presStyleLbl="node2" presStyleIdx="0" presStyleCnt="3"/>
      <dgm:spPr/>
    </dgm:pt>
    <dgm:pt modelId="{2E40E334-1FFB-42F3-BEA5-FAC3BBC5710C}" type="pres">
      <dgm:prSet presAssocID="{C0AD7F10-50F8-42E9-BDF3-235DF3E76F33}" presName="hierChild4" presStyleCnt="0"/>
      <dgm:spPr/>
    </dgm:pt>
    <dgm:pt modelId="{95CB0B39-BFF4-4A1D-87F8-5D56BABF4807}" type="pres">
      <dgm:prSet presAssocID="{C0AD7F10-50F8-42E9-BDF3-235DF3E76F33}" presName="hierChild5" presStyleCnt="0"/>
      <dgm:spPr/>
    </dgm:pt>
    <dgm:pt modelId="{89066ED6-A6BE-4E55-B288-17B6A7DA7148}" type="pres">
      <dgm:prSet presAssocID="{1BD1A399-C579-4884-A7C1-A86A1DDEADE6}" presName="Name37" presStyleLbl="parChTrans1D2" presStyleIdx="1" presStyleCnt="3"/>
      <dgm:spPr/>
    </dgm:pt>
    <dgm:pt modelId="{9220979D-C336-40E7-B9BC-4B19678380B3}" type="pres">
      <dgm:prSet presAssocID="{9F38F1A9-7991-404E-AA1E-3168939D4DDB}" presName="hierRoot2" presStyleCnt="0">
        <dgm:presLayoutVars>
          <dgm:hierBranch val="init"/>
        </dgm:presLayoutVars>
      </dgm:prSet>
      <dgm:spPr/>
    </dgm:pt>
    <dgm:pt modelId="{82C4A087-7408-469F-B678-345DF77E3EFF}" type="pres">
      <dgm:prSet presAssocID="{9F38F1A9-7991-404E-AA1E-3168939D4DDB}" presName="rootComposite" presStyleCnt="0"/>
      <dgm:spPr/>
    </dgm:pt>
    <dgm:pt modelId="{8471757B-4D33-4437-8464-D3BA05C17E0E}" type="pres">
      <dgm:prSet presAssocID="{9F38F1A9-7991-404E-AA1E-3168939D4DDB}" presName="rootText" presStyleLbl="node2" presStyleIdx="1" presStyleCnt="3">
        <dgm:presLayoutVars>
          <dgm:chPref val="3"/>
        </dgm:presLayoutVars>
      </dgm:prSet>
      <dgm:spPr/>
    </dgm:pt>
    <dgm:pt modelId="{BABE4203-DA4A-4F3F-AB3C-7ADF4A17DA78}" type="pres">
      <dgm:prSet presAssocID="{9F38F1A9-7991-404E-AA1E-3168939D4DDB}" presName="rootConnector" presStyleLbl="node2" presStyleIdx="1" presStyleCnt="3"/>
      <dgm:spPr/>
    </dgm:pt>
    <dgm:pt modelId="{D2C90821-1B82-44A0-B8B1-9D37B0EB33A2}" type="pres">
      <dgm:prSet presAssocID="{9F38F1A9-7991-404E-AA1E-3168939D4DDB}" presName="hierChild4" presStyleCnt="0"/>
      <dgm:spPr/>
    </dgm:pt>
    <dgm:pt modelId="{D80BFB11-3A3C-4423-8803-6618257C4FBE}" type="pres">
      <dgm:prSet presAssocID="{9F38F1A9-7991-404E-AA1E-3168939D4DDB}" presName="hierChild5" presStyleCnt="0"/>
      <dgm:spPr/>
    </dgm:pt>
    <dgm:pt modelId="{D8428C31-6466-4D50-817B-9D7AF4AD9589}" type="pres">
      <dgm:prSet presAssocID="{1647E7DA-8A3D-46F7-9697-2FB732542C5A}" presName="Name37" presStyleLbl="parChTrans1D2" presStyleIdx="2" presStyleCnt="3"/>
      <dgm:spPr/>
    </dgm:pt>
    <dgm:pt modelId="{E9AFCD8A-F8CD-473E-A9E8-25DD58B62AEF}" type="pres">
      <dgm:prSet presAssocID="{10D74966-296A-415F-99CE-71791232724A}" presName="hierRoot2" presStyleCnt="0">
        <dgm:presLayoutVars>
          <dgm:hierBranch val="init"/>
        </dgm:presLayoutVars>
      </dgm:prSet>
      <dgm:spPr/>
    </dgm:pt>
    <dgm:pt modelId="{2CC0CAB5-EB3E-4580-A84A-1482C1803EE9}" type="pres">
      <dgm:prSet presAssocID="{10D74966-296A-415F-99CE-71791232724A}" presName="rootComposite" presStyleCnt="0"/>
      <dgm:spPr/>
    </dgm:pt>
    <dgm:pt modelId="{96483B6B-4167-463A-AB3A-A52BF48244C4}" type="pres">
      <dgm:prSet presAssocID="{10D74966-296A-415F-99CE-71791232724A}" presName="rootText" presStyleLbl="node2" presStyleIdx="2" presStyleCnt="3">
        <dgm:presLayoutVars>
          <dgm:chPref val="3"/>
        </dgm:presLayoutVars>
      </dgm:prSet>
      <dgm:spPr/>
    </dgm:pt>
    <dgm:pt modelId="{398C69F8-49D9-4856-B07A-36C1160E6A06}" type="pres">
      <dgm:prSet presAssocID="{10D74966-296A-415F-99CE-71791232724A}" presName="rootConnector" presStyleLbl="node2" presStyleIdx="2" presStyleCnt="3"/>
      <dgm:spPr/>
    </dgm:pt>
    <dgm:pt modelId="{E8B87193-D484-46C1-887D-0D276CAAED8B}" type="pres">
      <dgm:prSet presAssocID="{10D74966-296A-415F-99CE-71791232724A}" presName="hierChild4" presStyleCnt="0"/>
      <dgm:spPr/>
    </dgm:pt>
    <dgm:pt modelId="{AAC3C141-5708-4A06-84BB-0398BF460202}" type="pres">
      <dgm:prSet presAssocID="{10D74966-296A-415F-99CE-71791232724A}" presName="hierChild5" presStyleCnt="0"/>
      <dgm:spPr/>
    </dgm:pt>
    <dgm:pt modelId="{C8381D5F-4D3C-4141-A50C-CB33DC099272}" type="pres">
      <dgm:prSet presAssocID="{9B7FEE2A-5789-4ED9-9F9B-C43296D623C9}" presName="hierChild3" presStyleCnt="0"/>
      <dgm:spPr/>
    </dgm:pt>
  </dgm:ptLst>
  <dgm:cxnLst>
    <dgm:cxn modelId="{8B52312D-7013-4150-A934-6602EA98BE1E}" type="presOf" srcId="{DA6E9FFA-F530-446A-A8E3-DCF022E0EE26}" destId="{B3B4C09C-2FAC-470B-9228-A6998393CB38}" srcOrd="0" destOrd="0" presId="urn:microsoft.com/office/officeart/2005/8/layout/orgChart1"/>
    <dgm:cxn modelId="{DA6A392D-E853-443E-9916-03795024CFD8}" type="presOf" srcId="{1BD1A399-C579-4884-A7C1-A86A1DDEADE6}" destId="{89066ED6-A6BE-4E55-B288-17B6A7DA7148}" srcOrd="0" destOrd="0" presId="urn:microsoft.com/office/officeart/2005/8/layout/orgChart1"/>
    <dgm:cxn modelId="{7858D934-32AF-4D1F-A32A-9B76971981AF}" type="presOf" srcId="{4CEFDD92-B74C-45C3-ADC9-6ED8A52D8E8B}" destId="{98650259-B108-4482-AB5A-312341E06A8A}" srcOrd="0" destOrd="0" presId="urn:microsoft.com/office/officeart/2005/8/layout/orgChart1"/>
    <dgm:cxn modelId="{16A8B78A-7CF9-4F95-BE80-9049B6394F1A}" type="presOf" srcId="{10D74966-296A-415F-99CE-71791232724A}" destId="{96483B6B-4167-463A-AB3A-A52BF48244C4}" srcOrd="0" destOrd="0" presId="urn:microsoft.com/office/officeart/2005/8/layout/orgChart1"/>
    <dgm:cxn modelId="{6E82E6A9-BFC5-49B7-8E40-967A4CAF72A8}" type="presOf" srcId="{9F38F1A9-7991-404E-AA1E-3168939D4DDB}" destId="{8471757B-4D33-4437-8464-D3BA05C17E0E}" srcOrd="0" destOrd="0" presId="urn:microsoft.com/office/officeart/2005/8/layout/orgChart1"/>
    <dgm:cxn modelId="{9F1FA2B7-A229-476D-AA08-F2A4AD4B58D9}" srcId="{9B7FEE2A-5789-4ED9-9F9B-C43296D623C9}" destId="{9F38F1A9-7991-404E-AA1E-3168939D4DDB}" srcOrd="1" destOrd="0" parTransId="{1BD1A399-C579-4884-A7C1-A86A1DDEADE6}" sibTransId="{E7E174A6-340E-4E63-B974-5F3B72D2C2A0}"/>
    <dgm:cxn modelId="{C9AD23B8-B143-4055-BA63-340BAE680C68}" type="presOf" srcId="{10D74966-296A-415F-99CE-71791232724A}" destId="{398C69F8-49D9-4856-B07A-36C1160E6A06}" srcOrd="1" destOrd="0" presId="urn:microsoft.com/office/officeart/2005/8/layout/orgChart1"/>
    <dgm:cxn modelId="{267967D7-339E-43F9-990B-C8E25EB54097}" type="presOf" srcId="{9B7FEE2A-5789-4ED9-9F9B-C43296D623C9}" destId="{770CC102-4E3E-48C2-BB2B-113BB5740CCF}" srcOrd="0" destOrd="0" presId="urn:microsoft.com/office/officeart/2005/8/layout/orgChart1"/>
    <dgm:cxn modelId="{D11FBBDC-11AE-4752-B458-97CAF9F9C6AB}" type="presOf" srcId="{1647E7DA-8A3D-46F7-9697-2FB732542C5A}" destId="{D8428C31-6466-4D50-817B-9D7AF4AD9589}" srcOrd="0" destOrd="0" presId="urn:microsoft.com/office/officeart/2005/8/layout/orgChart1"/>
    <dgm:cxn modelId="{37C3B3DF-C671-47FB-84B0-44B383D1AD5C}" srcId="{9B7FEE2A-5789-4ED9-9F9B-C43296D623C9}" destId="{10D74966-296A-415F-99CE-71791232724A}" srcOrd="2" destOrd="0" parTransId="{1647E7DA-8A3D-46F7-9697-2FB732542C5A}" sibTransId="{E4E0A654-5459-4F70-A4B0-8CAFE8F2B160}"/>
    <dgm:cxn modelId="{C6567BE2-5573-40E0-BB0E-76A858D42225}" type="presOf" srcId="{9B7FEE2A-5789-4ED9-9F9B-C43296D623C9}" destId="{7C8CD14E-8620-4094-BDF1-BE7424679557}" srcOrd="1" destOrd="0" presId="urn:microsoft.com/office/officeart/2005/8/layout/orgChart1"/>
    <dgm:cxn modelId="{3282ECE5-3CFA-4B7B-890E-B0388D535126}" srcId="{DA6E9FFA-F530-446A-A8E3-DCF022E0EE26}" destId="{9B7FEE2A-5789-4ED9-9F9B-C43296D623C9}" srcOrd="0" destOrd="0" parTransId="{9FD2DD14-8A0B-4030-B9C4-C97087360392}" sibTransId="{983472A6-50FF-44DF-95CD-BB5A6F14CF5E}"/>
    <dgm:cxn modelId="{4C6230F3-A345-4DC3-A15A-1396D435D293}" type="presOf" srcId="{C0AD7F10-50F8-42E9-BDF3-235DF3E76F33}" destId="{A6AE5A83-3460-49C8-8A1E-92536E43A323}" srcOrd="1" destOrd="0" presId="urn:microsoft.com/office/officeart/2005/8/layout/orgChart1"/>
    <dgm:cxn modelId="{D1BF9CF4-67B5-495D-B29F-8906D9ADCC01}" srcId="{9B7FEE2A-5789-4ED9-9F9B-C43296D623C9}" destId="{C0AD7F10-50F8-42E9-BDF3-235DF3E76F33}" srcOrd="0" destOrd="0" parTransId="{4CEFDD92-B74C-45C3-ADC9-6ED8A52D8E8B}" sibTransId="{DCE53370-9F6D-4A08-A51E-BB56930EDED1}"/>
    <dgm:cxn modelId="{64D314FA-DE08-4E40-8E00-0745893744A8}" type="presOf" srcId="{9F38F1A9-7991-404E-AA1E-3168939D4DDB}" destId="{BABE4203-DA4A-4F3F-AB3C-7ADF4A17DA78}" srcOrd="1" destOrd="0" presId="urn:microsoft.com/office/officeart/2005/8/layout/orgChart1"/>
    <dgm:cxn modelId="{6BC9C4FB-237C-40F4-B857-81B63439CF99}" type="presOf" srcId="{C0AD7F10-50F8-42E9-BDF3-235DF3E76F33}" destId="{89D74B90-9BF5-4E21-ABA0-7B1F89626E48}" srcOrd="0" destOrd="0" presId="urn:microsoft.com/office/officeart/2005/8/layout/orgChart1"/>
    <dgm:cxn modelId="{2494ECC7-61D7-4201-A96D-12EF84C79A33}" type="presParOf" srcId="{B3B4C09C-2FAC-470B-9228-A6998393CB38}" destId="{DED4147C-7896-4E5F-BE20-24E3F1B954E4}" srcOrd="0" destOrd="0" presId="urn:microsoft.com/office/officeart/2005/8/layout/orgChart1"/>
    <dgm:cxn modelId="{72BEB8B8-A532-4119-9D9F-60B07753A124}" type="presParOf" srcId="{DED4147C-7896-4E5F-BE20-24E3F1B954E4}" destId="{3D44214D-845B-4A68-809F-3A4045F7072D}" srcOrd="0" destOrd="0" presId="urn:microsoft.com/office/officeart/2005/8/layout/orgChart1"/>
    <dgm:cxn modelId="{AA615F9F-1F64-4D3A-B9F9-118301622178}" type="presParOf" srcId="{3D44214D-845B-4A68-809F-3A4045F7072D}" destId="{770CC102-4E3E-48C2-BB2B-113BB5740CCF}" srcOrd="0" destOrd="0" presId="urn:microsoft.com/office/officeart/2005/8/layout/orgChart1"/>
    <dgm:cxn modelId="{AEED8E44-1BB6-40ED-88F6-827D43B6774C}" type="presParOf" srcId="{3D44214D-845B-4A68-809F-3A4045F7072D}" destId="{7C8CD14E-8620-4094-BDF1-BE7424679557}" srcOrd="1" destOrd="0" presId="urn:microsoft.com/office/officeart/2005/8/layout/orgChart1"/>
    <dgm:cxn modelId="{E95298F4-C4CC-4122-BDEA-4ECFAC8EA917}" type="presParOf" srcId="{DED4147C-7896-4E5F-BE20-24E3F1B954E4}" destId="{5D2BCDC3-3AFE-4094-851D-FEAEE819CCC3}" srcOrd="1" destOrd="0" presId="urn:microsoft.com/office/officeart/2005/8/layout/orgChart1"/>
    <dgm:cxn modelId="{4072A0DC-1757-4C0D-BF2A-0C08E931E32A}" type="presParOf" srcId="{5D2BCDC3-3AFE-4094-851D-FEAEE819CCC3}" destId="{98650259-B108-4482-AB5A-312341E06A8A}" srcOrd="0" destOrd="0" presId="urn:microsoft.com/office/officeart/2005/8/layout/orgChart1"/>
    <dgm:cxn modelId="{4AF3F05A-3927-43CD-8616-6B3BA871F266}" type="presParOf" srcId="{5D2BCDC3-3AFE-4094-851D-FEAEE819CCC3}" destId="{79EA7AB1-3EE4-4A56-A98B-6F50D59B35AD}" srcOrd="1" destOrd="0" presId="urn:microsoft.com/office/officeart/2005/8/layout/orgChart1"/>
    <dgm:cxn modelId="{02A3E36A-76BE-4604-AC9B-B2C3207B5825}" type="presParOf" srcId="{79EA7AB1-3EE4-4A56-A98B-6F50D59B35AD}" destId="{B9E01D50-72DA-43B4-BB78-7BAD2BB2FD8F}" srcOrd="0" destOrd="0" presId="urn:microsoft.com/office/officeart/2005/8/layout/orgChart1"/>
    <dgm:cxn modelId="{5A13836E-E7E9-4D6B-A263-0F7F4D483813}" type="presParOf" srcId="{B9E01D50-72DA-43B4-BB78-7BAD2BB2FD8F}" destId="{89D74B90-9BF5-4E21-ABA0-7B1F89626E48}" srcOrd="0" destOrd="0" presId="urn:microsoft.com/office/officeart/2005/8/layout/orgChart1"/>
    <dgm:cxn modelId="{E5AAA2D6-623C-48BB-8DC6-6E6475F57BE3}" type="presParOf" srcId="{B9E01D50-72DA-43B4-BB78-7BAD2BB2FD8F}" destId="{A6AE5A83-3460-49C8-8A1E-92536E43A323}" srcOrd="1" destOrd="0" presId="urn:microsoft.com/office/officeart/2005/8/layout/orgChart1"/>
    <dgm:cxn modelId="{BA6E649B-9000-498F-9F94-6400EBEE75E9}" type="presParOf" srcId="{79EA7AB1-3EE4-4A56-A98B-6F50D59B35AD}" destId="{2E40E334-1FFB-42F3-BEA5-FAC3BBC5710C}" srcOrd="1" destOrd="0" presId="urn:microsoft.com/office/officeart/2005/8/layout/orgChart1"/>
    <dgm:cxn modelId="{03E64222-54AD-4AAF-B213-D43BB774EB69}" type="presParOf" srcId="{79EA7AB1-3EE4-4A56-A98B-6F50D59B35AD}" destId="{95CB0B39-BFF4-4A1D-87F8-5D56BABF4807}" srcOrd="2" destOrd="0" presId="urn:microsoft.com/office/officeart/2005/8/layout/orgChart1"/>
    <dgm:cxn modelId="{9A74F5E9-4E36-4C26-BF34-5D2C8434E96B}" type="presParOf" srcId="{5D2BCDC3-3AFE-4094-851D-FEAEE819CCC3}" destId="{89066ED6-A6BE-4E55-B288-17B6A7DA7148}" srcOrd="2" destOrd="0" presId="urn:microsoft.com/office/officeart/2005/8/layout/orgChart1"/>
    <dgm:cxn modelId="{4CF8C631-0B01-4150-93FB-548CEBEC7010}" type="presParOf" srcId="{5D2BCDC3-3AFE-4094-851D-FEAEE819CCC3}" destId="{9220979D-C336-40E7-B9BC-4B19678380B3}" srcOrd="3" destOrd="0" presId="urn:microsoft.com/office/officeart/2005/8/layout/orgChart1"/>
    <dgm:cxn modelId="{133719D2-1D9F-4025-88EF-7D85F2264E5E}" type="presParOf" srcId="{9220979D-C336-40E7-B9BC-4B19678380B3}" destId="{82C4A087-7408-469F-B678-345DF77E3EFF}" srcOrd="0" destOrd="0" presId="urn:microsoft.com/office/officeart/2005/8/layout/orgChart1"/>
    <dgm:cxn modelId="{1B4213CF-022E-4F5B-AB15-5756BF19AEC3}" type="presParOf" srcId="{82C4A087-7408-469F-B678-345DF77E3EFF}" destId="{8471757B-4D33-4437-8464-D3BA05C17E0E}" srcOrd="0" destOrd="0" presId="urn:microsoft.com/office/officeart/2005/8/layout/orgChart1"/>
    <dgm:cxn modelId="{5A7B87C9-2F8A-4043-AC49-67D574B26FAB}" type="presParOf" srcId="{82C4A087-7408-469F-B678-345DF77E3EFF}" destId="{BABE4203-DA4A-4F3F-AB3C-7ADF4A17DA78}" srcOrd="1" destOrd="0" presId="urn:microsoft.com/office/officeart/2005/8/layout/orgChart1"/>
    <dgm:cxn modelId="{14A09CA9-6AB0-45BE-A0F0-9E09FB9C40AB}" type="presParOf" srcId="{9220979D-C336-40E7-B9BC-4B19678380B3}" destId="{D2C90821-1B82-44A0-B8B1-9D37B0EB33A2}" srcOrd="1" destOrd="0" presId="urn:microsoft.com/office/officeart/2005/8/layout/orgChart1"/>
    <dgm:cxn modelId="{F926B338-A4E5-439A-9B54-16D32D465F4A}" type="presParOf" srcId="{9220979D-C336-40E7-B9BC-4B19678380B3}" destId="{D80BFB11-3A3C-4423-8803-6618257C4FBE}" srcOrd="2" destOrd="0" presId="urn:microsoft.com/office/officeart/2005/8/layout/orgChart1"/>
    <dgm:cxn modelId="{EAD168DF-F86E-4990-AB7D-DAD46C9B013D}" type="presParOf" srcId="{5D2BCDC3-3AFE-4094-851D-FEAEE819CCC3}" destId="{D8428C31-6466-4D50-817B-9D7AF4AD9589}" srcOrd="4" destOrd="0" presId="urn:microsoft.com/office/officeart/2005/8/layout/orgChart1"/>
    <dgm:cxn modelId="{C0CC13F4-C2D4-4B79-BA14-129B3DD0A4F0}" type="presParOf" srcId="{5D2BCDC3-3AFE-4094-851D-FEAEE819CCC3}" destId="{E9AFCD8A-F8CD-473E-A9E8-25DD58B62AEF}" srcOrd="5" destOrd="0" presId="urn:microsoft.com/office/officeart/2005/8/layout/orgChart1"/>
    <dgm:cxn modelId="{CD382B27-FC73-4EA5-9561-DE9C7A55D2B3}" type="presParOf" srcId="{E9AFCD8A-F8CD-473E-A9E8-25DD58B62AEF}" destId="{2CC0CAB5-EB3E-4580-A84A-1482C1803EE9}" srcOrd="0" destOrd="0" presId="urn:microsoft.com/office/officeart/2005/8/layout/orgChart1"/>
    <dgm:cxn modelId="{F97C7103-20C5-417F-BC4F-893087AA43CB}" type="presParOf" srcId="{2CC0CAB5-EB3E-4580-A84A-1482C1803EE9}" destId="{96483B6B-4167-463A-AB3A-A52BF48244C4}" srcOrd="0" destOrd="0" presId="urn:microsoft.com/office/officeart/2005/8/layout/orgChart1"/>
    <dgm:cxn modelId="{86F754FC-E6E7-464B-97EB-69909F226391}" type="presParOf" srcId="{2CC0CAB5-EB3E-4580-A84A-1482C1803EE9}" destId="{398C69F8-49D9-4856-B07A-36C1160E6A06}" srcOrd="1" destOrd="0" presId="urn:microsoft.com/office/officeart/2005/8/layout/orgChart1"/>
    <dgm:cxn modelId="{016385F1-E140-47C3-81D3-2E641764AB68}" type="presParOf" srcId="{E9AFCD8A-F8CD-473E-A9E8-25DD58B62AEF}" destId="{E8B87193-D484-46C1-887D-0D276CAAED8B}" srcOrd="1" destOrd="0" presId="urn:microsoft.com/office/officeart/2005/8/layout/orgChart1"/>
    <dgm:cxn modelId="{EAE320F4-166C-4866-AC56-89A50F548190}" type="presParOf" srcId="{E9AFCD8A-F8CD-473E-A9E8-25DD58B62AEF}" destId="{AAC3C141-5708-4A06-84BB-0398BF460202}" srcOrd="2" destOrd="0" presId="urn:microsoft.com/office/officeart/2005/8/layout/orgChart1"/>
    <dgm:cxn modelId="{83A05647-4153-4D6E-ADCC-354D5B384D74}" type="presParOf" srcId="{DED4147C-7896-4E5F-BE20-24E3F1B954E4}" destId="{C8381D5F-4D3C-4141-A50C-CB33DC0992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D62836-DB29-4D6F-94F5-D4E346CEFCDE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5206A9-7F75-4F32-87DC-867A8B3A8CE1}">
      <dgm:prSet/>
      <dgm:spPr/>
      <dgm:t>
        <a:bodyPr/>
        <a:lstStyle/>
        <a:p>
          <a:r>
            <a:rPr lang="en-GB"/>
            <a:t>Adapting and differentiating the curriculum content based on pupils' strengths and weaknesses is crucial to supporting their success.</a:t>
          </a:r>
          <a:endParaRPr lang="en-US"/>
        </a:p>
      </dgm:t>
    </dgm:pt>
    <dgm:pt modelId="{8AC5663C-2DB5-41B3-B2AF-3A1E6DFB234B}" type="parTrans" cxnId="{1971E284-976A-4292-B3A5-4607F44FDE8E}">
      <dgm:prSet/>
      <dgm:spPr/>
      <dgm:t>
        <a:bodyPr/>
        <a:lstStyle/>
        <a:p>
          <a:endParaRPr lang="en-US"/>
        </a:p>
      </dgm:t>
    </dgm:pt>
    <dgm:pt modelId="{A9986660-CD92-4F85-8AA4-89D929BEC668}" type="sibTrans" cxnId="{1971E284-976A-4292-B3A5-4607F44FDE8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0E08275-9AAC-4FC9-A0D6-9850099EA94B}">
      <dgm:prSet/>
      <dgm:spPr/>
      <dgm:t>
        <a:bodyPr/>
        <a:lstStyle/>
        <a:p>
          <a:r>
            <a:rPr lang="en-GB"/>
            <a:t>Understanding pupils' strengths and weaknesses can help teachers adapt and differentiate the curriculum content effectively.</a:t>
          </a:r>
          <a:endParaRPr lang="en-US"/>
        </a:p>
      </dgm:t>
    </dgm:pt>
    <dgm:pt modelId="{80FA8FC9-96F3-4717-830E-299800A44A2A}" type="parTrans" cxnId="{7BD5F914-0741-4B7D-BF9E-1B024C95C33B}">
      <dgm:prSet/>
      <dgm:spPr/>
      <dgm:t>
        <a:bodyPr/>
        <a:lstStyle/>
        <a:p>
          <a:endParaRPr lang="en-US"/>
        </a:p>
      </dgm:t>
    </dgm:pt>
    <dgm:pt modelId="{621A1565-3C90-4BC7-B7DC-ABC2328671E4}" type="sibTrans" cxnId="{7BD5F914-0741-4B7D-BF9E-1B024C95C33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1E4053D-2BC5-4876-9287-944164164B90}">
      <dgm:prSet/>
      <dgm:spPr/>
      <dgm:t>
        <a:bodyPr/>
        <a:lstStyle/>
        <a:p>
          <a:r>
            <a:rPr lang="en-GB"/>
            <a:t>Adapting and differentiating the curriculum content can help prevent challenging behaviour and promote positive academic outcomes.</a:t>
          </a:r>
          <a:endParaRPr lang="en-US"/>
        </a:p>
      </dgm:t>
    </dgm:pt>
    <dgm:pt modelId="{3E0621AB-21B9-4106-ACF6-97329FD65224}" type="parTrans" cxnId="{06CC67F1-486B-4A1C-B73C-3A4327D9F72D}">
      <dgm:prSet/>
      <dgm:spPr/>
      <dgm:t>
        <a:bodyPr/>
        <a:lstStyle/>
        <a:p>
          <a:endParaRPr lang="en-US"/>
        </a:p>
      </dgm:t>
    </dgm:pt>
    <dgm:pt modelId="{67685308-5147-4AF2-ABBE-F48951CB7F62}" type="sibTrans" cxnId="{06CC67F1-486B-4A1C-B73C-3A4327D9F72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FC068D3-53C7-4AC7-A83D-ADD49B4CDAE0}" type="pres">
      <dgm:prSet presAssocID="{EDD62836-DB29-4D6F-94F5-D4E346CEFCDE}" presName="Name0" presStyleCnt="0">
        <dgm:presLayoutVars>
          <dgm:animLvl val="lvl"/>
          <dgm:resizeHandles val="exact"/>
        </dgm:presLayoutVars>
      </dgm:prSet>
      <dgm:spPr/>
    </dgm:pt>
    <dgm:pt modelId="{8442F004-08C7-41E7-966E-07E7D86D7780}" type="pres">
      <dgm:prSet presAssocID="{275206A9-7F75-4F32-87DC-867A8B3A8CE1}" presName="compositeNode" presStyleCnt="0">
        <dgm:presLayoutVars>
          <dgm:bulletEnabled val="1"/>
        </dgm:presLayoutVars>
      </dgm:prSet>
      <dgm:spPr/>
    </dgm:pt>
    <dgm:pt modelId="{02508F5B-D445-4943-A21F-12B58A22E4A8}" type="pres">
      <dgm:prSet presAssocID="{275206A9-7F75-4F32-87DC-867A8B3A8CE1}" presName="bgRect" presStyleLbl="bgAccFollowNode1" presStyleIdx="0" presStyleCnt="3"/>
      <dgm:spPr/>
    </dgm:pt>
    <dgm:pt modelId="{5055FED0-0D9D-4D21-A12A-18B4861105B0}" type="pres">
      <dgm:prSet presAssocID="{A9986660-CD92-4F85-8AA4-89D929BEC66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3D9A4343-DD4F-4F2B-A6B5-E1EEA9DCAF06}" type="pres">
      <dgm:prSet presAssocID="{275206A9-7F75-4F32-87DC-867A8B3A8CE1}" presName="bottomLine" presStyleLbl="alignNode1" presStyleIdx="1" presStyleCnt="6">
        <dgm:presLayoutVars/>
      </dgm:prSet>
      <dgm:spPr/>
    </dgm:pt>
    <dgm:pt modelId="{DA5934FB-73A7-400A-B42E-E836E362B743}" type="pres">
      <dgm:prSet presAssocID="{275206A9-7F75-4F32-87DC-867A8B3A8CE1}" presName="nodeText" presStyleLbl="bgAccFollowNode1" presStyleIdx="0" presStyleCnt="3">
        <dgm:presLayoutVars>
          <dgm:bulletEnabled val="1"/>
        </dgm:presLayoutVars>
      </dgm:prSet>
      <dgm:spPr/>
    </dgm:pt>
    <dgm:pt modelId="{572D257B-F94F-4DCD-BDFE-E64B90938AD0}" type="pres">
      <dgm:prSet presAssocID="{A9986660-CD92-4F85-8AA4-89D929BEC668}" presName="sibTrans" presStyleCnt="0"/>
      <dgm:spPr/>
    </dgm:pt>
    <dgm:pt modelId="{30B875BD-D7A3-43B6-98D7-BF4C4C459FBF}" type="pres">
      <dgm:prSet presAssocID="{F0E08275-9AAC-4FC9-A0D6-9850099EA94B}" presName="compositeNode" presStyleCnt="0">
        <dgm:presLayoutVars>
          <dgm:bulletEnabled val="1"/>
        </dgm:presLayoutVars>
      </dgm:prSet>
      <dgm:spPr/>
    </dgm:pt>
    <dgm:pt modelId="{54183046-3779-4496-865B-3C35AC1C2E31}" type="pres">
      <dgm:prSet presAssocID="{F0E08275-9AAC-4FC9-A0D6-9850099EA94B}" presName="bgRect" presStyleLbl="bgAccFollowNode1" presStyleIdx="1" presStyleCnt="3"/>
      <dgm:spPr/>
    </dgm:pt>
    <dgm:pt modelId="{74A3AB0C-90AC-44FD-94FE-8073EF457081}" type="pres">
      <dgm:prSet presAssocID="{621A1565-3C90-4BC7-B7DC-ABC2328671E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63C87B3-842B-4F30-B4FB-3F255384371C}" type="pres">
      <dgm:prSet presAssocID="{F0E08275-9AAC-4FC9-A0D6-9850099EA94B}" presName="bottomLine" presStyleLbl="alignNode1" presStyleIdx="3" presStyleCnt="6">
        <dgm:presLayoutVars/>
      </dgm:prSet>
      <dgm:spPr/>
    </dgm:pt>
    <dgm:pt modelId="{D8B406A3-7018-4E2C-B500-399285DEF36D}" type="pres">
      <dgm:prSet presAssocID="{F0E08275-9AAC-4FC9-A0D6-9850099EA94B}" presName="nodeText" presStyleLbl="bgAccFollowNode1" presStyleIdx="1" presStyleCnt="3">
        <dgm:presLayoutVars>
          <dgm:bulletEnabled val="1"/>
        </dgm:presLayoutVars>
      </dgm:prSet>
      <dgm:spPr/>
    </dgm:pt>
    <dgm:pt modelId="{8FCD76EA-EEAD-4B68-8A4D-15A37BF4DBCC}" type="pres">
      <dgm:prSet presAssocID="{621A1565-3C90-4BC7-B7DC-ABC2328671E4}" presName="sibTrans" presStyleCnt="0"/>
      <dgm:spPr/>
    </dgm:pt>
    <dgm:pt modelId="{20D39307-58D2-426E-ADC2-1B1E56E8576A}" type="pres">
      <dgm:prSet presAssocID="{81E4053D-2BC5-4876-9287-944164164B90}" presName="compositeNode" presStyleCnt="0">
        <dgm:presLayoutVars>
          <dgm:bulletEnabled val="1"/>
        </dgm:presLayoutVars>
      </dgm:prSet>
      <dgm:spPr/>
    </dgm:pt>
    <dgm:pt modelId="{BE125DAA-7676-45A2-87E6-FEFC546E61C6}" type="pres">
      <dgm:prSet presAssocID="{81E4053D-2BC5-4876-9287-944164164B90}" presName="bgRect" presStyleLbl="bgAccFollowNode1" presStyleIdx="2" presStyleCnt="3"/>
      <dgm:spPr/>
    </dgm:pt>
    <dgm:pt modelId="{306DDD95-FB83-4D6D-969E-360961E304B3}" type="pres">
      <dgm:prSet presAssocID="{67685308-5147-4AF2-ABBE-F48951CB7F6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760472AC-01D5-4476-A543-0ABC0AE7A344}" type="pres">
      <dgm:prSet presAssocID="{81E4053D-2BC5-4876-9287-944164164B90}" presName="bottomLine" presStyleLbl="alignNode1" presStyleIdx="5" presStyleCnt="6">
        <dgm:presLayoutVars/>
      </dgm:prSet>
      <dgm:spPr/>
    </dgm:pt>
    <dgm:pt modelId="{9EFA0CE2-2509-4F57-B7D3-7A6FCF63A962}" type="pres">
      <dgm:prSet presAssocID="{81E4053D-2BC5-4876-9287-944164164B90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6230906-2C26-41B2-AE77-5FCCF053A204}" type="presOf" srcId="{A9986660-CD92-4F85-8AA4-89D929BEC668}" destId="{5055FED0-0D9D-4D21-A12A-18B4861105B0}" srcOrd="0" destOrd="0" presId="urn:microsoft.com/office/officeart/2016/7/layout/BasicLinearProcessNumbered"/>
    <dgm:cxn modelId="{402A8112-D0CA-4FF4-8F30-D42C8EFBE9EA}" type="presOf" srcId="{275206A9-7F75-4F32-87DC-867A8B3A8CE1}" destId="{02508F5B-D445-4943-A21F-12B58A22E4A8}" srcOrd="0" destOrd="0" presId="urn:microsoft.com/office/officeart/2016/7/layout/BasicLinearProcessNumbered"/>
    <dgm:cxn modelId="{7BD5F914-0741-4B7D-BF9E-1B024C95C33B}" srcId="{EDD62836-DB29-4D6F-94F5-D4E346CEFCDE}" destId="{F0E08275-9AAC-4FC9-A0D6-9850099EA94B}" srcOrd="1" destOrd="0" parTransId="{80FA8FC9-96F3-4717-830E-299800A44A2A}" sibTransId="{621A1565-3C90-4BC7-B7DC-ABC2328671E4}"/>
    <dgm:cxn modelId="{BC597723-29A1-4D3D-AA13-41F8618E660D}" type="presOf" srcId="{67685308-5147-4AF2-ABBE-F48951CB7F62}" destId="{306DDD95-FB83-4D6D-969E-360961E304B3}" srcOrd="0" destOrd="0" presId="urn:microsoft.com/office/officeart/2016/7/layout/BasicLinearProcessNumbered"/>
    <dgm:cxn modelId="{C7B80146-6C15-4068-87D1-EECEFA7F6938}" type="presOf" srcId="{81E4053D-2BC5-4876-9287-944164164B90}" destId="{BE125DAA-7676-45A2-87E6-FEFC546E61C6}" srcOrd="0" destOrd="0" presId="urn:microsoft.com/office/officeart/2016/7/layout/BasicLinearProcessNumbered"/>
    <dgm:cxn modelId="{0CFC187B-238F-4FC3-9D32-1AA05F808F99}" type="presOf" srcId="{275206A9-7F75-4F32-87DC-867A8B3A8CE1}" destId="{DA5934FB-73A7-400A-B42E-E836E362B743}" srcOrd="1" destOrd="0" presId="urn:microsoft.com/office/officeart/2016/7/layout/BasicLinearProcessNumbered"/>
    <dgm:cxn modelId="{1971E284-976A-4292-B3A5-4607F44FDE8E}" srcId="{EDD62836-DB29-4D6F-94F5-D4E346CEFCDE}" destId="{275206A9-7F75-4F32-87DC-867A8B3A8CE1}" srcOrd="0" destOrd="0" parTransId="{8AC5663C-2DB5-41B3-B2AF-3A1E6DFB234B}" sibTransId="{A9986660-CD92-4F85-8AA4-89D929BEC668}"/>
    <dgm:cxn modelId="{73ED5B86-8B12-4752-8FE6-A6C1AE6E7A32}" type="presOf" srcId="{F0E08275-9AAC-4FC9-A0D6-9850099EA94B}" destId="{54183046-3779-4496-865B-3C35AC1C2E31}" srcOrd="0" destOrd="0" presId="urn:microsoft.com/office/officeart/2016/7/layout/BasicLinearProcessNumbered"/>
    <dgm:cxn modelId="{9FCC3388-EA59-4042-BCD6-8A24B9AAA1A9}" type="presOf" srcId="{621A1565-3C90-4BC7-B7DC-ABC2328671E4}" destId="{74A3AB0C-90AC-44FD-94FE-8073EF457081}" srcOrd="0" destOrd="0" presId="urn:microsoft.com/office/officeart/2016/7/layout/BasicLinearProcessNumbered"/>
    <dgm:cxn modelId="{82CC85B0-562A-4DFA-A54D-7B10FF95C958}" type="presOf" srcId="{EDD62836-DB29-4D6F-94F5-D4E346CEFCDE}" destId="{3FC068D3-53C7-4AC7-A83D-ADD49B4CDAE0}" srcOrd="0" destOrd="0" presId="urn:microsoft.com/office/officeart/2016/7/layout/BasicLinearProcessNumbered"/>
    <dgm:cxn modelId="{C80128E5-271C-4F45-A649-3351E0890D1F}" type="presOf" srcId="{F0E08275-9AAC-4FC9-A0D6-9850099EA94B}" destId="{D8B406A3-7018-4E2C-B500-399285DEF36D}" srcOrd="1" destOrd="0" presId="urn:microsoft.com/office/officeart/2016/7/layout/BasicLinearProcessNumbered"/>
    <dgm:cxn modelId="{F8DABAEF-D330-41FC-96FE-E379899EAE1B}" type="presOf" srcId="{81E4053D-2BC5-4876-9287-944164164B90}" destId="{9EFA0CE2-2509-4F57-B7D3-7A6FCF63A962}" srcOrd="1" destOrd="0" presId="urn:microsoft.com/office/officeart/2016/7/layout/BasicLinearProcessNumbered"/>
    <dgm:cxn modelId="{06CC67F1-486B-4A1C-B73C-3A4327D9F72D}" srcId="{EDD62836-DB29-4D6F-94F5-D4E346CEFCDE}" destId="{81E4053D-2BC5-4876-9287-944164164B90}" srcOrd="2" destOrd="0" parTransId="{3E0621AB-21B9-4106-ACF6-97329FD65224}" sibTransId="{67685308-5147-4AF2-ABBE-F48951CB7F62}"/>
    <dgm:cxn modelId="{2614A68C-CA1A-4301-AC70-7AF7CBD32BDC}" type="presParOf" srcId="{3FC068D3-53C7-4AC7-A83D-ADD49B4CDAE0}" destId="{8442F004-08C7-41E7-966E-07E7D86D7780}" srcOrd="0" destOrd="0" presId="urn:microsoft.com/office/officeart/2016/7/layout/BasicLinearProcessNumbered"/>
    <dgm:cxn modelId="{59000F3F-E4D2-43C8-9EE8-7581A01597D6}" type="presParOf" srcId="{8442F004-08C7-41E7-966E-07E7D86D7780}" destId="{02508F5B-D445-4943-A21F-12B58A22E4A8}" srcOrd="0" destOrd="0" presId="urn:microsoft.com/office/officeart/2016/7/layout/BasicLinearProcessNumbered"/>
    <dgm:cxn modelId="{1BF83988-A3AB-4BAC-B14D-0E324A095840}" type="presParOf" srcId="{8442F004-08C7-41E7-966E-07E7D86D7780}" destId="{5055FED0-0D9D-4D21-A12A-18B4861105B0}" srcOrd="1" destOrd="0" presId="urn:microsoft.com/office/officeart/2016/7/layout/BasicLinearProcessNumbered"/>
    <dgm:cxn modelId="{0DBBFC72-9678-4685-93A9-C291320D251C}" type="presParOf" srcId="{8442F004-08C7-41E7-966E-07E7D86D7780}" destId="{3D9A4343-DD4F-4F2B-A6B5-E1EEA9DCAF06}" srcOrd="2" destOrd="0" presId="urn:microsoft.com/office/officeart/2016/7/layout/BasicLinearProcessNumbered"/>
    <dgm:cxn modelId="{0DF62A79-D828-4E7D-9CC1-A9E2335316A9}" type="presParOf" srcId="{8442F004-08C7-41E7-966E-07E7D86D7780}" destId="{DA5934FB-73A7-400A-B42E-E836E362B743}" srcOrd="3" destOrd="0" presId="urn:microsoft.com/office/officeart/2016/7/layout/BasicLinearProcessNumbered"/>
    <dgm:cxn modelId="{E13B055B-5BF8-418F-B238-7A8350AB5300}" type="presParOf" srcId="{3FC068D3-53C7-4AC7-A83D-ADD49B4CDAE0}" destId="{572D257B-F94F-4DCD-BDFE-E64B90938AD0}" srcOrd="1" destOrd="0" presId="urn:microsoft.com/office/officeart/2016/7/layout/BasicLinearProcessNumbered"/>
    <dgm:cxn modelId="{2F51EA06-FA4A-46BB-85C2-55E0DF91FC2D}" type="presParOf" srcId="{3FC068D3-53C7-4AC7-A83D-ADD49B4CDAE0}" destId="{30B875BD-D7A3-43B6-98D7-BF4C4C459FBF}" srcOrd="2" destOrd="0" presId="urn:microsoft.com/office/officeart/2016/7/layout/BasicLinearProcessNumbered"/>
    <dgm:cxn modelId="{1BFEF6EB-E73B-43FD-B68E-4238B0399F3C}" type="presParOf" srcId="{30B875BD-D7A3-43B6-98D7-BF4C4C459FBF}" destId="{54183046-3779-4496-865B-3C35AC1C2E31}" srcOrd="0" destOrd="0" presId="urn:microsoft.com/office/officeart/2016/7/layout/BasicLinearProcessNumbered"/>
    <dgm:cxn modelId="{46799885-4A93-4D60-951D-08B5A7A07D27}" type="presParOf" srcId="{30B875BD-D7A3-43B6-98D7-BF4C4C459FBF}" destId="{74A3AB0C-90AC-44FD-94FE-8073EF457081}" srcOrd="1" destOrd="0" presId="urn:microsoft.com/office/officeart/2016/7/layout/BasicLinearProcessNumbered"/>
    <dgm:cxn modelId="{943A6221-DD91-49D9-87DF-FECBED3D28E6}" type="presParOf" srcId="{30B875BD-D7A3-43B6-98D7-BF4C4C459FBF}" destId="{763C87B3-842B-4F30-B4FB-3F255384371C}" srcOrd="2" destOrd="0" presId="urn:microsoft.com/office/officeart/2016/7/layout/BasicLinearProcessNumbered"/>
    <dgm:cxn modelId="{6A4A5847-F6DE-4E1D-99F7-C2933EC3A07F}" type="presParOf" srcId="{30B875BD-D7A3-43B6-98D7-BF4C4C459FBF}" destId="{D8B406A3-7018-4E2C-B500-399285DEF36D}" srcOrd="3" destOrd="0" presId="urn:microsoft.com/office/officeart/2016/7/layout/BasicLinearProcessNumbered"/>
    <dgm:cxn modelId="{379BF4E6-D5CA-4475-BC8E-189C515CF1B4}" type="presParOf" srcId="{3FC068D3-53C7-4AC7-A83D-ADD49B4CDAE0}" destId="{8FCD76EA-EEAD-4B68-8A4D-15A37BF4DBCC}" srcOrd="3" destOrd="0" presId="urn:microsoft.com/office/officeart/2016/7/layout/BasicLinearProcessNumbered"/>
    <dgm:cxn modelId="{30B90F00-7284-46AB-8033-D962649B66D1}" type="presParOf" srcId="{3FC068D3-53C7-4AC7-A83D-ADD49B4CDAE0}" destId="{20D39307-58D2-426E-ADC2-1B1E56E8576A}" srcOrd="4" destOrd="0" presId="urn:microsoft.com/office/officeart/2016/7/layout/BasicLinearProcessNumbered"/>
    <dgm:cxn modelId="{8417CF01-68E9-4EF3-BAE9-38C2118C8294}" type="presParOf" srcId="{20D39307-58D2-426E-ADC2-1B1E56E8576A}" destId="{BE125DAA-7676-45A2-87E6-FEFC546E61C6}" srcOrd="0" destOrd="0" presId="urn:microsoft.com/office/officeart/2016/7/layout/BasicLinearProcessNumbered"/>
    <dgm:cxn modelId="{14087A03-8436-4837-918D-EBDDE023A9B8}" type="presParOf" srcId="{20D39307-58D2-426E-ADC2-1B1E56E8576A}" destId="{306DDD95-FB83-4D6D-969E-360961E304B3}" srcOrd="1" destOrd="0" presId="urn:microsoft.com/office/officeart/2016/7/layout/BasicLinearProcessNumbered"/>
    <dgm:cxn modelId="{AE8EE5E2-077B-4273-BC26-57BFB125F6A9}" type="presParOf" srcId="{20D39307-58D2-426E-ADC2-1B1E56E8576A}" destId="{760472AC-01D5-4476-A543-0ABC0AE7A344}" srcOrd="2" destOrd="0" presId="urn:microsoft.com/office/officeart/2016/7/layout/BasicLinearProcessNumbered"/>
    <dgm:cxn modelId="{1D8C9F73-9008-4674-BF88-EA7FCB41BDCD}" type="presParOf" srcId="{20D39307-58D2-426E-ADC2-1B1E56E8576A}" destId="{9EFA0CE2-2509-4F57-B7D3-7A6FCF63A96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F698D-A7CC-4831-898B-DFF2E9D6E9E2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SEMH refers to the social, emotional, and mental well-being of children and young people.</a:t>
          </a:r>
          <a:endParaRPr lang="en-US" sz="1600" kern="1200"/>
        </a:p>
      </dsp:txBody>
      <dsp:txXfrm>
        <a:off x="0" y="573683"/>
        <a:ext cx="2464593" cy="1478756"/>
      </dsp:txXfrm>
    </dsp:sp>
    <dsp:sp modelId="{B2B7C380-2AD7-4D47-86F1-D955D7156B85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Challenging behaviour in pupils is closely linked to SEMH.</a:t>
          </a:r>
          <a:endParaRPr lang="en-US" sz="1600" kern="1200"/>
        </a:p>
      </dsp:txBody>
      <dsp:txXfrm>
        <a:off x="2711053" y="573683"/>
        <a:ext cx="2464593" cy="1478756"/>
      </dsp:txXfrm>
    </dsp:sp>
    <dsp:sp modelId="{957CB56D-E45D-4DBB-BC6F-15D930952C01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Every challenging behaviour serves an underlying need that even the pupil might not be able to explain.</a:t>
          </a:r>
          <a:endParaRPr lang="en-US" sz="1600" kern="1200"/>
        </a:p>
      </dsp:txBody>
      <dsp:txXfrm>
        <a:off x="5422106" y="573683"/>
        <a:ext cx="2464593" cy="1478756"/>
      </dsp:txXfrm>
    </dsp:sp>
    <dsp:sp modelId="{3D2C608B-B37F-4D8B-A594-1E63920B335F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Effective solutions for supporting pupils hinge on the quality of the relationship between the teacher and pupils.</a:t>
          </a:r>
          <a:endParaRPr lang="en-US" sz="1600" kern="1200"/>
        </a:p>
      </dsp:txBody>
      <dsp:txXfrm>
        <a:off x="0" y="2298898"/>
        <a:ext cx="2464593" cy="1478756"/>
      </dsp:txXfrm>
    </dsp:sp>
    <dsp:sp modelId="{D285668F-35C9-486F-BF3A-5FF813835664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Teachers need to be aware of the impact of context on pupils' behaviour.</a:t>
          </a:r>
          <a:endParaRPr lang="en-US" sz="1600" kern="1200"/>
        </a:p>
      </dsp:txBody>
      <dsp:txXfrm>
        <a:off x="2711053" y="2298898"/>
        <a:ext cx="2464593" cy="1478756"/>
      </dsp:txXfrm>
    </dsp:sp>
    <dsp:sp modelId="{A46192BE-493C-4434-BE80-95478811803B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Adapting and differentiating the curriculum content effectively can support pupils who exhibit challenging behaviour.</a:t>
          </a:r>
          <a:endParaRPr lang="en-US" sz="1600" kern="1200"/>
        </a:p>
      </dsp:txBody>
      <dsp:txXfrm>
        <a:off x="5422106" y="2298898"/>
        <a:ext cx="2464593" cy="147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742C9-21D0-41B2-B358-9616AAEE5D77}">
      <dsp:nvSpPr>
        <dsp:cNvPr id="0" name=""/>
        <dsp:cNvSpPr/>
      </dsp:nvSpPr>
      <dsp:spPr>
        <a:xfrm>
          <a:off x="0" y="531"/>
          <a:ext cx="78867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9D5D0-760E-453A-B54B-D1DFCD97DF43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0A2AA-0484-4802-AE5E-2578E5164AAC}">
      <dsp:nvSpPr>
        <dsp:cNvPr id="0" name=""/>
        <dsp:cNvSpPr/>
      </dsp:nvSpPr>
      <dsp:spPr>
        <a:xfrm>
          <a:off x="1435590" y="53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Every challenging behaviour serves an underlying need that even the pupil might not be able to explain.</a:t>
          </a:r>
          <a:endParaRPr lang="en-US" sz="2300" kern="1200"/>
        </a:p>
      </dsp:txBody>
      <dsp:txXfrm>
        <a:off x="1435590" y="531"/>
        <a:ext cx="6451109" cy="1242935"/>
      </dsp:txXfrm>
    </dsp:sp>
    <dsp:sp modelId="{43DDD2B2-E266-4113-8792-53311558222F}">
      <dsp:nvSpPr>
        <dsp:cNvPr id="0" name=""/>
        <dsp:cNvSpPr/>
      </dsp:nvSpPr>
      <dsp:spPr>
        <a:xfrm>
          <a:off x="0" y="1554201"/>
          <a:ext cx="78867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23AEA-C1B4-424B-8D21-4D26D87B55A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14DEE-BDC6-4A67-8399-01AAD94F1A29}">
      <dsp:nvSpPr>
        <dsp:cNvPr id="0" name=""/>
        <dsp:cNvSpPr/>
      </dsp:nvSpPr>
      <dsp:spPr>
        <a:xfrm>
          <a:off x="1435590" y="155420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Understanding the communicative functions of behaviour is crucial to addressing challenging behaviour.</a:t>
          </a:r>
          <a:endParaRPr lang="en-US" sz="2300" kern="1200"/>
        </a:p>
      </dsp:txBody>
      <dsp:txXfrm>
        <a:off x="1435590" y="1554201"/>
        <a:ext cx="6451109" cy="1242935"/>
      </dsp:txXfrm>
    </dsp:sp>
    <dsp:sp modelId="{97A386D6-1223-45BD-B193-0CE1DC648993}">
      <dsp:nvSpPr>
        <dsp:cNvPr id="0" name=""/>
        <dsp:cNvSpPr/>
      </dsp:nvSpPr>
      <dsp:spPr>
        <a:xfrm>
          <a:off x="0" y="3107870"/>
          <a:ext cx="78867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BDDE2-467E-4982-9CFF-7B1C301F7E61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64704-0297-4415-9CC7-77B40C729C17}">
      <dsp:nvSpPr>
        <dsp:cNvPr id="0" name=""/>
        <dsp:cNvSpPr/>
      </dsp:nvSpPr>
      <dsp:spPr>
        <a:xfrm>
          <a:off x="1435590" y="3107870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Teachers need to identify the underlying needs that drive challenging behaviour to support pupils effectively.</a:t>
          </a:r>
          <a:endParaRPr lang="en-US" sz="2300" kern="1200"/>
        </a:p>
      </dsp:txBody>
      <dsp:txXfrm>
        <a:off x="1435590" y="3107870"/>
        <a:ext cx="64511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96684-99DE-48EB-ADDF-257DEB7554D4}">
      <dsp:nvSpPr>
        <dsp:cNvPr id="0" name=""/>
        <dsp:cNvSpPr/>
      </dsp:nvSpPr>
      <dsp:spPr>
        <a:xfrm>
          <a:off x="0" y="212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3AF2A-184C-4FAF-A349-B40BC3ABF39B}">
      <dsp:nvSpPr>
        <dsp:cNvPr id="0" name=""/>
        <dsp:cNvSpPr/>
      </dsp:nvSpPr>
      <dsp:spPr>
        <a:xfrm>
          <a:off x="0" y="212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Building trust and understanding pupils' strengths and weaknesses is crucial to supporting pupils effectively.</a:t>
          </a:r>
          <a:endParaRPr lang="en-US" sz="2900" kern="1200"/>
        </a:p>
      </dsp:txBody>
      <dsp:txXfrm>
        <a:off x="0" y="2124"/>
        <a:ext cx="7886700" cy="1449029"/>
      </dsp:txXfrm>
    </dsp:sp>
    <dsp:sp modelId="{39391B48-F660-4B0C-BF2E-A14F540B33A8}">
      <dsp:nvSpPr>
        <dsp:cNvPr id="0" name=""/>
        <dsp:cNvSpPr/>
      </dsp:nvSpPr>
      <dsp:spPr>
        <a:xfrm>
          <a:off x="0" y="145115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C0F1A-D58B-4FDF-8DFA-E9BB6DCA663C}">
      <dsp:nvSpPr>
        <dsp:cNvPr id="0" name=""/>
        <dsp:cNvSpPr/>
      </dsp:nvSpPr>
      <dsp:spPr>
        <a:xfrm>
          <a:off x="0" y="145115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Effective solutions for supporting pupils hinge on the quality of the relationship between the teacher and pupils.</a:t>
          </a:r>
          <a:endParaRPr lang="en-US" sz="2900" kern="1200"/>
        </a:p>
      </dsp:txBody>
      <dsp:txXfrm>
        <a:off x="0" y="1451154"/>
        <a:ext cx="7886700" cy="1449029"/>
      </dsp:txXfrm>
    </dsp:sp>
    <dsp:sp modelId="{744045AF-7460-49DD-9C98-D70D4471F7B6}">
      <dsp:nvSpPr>
        <dsp:cNvPr id="0" name=""/>
        <dsp:cNvSpPr/>
      </dsp:nvSpPr>
      <dsp:spPr>
        <a:xfrm>
          <a:off x="0" y="2900183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788B2-8902-41EC-8BA4-670C9A3788F9}">
      <dsp:nvSpPr>
        <dsp:cNvPr id="0" name=""/>
        <dsp:cNvSpPr/>
      </dsp:nvSpPr>
      <dsp:spPr>
        <a:xfrm>
          <a:off x="0" y="2900183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Positive relationships can prevent challenging behaviour and improve pupils' academic outcomes.</a:t>
          </a:r>
          <a:endParaRPr lang="en-US" sz="2900" kern="1200"/>
        </a:p>
      </dsp:txBody>
      <dsp:txXfrm>
        <a:off x="0" y="2900183"/>
        <a:ext cx="7886700" cy="1449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5ADD9-1495-4D8E-BFD0-70867144E314}">
      <dsp:nvSpPr>
        <dsp:cNvPr id="0" name=""/>
        <dsp:cNvSpPr/>
      </dsp:nvSpPr>
      <dsp:spPr>
        <a:xfrm>
          <a:off x="2280144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1228553"/>
        <a:ext cx="26172" cy="5234"/>
      </dsp:txXfrm>
    </dsp:sp>
    <dsp:sp modelId="{61325B53-CF4F-441B-B37B-C708BB1BBE8B}">
      <dsp:nvSpPr>
        <dsp:cNvPr id="0" name=""/>
        <dsp:cNvSpPr/>
      </dsp:nvSpPr>
      <dsp:spPr>
        <a:xfrm>
          <a:off x="6045" y="548401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The central executive concept states that we are innately programmed to:</a:t>
          </a:r>
          <a:endParaRPr lang="en-US" sz="1300" kern="1200"/>
        </a:p>
      </dsp:txBody>
      <dsp:txXfrm>
        <a:off x="6045" y="548401"/>
        <a:ext cx="2275898" cy="1365538"/>
      </dsp:txXfrm>
    </dsp:sp>
    <dsp:sp modelId="{2E780695-594F-4E48-89C8-0465556D3C0B}">
      <dsp:nvSpPr>
        <dsp:cNvPr id="0" name=""/>
        <dsp:cNvSpPr/>
      </dsp:nvSpPr>
      <dsp:spPr>
        <a:xfrm>
          <a:off x="5079499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1228553"/>
        <a:ext cx="26172" cy="5234"/>
      </dsp:txXfrm>
    </dsp:sp>
    <dsp:sp modelId="{61BC7237-B94A-4389-9EFA-9C44DAB875BC}">
      <dsp:nvSpPr>
        <dsp:cNvPr id="0" name=""/>
        <dsp:cNvSpPr/>
      </dsp:nvSpPr>
      <dsp:spPr>
        <a:xfrm>
          <a:off x="2805400" y="548401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maximize positive affect, </a:t>
          </a:r>
          <a:endParaRPr lang="en-US" sz="1300" kern="1200"/>
        </a:p>
      </dsp:txBody>
      <dsp:txXfrm>
        <a:off x="2805400" y="548401"/>
        <a:ext cx="2275898" cy="1365538"/>
      </dsp:txXfrm>
    </dsp:sp>
    <dsp:sp modelId="{20E9FD00-0F3F-406C-B064-5CF4E87CDDC9}">
      <dsp:nvSpPr>
        <dsp:cNvPr id="0" name=""/>
        <dsp:cNvSpPr/>
      </dsp:nvSpPr>
      <dsp:spPr>
        <a:xfrm>
          <a:off x="1143995" y="1912140"/>
          <a:ext cx="5598709" cy="492856"/>
        </a:xfrm>
        <a:custGeom>
          <a:avLst/>
          <a:gdLst/>
          <a:ahLst/>
          <a:cxnLst/>
          <a:rect l="0" t="0" r="0" b="0"/>
          <a:pathLst>
            <a:path>
              <a:moveTo>
                <a:pt x="5598709" y="0"/>
              </a:moveTo>
              <a:lnTo>
                <a:pt x="5598709" y="263528"/>
              </a:lnTo>
              <a:lnTo>
                <a:pt x="0" y="263528"/>
              </a:lnTo>
              <a:lnTo>
                <a:pt x="0" y="49285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2771" y="2155951"/>
        <a:ext cx="281156" cy="5234"/>
      </dsp:txXfrm>
    </dsp:sp>
    <dsp:sp modelId="{0A1671AB-A0CD-43DE-840D-F41FADA9E295}">
      <dsp:nvSpPr>
        <dsp:cNvPr id="0" name=""/>
        <dsp:cNvSpPr/>
      </dsp:nvSpPr>
      <dsp:spPr>
        <a:xfrm>
          <a:off x="5604755" y="548401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minimize negative affects, and </a:t>
          </a:r>
          <a:endParaRPr lang="en-US" sz="1300" kern="1200"/>
        </a:p>
      </dsp:txBody>
      <dsp:txXfrm>
        <a:off x="5604755" y="548401"/>
        <a:ext cx="2275898" cy="1365538"/>
      </dsp:txXfrm>
    </dsp:sp>
    <dsp:sp modelId="{1A7691CF-5504-40B5-9D1A-77AEA535917F}">
      <dsp:nvSpPr>
        <dsp:cNvPr id="0" name=""/>
        <dsp:cNvSpPr/>
      </dsp:nvSpPr>
      <dsp:spPr>
        <a:xfrm>
          <a:off x="2280144" y="3074446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3117549"/>
        <a:ext cx="26172" cy="5234"/>
      </dsp:txXfrm>
    </dsp:sp>
    <dsp:sp modelId="{30CCA4D3-0B3A-44F9-87B3-4DE19EB63956}">
      <dsp:nvSpPr>
        <dsp:cNvPr id="0" name=""/>
        <dsp:cNvSpPr/>
      </dsp:nvSpPr>
      <dsp:spPr>
        <a:xfrm>
          <a:off x="6045" y="2437397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minimize the inhibition of affect.</a:t>
          </a:r>
          <a:endParaRPr lang="en-US" sz="1300" kern="1200"/>
        </a:p>
      </dsp:txBody>
      <dsp:txXfrm>
        <a:off x="6045" y="2437397"/>
        <a:ext cx="2275898" cy="1365538"/>
      </dsp:txXfrm>
    </dsp:sp>
    <dsp:sp modelId="{3197C16B-0268-4DB2-8E7D-973317AA2209}">
      <dsp:nvSpPr>
        <dsp:cNvPr id="0" name=""/>
        <dsp:cNvSpPr/>
      </dsp:nvSpPr>
      <dsp:spPr>
        <a:xfrm>
          <a:off x="5079499" y="3074446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3117549"/>
        <a:ext cx="26172" cy="5234"/>
      </dsp:txXfrm>
    </dsp:sp>
    <dsp:sp modelId="{418A1C1A-7361-47E3-9B23-575415C98110}">
      <dsp:nvSpPr>
        <dsp:cNvPr id="0" name=""/>
        <dsp:cNvSpPr/>
      </dsp:nvSpPr>
      <dsp:spPr>
        <a:xfrm>
          <a:off x="2805400" y="2437397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A pupil's ability to function effectively is dependent on these factors being in place.</a:t>
          </a:r>
          <a:endParaRPr lang="en-US" sz="1300" kern="1200"/>
        </a:p>
      </dsp:txBody>
      <dsp:txXfrm>
        <a:off x="2805400" y="2437397"/>
        <a:ext cx="2275898" cy="1365538"/>
      </dsp:txXfrm>
    </dsp:sp>
    <dsp:sp modelId="{25962842-9B51-4615-A2DA-6550DC55BF5B}">
      <dsp:nvSpPr>
        <dsp:cNvPr id="0" name=""/>
        <dsp:cNvSpPr/>
      </dsp:nvSpPr>
      <dsp:spPr>
        <a:xfrm>
          <a:off x="5604755" y="2437397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Understanding the impact of context on pupils' behaviour and supporting them appropriately can help promote positive affect and minimize negative affects.</a:t>
          </a:r>
          <a:endParaRPr lang="en-US" sz="1300" kern="1200"/>
        </a:p>
      </dsp:txBody>
      <dsp:txXfrm>
        <a:off x="5604755" y="2437397"/>
        <a:ext cx="2275898" cy="13655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FF096-CB23-4F1F-BD03-B8698C67CF16}">
      <dsp:nvSpPr>
        <dsp:cNvPr id="0" name=""/>
        <dsp:cNvSpPr/>
      </dsp:nvSpPr>
      <dsp:spPr>
        <a:xfrm>
          <a:off x="2209994" y="293715"/>
          <a:ext cx="3655123" cy="3655123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impact of context amplified by biography can trigger negative affects and affect a pupil's behaviour.</a:t>
          </a:r>
          <a:endParaRPr lang="en-US" sz="1100" kern="1200"/>
        </a:p>
      </dsp:txBody>
      <dsp:txXfrm>
        <a:off x="4197250" y="968172"/>
        <a:ext cx="1240131" cy="1218374"/>
      </dsp:txXfrm>
    </dsp:sp>
    <dsp:sp modelId="{DCD407E1-ECC9-4DFB-B9BF-10F895359CB5}">
      <dsp:nvSpPr>
        <dsp:cNvPr id="0" name=""/>
        <dsp:cNvSpPr/>
      </dsp:nvSpPr>
      <dsp:spPr>
        <a:xfrm>
          <a:off x="2021581" y="402498"/>
          <a:ext cx="3655123" cy="3655123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Teachers need to be aware of the impact of context and biography on pupils' behaviour to support them appropriately.</a:t>
          </a:r>
          <a:endParaRPr lang="en-US" sz="1100" kern="1200"/>
        </a:p>
      </dsp:txBody>
      <dsp:txXfrm>
        <a:off x="3022389" y="2708707"/>
        <a:ext cx="1653508" cy="1131347"/>
      </dsp:txXfrm>
    </dsp:sp>
    <dsp:sp modelId="{90C318DC-36EA-4368-829F-3C5E47BD8D8C}">
      <dsp:nvSpPr>
        <dsp:cNvPr id="0" name=""/>
        <dsp:cNvSpPr/>
      </dsp:nvSpPr>
      <dsp:spPr>
        <a:xfrm>
          <a:off x="2021581" y="402498"/>
          <a:ext cx="3655123" cy="3655123"/>
        </a:xfrm>
        <a:prstGeom prst="pie">
          <a:avLst>
            <a:gd name="adj1" fmla="val 90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Understanding pupils' contexts and biographies can help teachers adapt and differentiate the curriculum content effectively.</a:t>
          </a:r>
          <a:endParaRPr lang="en-US" sz="1100" kern="1200"/>
        </a:p>
      </dsp:txBody>
      <dsp:txXfrm>
        <a:off x="2413201" y="1120469"/>
        <a:ext cx="1240131" cy="12183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51768-3B3F-496B-A96B-4A0801C96532}">
      <dsp:nvSpPr>
        <dsp:cNvPr id="0" name=""/>
        <dsp:cNvSpPr/>
      </dsp:nvSpPr>
      <dsp:spPr>
        <a:xfrm>
          <a:off x="0" y="3275482"/>
          <a:ext cx="7886700" cy="1075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Teachers can address challenging behaviour by providing appropriate support, building positive relationships, and adapting and differentiating the curriculum content.</a:t>
          </a:r>
          <a:endParaRPr lang="en-US" sz="1900" kern="1200"/>
        </a:p>
      </dsp:txBody>
      <dsp:txXfrm>
        <a:off x="0" y="3275482"/>
        <a:ext cx="7886700" cy="1075086"/>
      </dsp:txXfrm>
    </dsp:sp>
    <dsp:sp modelId="{3FA623F6-C0A1-4B4B-B4CA-F15F8C90C622}">
      <dsp:nvSpPr>
        <dsp:cNvPr id="0" name=""/>
        <dsp:cNvSpPr/>
      </dsp:nvSpPr>
      <dsp:spPr>
        <a:xfrm rot="10800000">
          <a:off x="0" y="1638125"/>
          <a:ext cx="78867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Understanding the underlying emotions behind challenging behaviour is crucial to addressing it effectively.</a:t>
          </a:r>
          <a:endParaRPr lang="en-US" sz="1900" kern="1200"/>
        </a:p>
      </dsp:txBody>
      <dsp:txXfrm rot="10800000">
        <a:off x="0" y="1638125"/>
        <a:ext cx="7886700" cy="1074383"/>
      </dsp:txXfrm>
    </dsp:sp>
    <dsp:sp modelId="{624D1DAE-F86D-4398-9836-FB05ABA3F572}">
      <dsp:nvSpPr>
        <dsp:cNvPr id="0" name=""/>
        <dsp:cNvSpPr/>
      </dsp:nvSpPr>
      <dsp:spPr>
        <a:xfrm rot="10800000">
          <a:off x="0" y="769"/>
          <a:ext cx="78867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Challenging behaviour is often a symptom of underlying emotions that pupils might not be able to express effectively.</a:t>
          </a:r>
          <a:endParaRPr lang="en-US" sz="1900" kern="1200"/>
        </a:p>
      </dsp:txBody>
      <dsp:txXfrm rot="10800000">
        <a:off x="0" y="769"/>
        <a:ext cx="7886700" cy="10743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28C31-6466-4D50-817B-9D7AF4AD9589}">
      <dsp:nvSpPr>
        <dsp:cNvPr id="0" name=""/>
        <dsp:cNvSpPr/>
      </dsp:nvSpPr>
      <dsp:spPr>
        <a:xfrm>
          <a:off x="1943100" y="2056371"/>
          <a:ext cx="1374757" cy="238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297"/>
              </a:lnTo>
              <a:lnTo>
                <a:pt x="1374757" y="119297"/>
              </a:lnTo>
              <a:lnTo>
                <a:pt x="1374757" y="23859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066ED6-A6BE-4E55-B288-17B6A7DA7148}">
      <dsp:nvSpPr>
        <dsp:cNvPr id="0" name=""/>
        <dsp:cNvSpPr/>
      </dsp:nvSpPr>
      <dsp:spPr>
        <a:xfrm>
          <a:off x="1897380" y="2056371"/>
          <a:ext cx="91440" cy="2385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59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650259-B108-4482-AB5A-312341E06A8A}">
      <dsp:nvSpPr>
        <dsp:cNvPr id="0" name=""/>
        <dsp:cNvSpPr/>
      </dsp:nvSpPr>
      <dsp:spPr>
        <a:xfrm>
          <a:off x="568342" y="2056371"/>
          <a:ext cx="1374757" cy="238594"/>
        </a:xfrm>
        <a:custGeom>
          <a:avLst/>
          <a:gdLst/>
          <a:ahLst/>
          <a:cxnLst/>
          <a:rect l="0" t="0" r="0" b="0"/>
          <a:pathLst>
            <a:path>
              <a:moveTo>
                <a:pt x="1374757" y="0"/>
              </a:moveTo>
              <a:lnTo>
                <a:pt x="1374757" y="119297"/>
              </a:lnTo>
              <a:lnTo>
                <a:pt x="0" y="119297"/>
              </a:lnTo>
              <a:lnTo>
                <a:pt x="0" y="23859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CC102-4E3E-48C2-BB2B-113BB5740CCF}">
      <dsp:nvSpPr>
        <dsp:cNvPr id="0" name=""/>
        <dsp:cNvSpPr/>
      </dsp:nvSpPr>
      <dsp:spPr>
        <a:xfrm>
          <a:off x="1375018" y="1488290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Central Executive</a:t>
          </a:r>
        </a:p>
      </dsp:txBody>
      <dsp:txXfrm>
        <a:off x="1375018" y="1488290"/>
        <a:ext cx="1136163" cy="568081"/>
      </dsp:txXfrm>
    </dsp:sp>
    <dsp:sp modelId="{89D74B90-9BF5-4E21-ABA0-7B1F89626E48}">
      <dsp:nvSpPr>
        <dsp:cNvPr id="0" name=""/>
        <dsp:cNvSpPr/>
      </dsp:nvSpPr>
      <dsp:spPr>
        <a:xfrm>
          <a:off x="260" y="2294966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Maximise positive affect</a:t>
          </a:r>
        </a:p>
      </dsp:txBody>
      <dsp:txXfrm>
        <a:off x="260" y="2294966"/>
        <a:ext cx="1136163" cy="568081"/>
      </dsp:txXfrm>
    </dsp:sp>
    <dsp:sp modelId="{8471757B-4D33-4437-8464-D3BA05C17E0E}">
      <dsp:nvSpPr>
        <dsp:cNvPr id="0" name=""/>
        <dsp:cNvSpPr/>
      </dsp:nvSpPr>
      <dsp:spPr>
        <a:xfrm>
          <a:off x="1375018" y="2294966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Minimise negative affect</a:t>
          </a:r>
        </a:p>
      </dsp:txBody>
      <dsp:txXfrm>
        <a:off x="1375018" y="2294966"/>
        <a:ext cx="1136163" cy="568081"/>
      </dsp:txXfrm>
    </dsp:sp>
    <dsp:sp modelId="{96483B6B-4167-463A-AB3A-A52BF48244C4}">
      <dsp:nvSpPr>
        <dsp:cNvPr id="0" name=""/>
        <dsp:cNvSpPr/>
      </dsp:nvSpPr>
      <dsp:spPr>
        <a:xfrm>
          <a:off x="2749775" y="2294966"/>
          <a:ext cx="1136163" cy="5680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Minimise the inhibition of affect</a:t>
          </a:r>
        </a:p>
      </dsp:txBody>
      <dsp:txXfrm>
        <a:off x="2749775" y="2294966"/>
        <a:ext cx="1136163" cy="5680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8F5B-D445-4943-A21F-12B58A22E4A8}">
      <dsp:nvSpPr>
        <dsp:cNvPr id="0" name=""/>
        <dsp:cNvSpPr/>
      </dsp:nvSpPr>
      <dsp:spPr>
        <a:xfrm>
          <a:off x="0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Adapting and differentiating the curriculum content based on pupils' strengths and weaknesses is crucial to supporting their success.</a:t>
          </a:r>
          <a:endParaRPr lang="en-US" sz="1400" kern="1200"/>
        </a:p>
      </dsp:txBody>
      <dsp:txXfrm>
        <a:off x="0" y="1761617"/>
        <a:ext cx="2464593" cy="2070258"/>
      </dsp:txXfrm>
    </dsp:sp>
    <dsp:sp modelId="{5055FED0-0D9D-4D21-A12A-18B4861105B0}">
      <dsp:nvSpPr>
        <dsp:cNvPr id="0" name=""/>
        <dsp:cNvSpPr/>
      </dsp:nvSpPr>
      <dsp:spPr>
        <a:xfrm>
          <a:off x="714732" y="795496"/>
          <a:ext cx="1035129" cy="10351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6323" y="947087"/>
        <a:ext cx="731947" cy="731947"/>
      </dsp:txXfrm>
    </dsp:sp>
    <dsp:sp modelId="{3D9A4343-DD4F-4F2B-A6B5-E1EEA9DCAF06}">
      <dsp:nvSpPr>
        <dsp:cNvPr id="0" name=""/>
        <dsp:cNvSpPr/>
      </dsp:nvSpPr>
      <dsp:spPr>
        <a:xfrm>
          <a:off x="0" y="3900812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183046-3779-4496-865B-3C35AC1C2E31}">
      <dsp:nvSpPr>
        <dsp:cNvPr id="0" name=""/>
        <dsp:cNvSpPr/>
      </dsp:nvSpPr>
      <dsp:spPr>
        <a:xfrm>
          <a:off x="2711053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Understanding pupils' strengths and weaknesses can help teachers adapt and differentiate the curriculum content effectively.</a:t>
          </a:r>
          <a:endParaRPr lang="en-US" sz="1400" kern="1200"/>
        </a:p>
      </dsp:txBody>
      <dsp:txXfrm>
        <a:off x="2711053" y="1761617"/>
        <a:ext cx="2464593" cy="2070258"/>
      </dsp:txXfrm>
    </dsp:sp>
    <dsp:sp modelId="{74A3AB0C-90AC-44FD-94FE-8073EF457081}">
      <dsp:nvSpPr>
        <dsp:cNvPr id="0" name=""/>
        <dsp:cNvSpPr/>
      </dsp:nvSpPr>
      <dsp:spPr>
        <a:xfrm>
          <a:off x="3425785" y="795496"/>
          <a:ext cx="1035129" cy="10351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77376" y="947087"/>
        <a:ext cx="731947" cy="731947"/>
      </dsp:txXfrm>
    </dsp:sp>
    <dsp:sp modelId="{763C87B3-842B-4F30-B4FB-3F255384371C}">
      <dsp:nvSpPr>
        <dsp:cNvPr id="0" name=""/>
        <dsp:cNvSpPr/>
      </dsp:nvSpPr>
      <dsp:spPr>
        <a:xfrm>
          <a:off x="2711053" y="3900812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125DAA-7676-45A2-87E6-FEFC546E61C6}">
      <dsp:nvSpPr>
        <dsp:cNvPr id="0" name=""/>
        <dsp:cNvSpPr/>
      </dsp:nvSpPr>
      <dsp:spPr>
        <a:xfrm>
          <a:off x="5422106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Adapting and differentiating the curriculum content can help prevent challenging behaviour and promote positive academic outcomes.</a:t>
          </a:r>
          <a:endParaRPr lang="en-US" sz="1400" kern="1200"/>
        </a:p>
      </dsp:txBody>
      <dsp:txXfrm>
        <a:off x="5422106" y="1761617"/>
        <a:ext cx="2464593" cy="2070258"/>
      </dsp:txXfrm>
    </dsp:sp>
    <dsp:sp modelId="{306DDD95-FB83-4D6D-969E-360961E304B3}">
      <dsp:nvSpPr>
        <dsp:cNvPr id="0" name=""/>
        <dsp:cNvSpPr/>
      </dsp:nvSpPr>
      <dsp:spPr>
        <a:xfrm>
          <a:off x="6136838" y="795496"/>
          <a:ext cx="1035129" cy="10351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88429" y="947087"/>
        <a:ext cx="731947" cy="731947"/>
      </dsp:txXfrm>
    </dsp:sp>
    <dsp:sp modelId="{760472AC-01D5-4476-A543-0ABC0AE7A344}">
      <dsp:nvSpPr>
        <dsp:cNvPr id="0" name=""/>
        <dsp:cNvSpPr/>
      </dsp:nvSpPr>
      <dsp:spPr>
        <a:xfrm>
          <a:off x="5422106" y="3900812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77A57-C524-43C9-8043-E69ADF78FDB8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F34A0-44A0-4D2B-BA1B-246894D46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22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Link between SEMH and challenging behaviour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can affect a pupil's ability to learn and function in school.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Challenging behaviour can be a symptom of underlying SEMH 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Understanding the communicative function of behaviour is crucial to supporting pupils who exhibit challenging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14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Uncovering the underlying needs requires teachers to listen actively and observe pupils' behaviour closely.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Pupils who exhibit challenging behaviour might be experiencing underlying issues such as anxiety, trauma, or stress.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Addressing the underlying needs can help prevent challenging behaviour from occurring in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521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Building positive relationships with pupils requires active listening, empathy, and respect.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Understanding pupils' strengths and weaknesses can help teachers adapt and differentiate the curriculum content effectively.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Positive relationships can also promote a sense of belonging and well-being, which can have a positive impact on pupils' social, emotional, and mental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004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Positive affect includes emotions such as happiness, excitement, and joy, while negative affects include emotions such as anxiety, sadness, and anger.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lack of positive affect or an excess of negative affects can affect a pupil's ability to learn and function in school.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Supporting pupils appropriately can help promote positive affect and minimize negative affects, leading to better academic outcomes and improved social, emotional, and mental well-being.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432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Context can include factors such as family situations, social dynamics, and school environments.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Biography can include factors such as past experiences, cultural background, and individual characteristics.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Teachers who are aware of the impact of context and biography on pupils' behaviour can support pupils effectively by providing appropriate support and adapting the curriculum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991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Teachers can decode behavioural messages by observing pupils' behaviour closely, listening actively, and considering their context and biography.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Addressing the underlying emotions behind challenging behaviour can help prevent it from occurring in the future and promote positive well-being for pupils.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Providing appropriate support might include offering </a:t>
            </a:r>
            <a:r>
              <a:rPr lang="en-GB" dirty="0" err="1"/>
              <a:t>counseling</a:t>
            </a:r>
            <a:r>
              <a:rPr lang="en-GB" dirty="0"/>
              <a:t>, academic support, or opportunities for pupils to express themselves creatively.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18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Examples of what might trigger these affects include:</a:t>
            </a:r>
          </a:p>
          <a:p>
            <a:r>
              <a:rPr lang="en-GB" dirty="0"/>
              <a:t>Pupil’s senses picking up something to big, too loud, or too fast, and/or feeling threatened (fear-terror).</a:t>
            </a:r>
          </a:p>
          <a:p>
            <a:r>
              <a:rPr lang="en-GB" dirty="0"/>
              <a:t>Response triggered when too much has been happening for too long, or when overwhelmed (distress-anguish).</a:t>
            </a:r>
          </a:p>
          <a:p>
            <a:r>
              <a:rPr lang="en-GB" dirty="0"/>
              <a:t>When that too much finally stops happening or a reward is received (enjoyment-joy). </a:t>
            </a:r>
          </a:p>
          <a:p>
            <a:r>
              <a:rPr lang="en-GB" dirty="0"/>
              <a:t>When senses encounter a novel stimulus that is just right or discovering something new (interest-excitement).</a:t>
            </a:r>
          </a:p>
          <a:p>
            <a:r>
              <a:rPr lang="en-GB" dirty="0"/>
              <a:t>Experiencing an unexpected event (surprise-startle).</a:t>
            </a:r>
          </a:p>
          <a:p>
            <a:r>
              <a:rPr lang="en-GB" dirty="0"/>
              <a:t>Being treated unfairly (anger-rage).</a:t>
            </a:r>
          </a:p>
          <a:p>
            <a:r>
              <a:rPr lang="en-GB" dirty="0"/>
              <a:t>Encountering something unpleasant (disgust). </a:t>
            </a:r>
          </a:p>
          <a:p>
            <a:r>
              <a:rPr lang="en-GB" dirty="0"/>
              <a:t>Feeling exposed (shame-humiliation).</a:t>
            </a:r>
          </a:p>
          <a:p>
            <a:r>
              <a:rPr lang="en-GB" dirty="0"/>
              <a:t>Select one or two examples- don’t go through them all</a:t>
            </a:r>
          </a:p>
          <a:p>
            <a:endParaRPr lang="en-GB" dirty="0"/>
          </a:p>
          <a:p>
            <a:r>
              <a:rPr lang="en-GB" dirty="0"/>
              <a:t>A pupil's biography can intensify their reactions to situations. This is particularly true when pupils are confronted with challenges that have persisted for a long time. </a:t>
            </a:r>
          </a:p>
          <a:p>
            <a:r>
              <a:rPr lang="en-GB" dirty="0"/>
              <a:t>Pupils may use presenting behaviours as a way to maximise positive affects and avoid negative affects triggered by persistent challenges. For example, a pupil who has experienced neglect may seek attention through disruptive behaviour, as a way of compensating for the lack of attention they received at home. </a:t>
            </a:r>
          </a:p>
          <a:p>
            <a:r>
              <a:rPr lang="en-GB" dirty="0"/>
              <a:t>By understanding the role of biography, we can begin to recognise the underlying needs of pupils and respond to them in a more targeted way.</a:t>
            </a:r>
          </a:p>
          <a:p>
            <a:r>
              <a:rPr lang="en-GB" dirty="0"/>
              <a:t>Most of the experiences of interest and joy that get impeded have to do with interpersonal engagement with others. So, think of shame as an interpersonal/interactional affect. </a:t>
            </a:r>
          </a:p>
          <a:p>
            <a:r>
              <a:rPr lang="en-GB" dirty="0"/>
              <a:t>Once positive affect is impeded, the affect shame focuses attention on the impediment that triggered the negative affect. </a:t>
            </a:r>
          </a:p>
          <a:p>
            <a:r>
              <a:rPr lang="en-GB" dirty="0"/>
              <a:t>Now, the thing is what we see in the moment of shame is something in us that isn’t perfect – scripted emotions/biography. </a:t>
            </a:r>
          </a:p>
          <a:p>
            <a:r>
              <a:rPr lang="en-GB" dirty="0"/>
              <a:t>Pupil’s draw on scripts built up over time to help minimise the destructive impact of negative affects…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606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four poles of the compass of shame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Withdrawal (the pupil retreats into themselves, switch off from learning and not attend lessons).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Avoidance (the pupil avoids the situation altogether, be the class clown, focus on other aspect of their lives, take risks, use drugs etc.).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Attack others (the pupil blames others, put others down, belittle value of work, diminish and bully others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Attack self (the pupil blames themselves, put themselves down, they assume they are dumb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When pupils feel shame, they may draw on these scripts as a way of protecting themselves from further harm.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As educators, it's important to recognise the power imbalances that exist between staff and pupils and work to create a safe and trusting environment where pupils feel comfortable expressing their underlying struggles.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21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Adapting and differentiating the curriculum content can include using visual aids, offering additional support, or adjusting the pace of instruction.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Understanding pupils' strengths and weaknesses can help teachers identify areas where additional support is needed and promote a sense of success and accomplishment.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Adapting and differentiating the curriculum content can help prevent challenging behaviour by reducing frustration and promoting engagement and positive affect.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816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addition to these strategies, educators can use the following practical tips to manage challenging behaviours:</a:t>
            </a:r>
          </a:p>
          <a:p>
            <a:r>
              <a:rPr lang="en-GB" dirty="0"/>
              <a:t>Set clear expectations and boundaries for behaviour.</a:t>
            </a:r>
          </a:p>
          <a:p>
            <a:r>
              <a:rPr lang="en-GB" dirty="0"/>
              <a:t>Use positive reinforcement to encourage positive behaviours.</a:t>
            </a:r>
          </a:p>
          <a:p>
            <a:r>
              <a:rPr lang="en-GB" dirty="0"/>
              <a:t>Be consistent in your responses to behaviours.</a:t>
            </a:r>
          </a:p>
          <a:p>
            <a:r>
              <a:rPr lang="en-GB" dirty="0"/>
              <a:t>Use visual aids and other non-verbal communication tools to support pupils with communication difficulties.</a:t>
            </a:r>
          </a:p>
          <a:p>
            <a:r>
              <a:rPr lang="en-GB" dirty="0"/>
              <a:t>Use de-escalation techniques to manage situations where pupils are becoming agitated or upset.</a:t>
            </a:r>
          </a:p>
          <a:p>
            <a:r>
              <a:rPr lang="en-GB" dirty="0"/>
              <a:t>Work collaboratively with other professionals, such as counsellors and therapists, to provide comprehensive support to pupils.</a:t>
            </a:r>
          </a:p>
          <a:p>
            <a:r>
              <a:rPr lang="en-GB" dirty="0"/>
              <a:t>Provide opportunities for pupils to express their feelings and concerns in a safe and supportive environment.</a:t>
            </a:r>
          </a:p>
          <a:p>
            <a:r>
              <a:rPr lang="en-GB" dirty="0"/>
              <a:t>Create a risk-tolerant learning zone.</a:t>
            </a:r>
          </a:p>
          <a:p>
            <a:r>
              <a:rPr lang="en-GB" dirty="0"/>
              <a:t>Establish/communicate high expectations (not just high standards). </a:t>
            </a:r>
          </a:p>
          <a:p>
            <a:r>
              <a:rPr lang="en-GB" dirty="0"/>
              <a:t>Example of communicating high expectations: As you learn this, mistakes are expected. Your mistakes help me to support you. Let’s make mistakes together!</a:t>
            </a:r>
          </a:p>
          <a:p>
            <a:r>
              <a:rPr lang="en-GB" dirty="0"/>
              <a:t>Give feedback that focuses on process – things that they can control.  </a:t>
            </a:r>
          </a:p>
          <a:p>
            <a:r>
              <a:rPr lang="en-GB" dirty="0"/>
              <a:t>Example of when they struggle despite strong effort: I admire your persistence and I appreciate your hard work. It will pay off!</a:t>
            </a:r>
          </a:p>
          <a:p>
            <a:r>
              <a:rPr lang="en-GB" dirty="0"/>
              <a:t>Example of when they struggle and needs help with strategies: Let’s do one together…</a:t>
            </a:r>
          </a:p>
          <a:p>
            <a:r>
              <a:rPr lang="en-GB" dirty="0"/>
              <a:t>Example of when they are making progress: I see you using your strategies/tools/notes etc. keep it up!</a:t>
            </a:r>
          </a:p>
          <a:p>
            <a:r>
              <a:rPr lang="en-GB" dirty="0"/>
              <a:t>Example of when they succeed with strong effort: I am very proud of you for not giving up and look what you have to show for it!</a:t>
            </a:r>
          </a:p>
          <a:p>
            <a:r>
              <a:rPr lang="en-GB" dirty="0"/>
              <a:t>Focus on how tasks/activities are framed and how feedback is provided</a:t>
            </a:r>
          </a:p>
          <a:p>
            <a:r>
              <a:rPr lang="en-GB" dirty="0"/>
              <a:t>Example of communicating learning goals: we are in the learning zone today; mistakes are our friends!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34A0-44A0-4D2B-BA1B-246894D468C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380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flipH="1">
            <a:off x="231262" y="6422073"/>
            <a:ext cx="8681485" cy="184297"/>
          </a:xfrm>
          <a:prstGeom prst="rect">
            <a:avLst/>
          </a:prstGeom>
          <a:gradFill>
            <a:gsLst>
              <a:gs pos="0">
                <a:srgbClr val="2C2D84"/>
              </a:gs>
              <a:gs pos="50000">
                <a:srgbClr val="006AB4"/>
              </a:gs>
              <a:gs pos="100000">
                <a:srgbClr val="9FC63B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TextBox 7"/>
          <p:cNvSpPr txBox="1"/>
          <p:nvPr userDrawn="1"/>
        </p:nvSpPr>
        <p:spPr>
          <a:xfrm>
            <a:off x="167467" y="6110179"/>
            <a:ext cx="4396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/>
                </a:solidFill>
                <a:latin typeface="+mn-lt"/>
              </a:rPr>
              <a:t>BUCKINGHAMSHIRE</a:t>
            </a:r>
            <a:r>
              <a:rPr lang="en-GB" sz="1200" baseline="0" dirty="0">
                <a:solidFill>
                  <a:schemeClr val="tx1"/>
                </a:solidFill>
                <a:latin typeface="+mn-lt"/>
              </a:rPr>
              <a:t> COUNCIL</a:t>
            </a:r>
            <a:endParaRPr lang="en-GB" sz="12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11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29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24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79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05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55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28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52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94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29/03/2023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694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 userDrawn="1"/>
        </p:nvSpPr>
        <p:spPr>
          <a:xfrm>
            <a:off x="685908" y="1599416"/>
            <a:ext cx="7773646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1371819" y="2917558"/>
            <a:ext cx="6401826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Click to edit Master subtitle style</a:t>
            </a:r>
            <a:endParaRPr lang="en-GB" sz="2800"/>
          </a:p>
        </p:txBody>
      </p:sp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457275" y="4772026"/>
            <a:ext cx="2133942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3FF8B-3D7E-40A3-972F-2290F6E679E5}" type="datetimeFigureOut">
              <a:rPr lang="en-GB" sz="1800" smtClean="0"/>
              <a:pPr/>
              <a:t>29/03/2023</a:t>
            </a:fld>
            <a:endParaRPr lang="en-GB" sz="180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554251" y="4772026"/>
            <a:ext cx="2133942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0B5BB9-13EB-4BF4-AFFE-1FD7252BD932}" type="slidenum">
              <a:rPr lang="en-GB" sz="1800" smtClean="0"/>
              <a:pPr/>
              <a:t>‹#›</a:t>
            </a:fld>
            <a:endParaRPr lang="en-GB" sz="1800"/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685908" y="1599416"/>
            <a:ext cx="7773646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1371819" y="2917558"/>
            <a:ext cx="6401826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Click to edit Master subtitle style</a:t>
            </a:r>
            <a:endParaRPr lang="en-GB" sz="3200"/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457275" y="4772026"/>
            <a:ext cx="2133942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2AC66C-F0BF-44A7-86C9-611CA48A43D7}" type="datetimeFigureOut">
              <a:rPr lang="en-GB" sz="1200" smtClean="0"/>
              <a:pPr/>
              <a:t>29/03/2023</a:t>
            </a:fld>
            <a:endParaRPr lang="en-GB" sz="120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554251" y="4772026"/>
            <a:ext cx="2133942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AF9087-94BC-415C-8A96-1D40BD70811D}" type="slidenum">
              <a:rPr lang="en-GB" sz="1200" smtClean="0"/>
              <a:pPr/>
              <a:t>‹#›</a:t>
            </a:fld>
            <a:endParaRPr lang="en-GB" sz="1200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-1" y="-1"/>
            <a:ext cx="9153139" cy="6863708"/>
          </a:xfrm>
          <a:prstGeom prst="rect">
            <a:avLst/>
          </a:prstGeom>
          <a:gradFill flip="none" rotWithShape="1">
            <a:gsLst>
              <a:gs pos="0">
                <a:srgbClr val="2C2D84"/>
              </a:gs>
              <a:gs pos="66000">
                <a:srgbClr val="2E83C5"/>
              </a:gs>
              <a:gs pos="100000">
                <a:srgbClr val="9FC63B"/>
              </a:gs>
              <a:gs pos="42000">
                <a:srgbClr val="006AB4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3004706"/>
            <a:ext cx="9153138" cy="3853294"/>
            <a:chOff x="1" y="1725401"/>
            <a:chExt cx="12191996" cy="5132596"/>
          </a:xfrm>
        </p:grpSpPr>
        <p:sp>
          <p:nvSpPr>
            <p:cNvPr id="12" name="Google Shape;12;p2"/>
            <p:cNvSpPr/>
            <p:nvPr userDrawn="1"/>
          </p:nvSpPr>
          <p:spPr>
            <a:xfrm rot="10800000" flipH="1">
              <a:off x="1" y="1725401"/>
              <a:ext cx="2743198" cy="1645203"/>
            </a:xfrm>
            <a:custGeom>
              <a:avLst/>
              <a:gdLst/>
              <a:ahLst/>
              <a:cxnLst/>
              <a:rect l="l" t="t" r="r" b="b"/>
              <a:pathLst>
                <a:path w="642784" h="385464" extrusionOk="0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 userDrawn="1"/>
          </p:nvSpPr>
          <p:spPr>
            <a:xfrm rot="10800000" flipH="1">
              <a:off x="1727199" y="5517695"/>
              <a:ext cx="7600947" cy="1340302"/>
            </a:xfrm>
            <a:custGeom>
              <a:avLst/>
              <a:gdLst/>
              <a:ahLst/>
              <a:cxnLst/>
              <a:rect l="l" t="t" r="r" b="b"/>
              <a:pathLst>
                <a:path w="1781048" h="314027" extrusionOk="0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 userDrawn="1"/>
          </p:nvSpPr>
          <p:spPr>
            <a:xfrm rot="10800000" flipH="1">
              <a:off x="7753345" y="4255937"/>
              <a:ext cx="4438646" cy="1943757"/>
            </a:xfrm>
            <a:custGeom>
              <a:avLst/>
              <a:gdLst/>
              <a:ahLst/>
              <a:cxnLst/>
              <a:rect l="l" t="t" r="r" b="b"/>
              <a:pathLst>
                <a:path w="1040060" h="455414" extrusionOk="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6;p2"/>
            <p:cNvSpPr/>
            <p:nvPr userDrawn="1"/>
          </p:nvSpPr>
          <p:spPr>
            <a:xfrm rot="10800000" flipH="1">
              <a:off x="10915648" y="2490041"/>
              <a:ext cx="1276349" cy="1384766"/>
            </a:xfrm>
            <a:custGeom>
              <a:avLst/>
              <a:gdLst/>
              <a:ahLst/>
              <a:cxnLst/>
              <a:rect l="l" t="t" r="r" b="b"/>
              <a:pathLst>
                <a:path w="299073" h="324445" extrusionOk="0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7;p2"/>
            <p:cNvSpPr/>
            <p:nvPr userDrawn="1"/>
          </p:nvSpPr>
          <p:spPr>
            <a:xfrm rot="10800000" flipH="1">
              <a:off x="2730495" y="4531589"/>
              <a:ext cx="2381248" cy="1581685"/>
            </a:xfrm>
            <a:custGeom>
              <a:avLst/>
              <a:gdLst/>
              <a:ahLst/>
              <a:cxnLst/>
              <a:rect l="l" t="t" r="r" b="b"/>
              <a:pathLst>
                <a:path w="557972" h="370582" extrusionOk="0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8;p2"/>
            <p:cNvSpPr/>
            <p:nvPr userDrawn="1"/>
          </p:nvSpPr>
          <p:spPr>
            <a:xfrm rot="10800000" flipH="1">
              <a:off x="11366499" y="3735061"/>
              <a:ext cx="825498" cy="1302188"/>
            </a:xfrm>
            <a:custGeom>
              <a:avLst/>
              <a:gdLst/>
              <a:ahLst/>
              <a:cxnLst/>
              <a:rect l="l" t="t" r="r" b="b"/>
              <a:pathLst>
                <a:path w="193430" h="305097" extrusionOk="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2"/>
          <a:stretch/>
        </p:blipFill>
        <p:spPr>
          <a:xfrm>
            <a:off x="513861" y="1"/>
            <a:ext cx="1427067" cy="18188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131521"/>
            <a:ext cx="3054043" cy="17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6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8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ctrTitle" idx="4294967295"/>
          </p:nvPr>
        </p:nvSpPr>
        <p:spPr>
          <a:xfrm>
            <a:off x="446918" y="2225614"/>
            <a:ext cx="7888288" cy="2260121"/>
          </a:xfrm>
        </p:spPr>
        <p:txBody>
          <a:bodyPr anchor="b">
            <a:normAutofit fontScale="90000"/>
          </a:bodyPr>
          <a:lstStyle>
            <a:lvl1pPr algn="l">
              <a:defRPr sz="4800"/>
            </a:lvl1pPr>
          </a:lstStyle>
          <a:p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r>
              <a:rPr lang="en-GB" sz="4900" b="1" dirty="0">
                <a:solidFill>
                  <a:schemeClr val="bg2"/>
                </a:solidFill>
              </a:rPr>
              <a:t>Supporting SEMH Pupils:</a:t>
            </a:r>
            <a:r>
              <a:rPr lang="en-GB" b="1" dirty="0">
                <a:solidFill>
                  <a:schemeClr val="bg2"/>
                </a:solidFill>
              </a:rPr>
              <a:t> </a:t>
            </a:r>
            <a:br>
              <a:rPr lang="en-GB" b="1" dirty="0">
                <a:solidFill>
                  <a:schemeClr val="bg2"/>
                </a:solidFill>
              </a:rPr>
            </a:br>
            <a:r>
              <a:rPr lang="en-GB" sz="3100" b="1" dirty="0">
                <a:solidFill>
                  <a:schemeClr val="bg2"/>
                </a:solidFill>
              </a:rPr>
              <a:t>Understanding the communicative Functions of Behaviour</a:t>
            </a: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3" name="Subtitle 2"/>
          <p:cNvSpPr>
            <a:spLocks noGrp="1"/>
          </p:cNvSpPr>
          <p:nvPr>
            <p:ph type="subTitle" idx="4294967295"/>
          </p:nvPr>
        </p:nvSpPr>
        <p:spPr>
          <a:xfrm>
            <a:off x="446918" y="3898064"/>
            <a:ext cx="7888288" cy="1455737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solidFill>
                  <a:schemeClr val="bg2"/>
                </a:solidFill>
              </a:rPr>
              <a:t>Dr Scott I-Patrick</a:t>
            </a:r>
          </a:p>
          <a:p>
            <a:r>
              <a:rPr lang="en-US" dirty="0">
                <a:solidFill>
                  <a:schemeClr val="bg2"/>
                </a:solidFill>
              </a:rPr>
              <a:t>Educational Psychologist </a:t>
            </a:r>
          </a:p>
          <a:p>
            <a:r>
              <a:rPr lang="en-US" dirty="0">
                <a:solidFill>
                  <a:schemeClr val="bg2"/>
                </a:solidFill>
              </a:rPr>
              <a:t>High-Wycombe Area Hub</a:t>
            </a:r>
          </a:p>
        </p:txBody>
      </p:sp>
    </p:spTree>
    <p:extLst>
      <p:ext uri="{BB962C8B-B14F-4D97-AF65-F5344CB8AC3E}">
        <p14:creationId xmlns:p14="http://schemas.microsoft.com/office/powerpoint/2010/main" val="177589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634F-8FD4-7F8A-F804-74486FF5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SEMH and Challenging Behaviour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B64092-43BE-05DC-1A01-E9BEEDA53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44970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2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DF3A-F1D4-52A6-2E25-6D9AE366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Uncovering the Underlying Needs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C60F1DAA-C502-01FF-B74E-691476103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806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055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6B62-D486-2784-462C-789910BE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The Importance of Teacher-Pupil Relationships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547A5C5-CFAA-34DE-9080-2F47E8179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51272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652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D6B6-C08D-4151-3CA1-75F27179D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Maximizing Positive Affect, Minimizing Negative Affects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515F72-3307-7737-AC44-9535055283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94931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617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4EA9-8B9F-EAF1-A5DD-CB6CB1627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/>
              <a:t>The Role of Context and Biography in Pupil Behaviour</a:t>
            </a:r>
            <a:endParaRPr lang="en-GB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7CF41712-1A18-1947-0835-297D46069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91763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267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0F5E-8C26-5D34-5AE4-029787EE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Decoding Behavioural Messages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677EDD-79A8-6811-210A-CDD48684E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85042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002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7AC1-DEB8-96CD-F6A1-6B9D2B44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of Affect Script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CBE2B0-DA9F-6684-600A-12F25289A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600459"/>
            <a:ext cx="7886700" cy="280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1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3E1E-1D22-BEC2-7373-594F8DAF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The Central Executive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BE8E-AF1B-4084-C694-A7D297084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GB" dirty="0"/>
              <a:t>Silvan Tomkins - 9 innate affects hard-wired into our autonomic nervous system from birth.</a:t>
            </a:r>
          </a:p>
          <a:p>
            <a:r>
              <a:rPr lang="en-GB" dirty="0"/>
              <a:t>We have no control over these and they are triggered by stimulus in our environment and/or thoughts. </a:t>
            </a:r>
          </a:p>
          <a:p>
            <a:endParaRPr lang="en-GB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2C0D03-9EE3-46A8-860F-BD82FAD8E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63807"/>
              </p:ext>
            </p:extLst>
          </p:nvPr>
        </p:nvGraphicFramePr>
        <p:xfrm>
          <a:off x="628650" y="1825625"/>
          <a:ext cx="3886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0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3349-3FB4-EE3E-45DF-394B5A260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Compass of Shame Scripts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4B59C51-3527-CEB6-BE74-0EDB9AC4D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4206" y="1825625"/>
            <a:ext cx="6375587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145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3FB6-44B1-FBB8-F8CC-E1C74EA7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Tailoring Education to Pupil Needs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BE3AA6-C601-5654-F7B8-2757EE4D2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74531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654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FCD92-BC35-45B1-6738-236255D4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Supporting pupils and practical advice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5B7957-2CE0-AB52-8789-39BEE1747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2682" y="1825625"/>
            <a:ext cx="54986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8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4A962-9670-2B2B-A109-B839849493AE}"/>
              </a:ext>
            </a:extLst>
          </p:cNvPr>
          <p:cNvSpPr txBox="1"/>
          <p:nvPr/>
        </p:nvSpPr>
        <p:spPr>
          <a:xfrm>
            <a:off x="1679418" y="2969598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Thanks for listening </a:t>
            </a:r>
          </a:p>
        </p:txBody>
      </p:sp>
    </p:spTree>
    <p:extLst>
      <p:ext uri="{BB962C8B-B14F-4D97-AF65-F5344CB8AC3E}">
        <p14:creationId xmlns:p14="http://schemas.microsoft.com/office/powerpoint/2010/main" val="2349582180"/>
      </p:ext>
    </p:extLst>
  </p:cSld>
  <p:clrMapOvr>
    <a:masterClrMapping/>
  </p:clrMapOvr>
</p:sld>
</file>

<file path=ppt/theme/theme1.xml><?xml version="1.0" encoding="utf-8"?>
<a:theme xmlns:a="http://schemas.openxmlformats.org/drawingml/2006/main" name="Buckinghamshire Council standard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ckinghamshire Council standard template.pptx  -  Read-Only" id="{3005F97B-0C93-4D87-9B79-6F8E0BDE5532}" vid="{2E6BFEDE-B181-46B7-96A5-8BA2FC65D3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Buckinghamshire Council standard template</Template>
  <TotalTime>21367</TotalTime>
  <Words>1750</Words>
  <Application>Microsoft Office PowerPoint</Application>
  <PresentationFormat>On-screen Show (4:3)</PresentationFormat>
  <Paragraphs>128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Buckinghamshire Council standard template</vt:lpstr>
      <vt:lpstr>     Supporting SEMH Pupils:  Understanding the communicative Functions of Behaviour  </vt:lpstr>
      <vt:lpstr>SEMH and Challenging Behaviour</vt:lpstr>
      <vt:lpstr>Uncovering the Underlying Needs</vt:lpstr>
      <vt:lpstr>The Importance of Teacher-Pupil Relationships</vt:lpstr>
      <vt:lpstr>Maximizing Positive Affect, Minimizing Negative Affects</vt:lpstr>
      <vt:lpstr>The Role of Context and Biography in Pupil Behaviour</vt:lpstr>
      <vt:lpstr>Decoding Behavioural Messages</vt:lpstr>
      <vt:lpstr>Theory of Affect Script </vt:lpstr>
      <vt:lpstr>The Central Executive</vt:lpstr>
      <vt:lpstr>Compass of Shame Scripts</vt:lpstr>
      <vt:lpstr>Tailoring Education to Pupil Needs</vt:lpstr>
      <vt:lpstr>Supporting pupils and practical advice</vt:lpstr>
      <vt:lpstr>PowerPoint Presentation</vt:lpstr>
    </vt:vector>
  </TitlesOfParts>
  <Company>Buckinghamshire County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 School Support Clusters</dc:title>
  <dc:creator>Timothy Jones</dc:creator>
  <cp:lastModifiedBy>Scott Ighavongbe-Patrick</cp:lastModifiedBy>
  <cp:revision>38</cp:revision>
  <dcterms:created xsi:type="dcterms:W3CDTF">2020-07-06T11:17:41Z</dcterms:created>
  <dcterms:modified xsi:type="dcterms:W3CDTF">2023-03-29T13:22:00Z</dcterms:modified>
</cp:coreProperties>
</file>