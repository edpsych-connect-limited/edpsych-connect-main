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49" r:id="rId2"/>
  </p:sldMasterIdLst>
  <p:notesMasterIdLst>
    <p:notesMasterId r:id="rId19"/>
  </p:notesMasterIdLst>
  <p:handoutMasterIdLst>
    <p:handoutMasterId r:id="rId20"/>
  </p:handoutMasterIdLst>
  <p:sldIdLst>
    <p:sldId id="256" r:id="rId3"/>
    <p:sldId id="257" r:id="rId4"/>
    <p:sldId id="305" r:id="rId5"/>
    <p:sldId id="306" r:id="rId6"/>
    <p:sldId id="308" r:id="rId7"/>
    <p:sldId id="309" r:id="rId8"/>
    <p:sldId id="310" r:id="rId9"/>
    <p:sldId id="311" r:id="rId10"/>
    <p:sldId id="313" r:id="rId11"/>
    <p:sldId id="314" r:id="rId12"/>
    <p:sldId id="315" r:id="rId13"/>
    <p:sldId id="321" r:id="rId14"/>
    <p:sldId id="316" r:id="rId15"/>
    <p:sldId id="317" r:id="rId16"/>
    <p:sldId id="320" r:id="rId17"/>
    <p:sldId id="301" r:id="rId18"/>
  </p:sldIdLst>
  <p:sldSz cx="9144000" cy="6858000" type="screen4x3"/>
  <p:notesSz cx="6669088" cy="9872663"/>
  <p:defaultTextStyle>
    <a:defPPr>
      <a:defRPr lang="en-US"/>
    </a:defPPr>
    <a:lvl1pPr algn="l" rtl="0" eaLnBrk="0" fontAlgn="base" hangingPunct="0">
      <a:spcBef>
        <a:spcPct val="0"/>
      </a:spcBef>
      <a:spcAft>
        <a:spcPct val="0"/>
      </a:spcAft>
      <a:defRPr sz="1200" kern="1200">
        <a:solidFill>
          <a:srgbClr val="000000"/>
        </a:solidFill>
        <a:latin typeface="Times New Roman" pitchFamily="18" charset="0"/>
        <a:ea typeface="ヒラギノ明朝 ProN W3" charset="0"/>
        <a:cs typeface="ヒラギノ明朝 ProN W3" charset="0"/>
        <a:sym typeface="Times New Roman" pitchFamily="18" charset="0"/>
      </a:defRPr>
    </a:lvl1pPr>
    <a:lvl2pPr marL="457200" algn="l" rtl="0" eaLnBrk="0" fontAlgn="base" hangingPunct="0">
      <a:spcBef>
        <a:spcPct val="0"/>
      </a:spcBef>
      <a:spcAft>
        <a:spcPct val="0"/>
      </a:spcAft>
      <a:defRPr sz="1200" kern="1200">
        <a:solidFill>
          <a:srgbClr val="000000"/>
        </a:solidFill>
        <a:latin typeface="Times New Roman" pitchFamily="18" charset="0"/>
        <a:ea typeface="ヒラギノ明朝 ProN W3" charset="0"/>
        <a:cs typeface="ヒラギノ明朝 ProN W3" charset="0"/>
        <a:sym typeface="Times New Roman" pitchFamily="18" charset="0"/>
      </a:defRPr>
    </a:lvl2pPr>
    <a:lvl3pPr marL="914400" algn="l" rtl="0" eaLnBrk="0" fontAlgn="base" hangingPunct="0">
      <a:spcBef>
        <a:spcPct val="0"/>
      </a:spcBef>
      <a:spcAft>
        <a:spcPct val="0"/>
      </a:spcAft>
      <a:defRPr sz="1200" kern="1200">
        <a:solidFill>
          <a:srgbClr val="000000"/>
        </a:solidFill>
        <a:latin typeface="Times New Roman" pitchFamily="18" charset="0"/>
        <a:ea typeface="ヒラギノ明朝 ProN W3" charset="0"/>
        <a:cs typeface="ヒラギノ明朝 ProN W3" charset="0"/>
        <a:sym typeface="Times New Roman" pitchFamily="18" charset="0"/>
      </a:defRPr>
    </a:lvl3pPr>
    <a:lvl4pPr marL="1371600" algn="l" rtl="0" eaLnBrk="0" fontAlgn="base" hangingPunct="0">
      <a:spcBef>
        <a:spcPct val="0"/>
      </a:spcBef>
      <a:spcAft>
        <a:spcPct val="0"/>
      </a:spcAft>
      <a:defRPr sz="1200" kern="1200">
        <a:solidFill>
          <a:srgbClr val="000000"/>
        </a:solidFill>
        <a:latin typeface="Times New Roman" pitchFamily="18" charset="0"/>
        <a:ea typeface="ヒラギノ明朝 ProN W3" charset="0"/>
        <a:cs typeface="ヒラギノ明朝 ProN W3" charset="0"/>
        <a:sym typeface="Times New Roman" pitchFamily="18" charset="0"/>
      </a:defRPr>
    </a:lvl4pPr>
    <a:lvl5pPr marL="1828800" algn="l" rtl="0" eaLnBrk="0" fontAlgn="base" hangingPunct="0">
      <a:spcBef>
        <a:spcPct val="0"/>
      </a:spcBef>
      <a:spcAft>
        <a:spcPct val="0"/>
      </a:spcAft>
      <a:defRPr sz="1200" kern="1200">
        <a:solidFill>
          <a:srgbClr val="000000"/>
        </a:solidFill>
        <a:latin typeface="Times New Roman" pitchFamily="18" charset="0"/>
        <a:ea typeface="ヒラギノ明朝 ProN W3" charset="0"/>
        <a:cs typeface="ヒラギノ明朝 ProN W3" charset="0"/>
        <a:sym typeface="Times New Roman" pitchFamily="18" charset="0"/>
      </a:defRPr>
    </a:lvl5pPr>
    <a:lvl6pPr marL="2286000" algn="l" defTabSz="914400" rtl="0" eaLnBrk="1" latinLnBrk="0" hangingPunct="1">
      <a:defRPr sz="1200" kern="1200">
        <a:solidFill>
          <a:srgbClr val="000000"/>
        </a:solidFill>
        <a:latin typeface="Times New Roman" pitchFamily="18" charset="0"/>
        <a:ea typeface="ヒラギノ明朝 ProN W3" charset="0"/>
        <a:cs typeface="ヒラギノ明朝 ProN W3" charset="0"/>
        <a:sym typeface="Times New Roman" pitchFamily="18" charset="0"/>
      </a:defRPr>
    </a:lvl6pPr>
    <a:lvl7pPr marL="2743200" algn="l" defTabSz="914400" rtl="0" eaLnBrk="1" latinLnBrk="0" hangingPunct="1">
      <a:defRPr sz="1200" kern="1200">
        <a:solidFill>
          <a:srgbClr val="000000"/>
        </a:solidFill>
        <a:latin typeface="Times New Roman" pitchFamily="18" charset="0"/>
        <a:ea typeface="ヒラギノ明朝 ProN W3" charset="0"/>
        <a:cs typeface="ヒラギノ明朝 ProN W3" charset="0"/>
        <a:sym typeface="Times New Roman" pitchFamily="18" charset="0"/>
      </a:defRPr>
    </a:lvl7pPr>
    <a:lvl8pPr marL="3200400" algn="l" defTabSz="914400" rtl="0" eaLnBrk="1" latinLnBrk="0" hangingPunct="1">
      <a:defRPr sz="1200" kern="1200">
        <a:solidFill>
          <a:srgbClr val="000000"/>
        </a:solidFill>
        <a:latin typeface="Times New Roman" pitchFamily="18" charset="0"/>
        <a:ea typeface="ヒラギノ明朝 ProN W3" charset="0"/>
        <a:cs typeface="ヒラギノ明朝 ProN W3" charset="0"/>
        <a:sym typeface="Times New Roman" pitchFamily="18" charset="0"/>
      </a:defRPr>
    </a:lvl8pPr>
    <a:lvl9pPr marL="3657600" algn="l" defTabSz="914400" rtl="0" eaLnBrk="1" latinLnBrk="0" hangingPunct="1">
      <a:defRPr sz="1200" kern="1200">
        <a:solidFill>
          <a:srgbClr val="000000"/>
        </a:solidFill>
        <a:latin typeface="Times New Roman" pitchFamily="18" charset="0"/>
        <a:ea typeface="ヒラギノ明朝 ProN W3" charset="0"/>
        <a:cs typeface="ヒラギノ明朝 ProN W3" charset="0"/>
        <a:sym typeface="Times New Roman" pitchFamily="18"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1731" autoAdjust="0"/>
  </p:normalViewPr>
  <p:slideViewPr>
    <p:cSldViewPr>
      <p:cViewPr varScale="1">
        <p:scale>
          <a:sx n="52" d="100"/>
          <a:sy n="52" d="100"/>
        </p:scale>
        <p:origin x="-1878"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850" name="Rectangle 2"/>
          <p:cNvSpPr>
            <a:spLocks noGrp="1" noChangeArrowheads="1"/>
          </p:cNvSpPr>
          <p:nvPr>
            <p:ph type="hdr" sz="quarter"/>
          </p:nvPr>
        </p:nvSpPr>
        <p:spPr bwMode="auto">
          <a:xfrm>
            <a:off x="0" y="0"/>
            <a:ext cx="2890665" cy="494107"/>
          </a:xfrm>
          <a:prstGeom prst="rect">
            <a:avLst/>
          </a:prstGeom>
          <a:noFill/>
          <a:ln w="9525">
            <a:noFill/>
            <a:miter lim="800000"/>
            <a:headEnd/>
            <a:tailEnd/>
          </a:ln>
          <a:effectLst/>
        </p:spPr>
        <p:txBody>
          <a:bodyPr vert="horz" wrap="square" lIns="90425" tIns="45213" rIns="90425" bIns="45213" numCol="1" anchor="t" anchorCtr="0" compatLnSpc="1">
            <a:prstTxWarp prst="textNoShape">
              <a:avLst/>
            </a:prstTxWarp>
          </a:bodyPr>
          <a:lstStyle>
            <a:lvl1pPr>
              <a:defRPr/>
            </a:lvl1pPr>
          </a:lstStyle>
          <a:p>
            <a:pPr>
              <a:defRPr/>
            </a:pPr>
            <a:endParaRPr lang="en-GB" altLang="en-US"/>
          </a:p>
        </p:txBody>
      </p:sp>
      <p:sp>
        <p:nvSpPr>
          <p:cNvPr id="78851" name="Rectangle 3"/>
          <p:cNvSpPr>
            <a:spLocks noGrp="1" noChangeArrowheads="1"/>
          </p:cNvSpPr>
          <p:nvPr>
            <p:ph type="dt" sz="quarter" idx="1"/>
          </p:nvPr>
        </p:nvSpPr>
        <p:spPr bwMode="auto">
          <a:xfrm>
            <a:off x="3776866" y="0"/>
            <a:ext cx="2890665" cy="494107"/>
          </a:xfrm>
          <a:prstGeom prst="rect">
            <a:avLst/>
          </a:prstGeom>
          <a:noFill/>
          <a:ln w="9525">
            <a:noFill/>
            <a:miter lim="800000"/>
            <a:headEnd/>
            <a:tailEnd/>
          </a:ln>
          <a:effectLst/>
        </p:spPr>
        <p:txBody>
          <a:bodyPr vert="horz" wrap="square" lIns="90425" tIns="45213" rIns="90425" bIns="45213" numCol="1" anchor="t" anchorCtr="0" compatLnSpc="1">
            <a:prstTxWarp prst="textNoShape">
              <a:avLst/>
            </a:prstTxWarp>
          </a:bodyPr>
          <a:lstStyle>
            <a:lvl1pPr algn="r">
              <a:defRPr/>
            </a:lvl1pPr>
          </a:lstStyle>
          <a:p>
            <a:pPr>
              <a:defRPr/>
            </a:pPr>
            <a:fld id="{DF533A75-005F-4D80-B1F8-61878405F965}" type="datetimeFigureOut">
              <a:rPr lang="en-GB" altLang="en-US"/>
              <a:pPr>
                <a:defRPr/>
              </a:pPr>
              <a:t>13/06/2017</a:t>
            </a:fld>
            <a:endParaRPr lang="en-GB" altLang="en-US"/>
          </a:p>
        </p:txBody>
      </p:sp>
      <p:sp>
        <p:nvSpPr>
          <p:cNvPr id="78852" name="Rectangle 4"/>
          <p:cNvSpPr>
            <a:spLocks noGrp="1" noChangeArrowheads="1"/>
          </p:cNvSpPr>
          <p:nvPr>
            <p:ph type="ftr" sz="quarter" idx="2"/>
          </p:nvPr>
        </p:nvSpPr>
        <p:spPr bwMode="auto">
          <a:xfrm>
            <a:off x="0" y="9376978"/>
            <a:ext cx="2890665" cy="494107"/>
          </a:xfrm>
          <a:prstGeom prst="rect">
            <a:avLst/>
          </a:prstGeom>
          <a:noFill/>
          <a:ln w="9525">
            <a:noFill/>
            <a:miter lim="800000"/>
            <a:headEnd/>
            <a:tailEnd/>
          </a:ln>
          <a:effectLst/>
        </p:spPr>
        <p:txBody>
          <a:bodyPr vert="horz" wrap="square" lIns="90425" tIns="45213" rIns="90425" bIns="45213" numCol="1" anchor="b" anchorCtr="0" compatLnSpc="1">
            <a:prstTxWarp prst="textNoShape">
              <a:avLst/>
            </a:prstTxWarp>
          </a:bodyPr>
          <a:lstStyle>
            <a:lvl1pPr>
              <a:defRPr/>
            </a:lvl1pPr>
          </a:lstStyle>
          <a:p>
            <a:pPr>
              <a:defRPr/>
            </a:pPr>
            <a:endParaRPr lang="en-GB" altLang="en-US"/>
          </a:p>
        </p:txBody>
      </p:sp>
      <p:sp>
        <p:nvSpPr>
          <p:cNvPr id="78853" name="Rectangle 5"/>
          <p:cNvSpPr>
            <a:spLocks noGrp="1" noChangeArrowheads="1"/>
          </p:cNvSpPr>
          <p:nvPr>
            <p:ph type="sldNum" sz="quarter" idx="3"/>
          </p:nvPr>
        </p:nvSpPr>
        <p:spPr bwMode="auto">
          <a:xfrm>
            <a:off x="3776866" y="9376978"/>
            <a:ext cx="2890665" cy="494107"/>
          </a:xfrm>
          <a:prstGeom prst="rect">
            <a:avLst/>
          </a:prstGeom>
          <a:noFill/>
          <a:ln w="9525">
            <a:noFill/>
            <a:miter lim="800000"/>
            <a:headEnd/>
            <a:tailEnd/>
          </a:ln>
          <a:effectLst/>
        </p:spPr>
        <p:txBody>
          <a:bodyPr vert="horz" wrap="square" lIns="90425" tIns="45213" rIns="90425" bIns="45213" numCol="1" anchor="b" anchorCtr="0" compatLnSpc="1">
            <a:prstTxWarp prst="textNoShape">
              <a:avLst/>
            </a:prstTxWarp>
          </a:bodyPr>
          <a:lstStyle>
            <a:lvl1pPr algn="r">
              <a:defRPr/>
            </a:lvl1pPr>
          </a:lstStyle>
          <a:p>
            <a:pPr>
              <a:defRPr/>
            </a:pPr>
            <a:fld id="{B64875E9-3735-4295-A492-B835DA10194F}" type="slidenum">
              <a:rPr lang="en-GB" altLang="en-US"/>
              <a:pPr>
                <a:defRPr/>
              </a:pPr>
              <a:t>‹#›</a:t>
            </a:fld>
            <a:endParaRPr lang="en-GB" altLang="en-US"/>
          </a:p>
        </p:txBody>
      </p:sp>
    </p:spTree>
    <p:extLst>
      <p:ext uri="{BB962C8B-B14F-4D97-AF65-F5344CB8AC3E}">
        <p14:creationId xmlns:p14="http://schemas.microsoft.com/office/powerpoint/2010/main" val="9097465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1"/>
          <p:cNvSpPr>
            <a:spLocks noGrp="1" noRot="1" noChangeAspect="1" noChangeArrowheads="1" noTextEdit="1"/>
          </p:cNvSpPr>
          <p:nvPr>
            <p:ph type="sldImg"/>
          </p:nvPr>
        </p:nvSpPr>
        <p:spPr bwMode="auto">
          <a:xfrm>
            <a:off x="866775" y="739775"/>
            <a:ext cx="4935538" cy="37020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6" name="Rectangle 2"/>
          <p:cNvSpPr>
            <a:spLocks noGrp="1" noChangeArrowheads="1"/>
          </p:cNvSpPr>
          <p:nvPr>
            <p:ph type="body" sz="quarter" idx="1"/>
          </p:nvPr>
        </p:nvSpPr>
        <p:spPr bwMode="auto">
          <a:xfrm>
            <a:off x="666598" y="4690068"/>
            <a:ext cx="5335893" cy="4442225"/>
          </a:xfrm>
          <a:prstGeom prst="rect">
            <a:avLst/>
          </a:prstGeom>
          <a:noFill/>
          <a:ln>
            <a:noFill/>
          </a:ln>
          <a:effectLst/>
          <a:extLst/>
        </p:spPr>
        <p:txBody>
          <a:bodyPr vert="horz" wrap="square" lIns="90425" tIns="45213" rIns="90425" bIns="45213"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Tree>
    <p:extLst>
      <p:ext uri="{BB962C8B-B14F-4D97-AF65-F5344CB8AC3E}">
        <p14:creationId xmlns:p14="http://schemas.microsoft.com/office/powerpoint/2010/main" val="3022480215"/>
      </p:ext>
    </p:extLst>
  </p:cSld>
  <p:clrMap bg1="lt1" tx1="dk1" bg2="lt2" tx2="dk2" accent1="accent1" accent2="accent2" accent3="accent3" accent4="accent4" accent5="accent5" accent6="accent6" hlink="hlink" folHlink="folHlink"/>
  <p:notesStyle>
    <a:lvl1pPr algn="l" rtl="0" eaLnBrk="0" fontAlgn="base" hangingPunct="0">
      <a:spcBef>
        <a:spcPct val="0"/>
      </a:spcBef>
      <a:spcAft>
        <a:spcPct val="0"/>
      </a:spcAft>
      <a:defRPr sz="1200" kern="1200">
        <a:solidFill>
          <a:schemeClr val="tx1"/>
        </a:solidFill>
        <a:latin typeface="Times New Roman" charset="0"/>
        <a:ea typeface="+mn-ea"/>
        <a:cs typeface="+mn-cs"/>
      </a:defRPr>
    </a:lvl1pPr>
    <a:lvl2pPr marL="457200" algn="l" rtl="0" eaLnBrk="0" fontAlgn="base" hangingPunct="0">
      <a:spcBef>
        <a:spcPct val="0"/>
      </a:spcBef>
      <a:spcAft>
        <a:spcPct val="0"/>
      </a:spcAft>
      <a:defRPr sz="1200" kern="1200">
        <a:solidFill>
          <a:schemeClr val="tx1"/>
        </a:solidFill>
        <a:latin typeface="Times New Roman" charset="0"/>
        <a:ea typeface="+mn-ea"/>
        <a:cs typeface="+mn-cs"/>
      </a:defRPr>
    </a:lvl2pPr>
    <a:lvl3pPr marL="914400" algn="l" rtl="0" eaLnBrk="0" fontAlgn="base" hangingPunct="0">
      <a:spcBef>
        <a:spcPct val="0"/>
      </a:spcBef>
      <a:spcAft>
        <a:spcPct val="0"/>
      </a:spcAft>
      <a:defRPr sz="1200" kern="1200">
        <a:solidFill>
          <a:schemeClr val="tx1"/>
        </a:solidFill>
        <a:latin typeface="Times New Roman" charset="0"/>
        <a:ea typeface="+mn-ea"/>
        <a:cs typeface="+mn-cs"/>
      </a:defRPr>
    </a:lvl3pPr>
    <a:lvl4pPr marL="1371600" algn="l" rtl="0" eaLnBrk="0" fontAlgn="base" hangingPunct="0">
      <a:spcBef>
        <a:spcPct val="0"/>
      </a:spcBef>
      <a:spcAft>
        <a:spcPct val="0"/>
      </a:spcAft>
      <a:defRPr sz="1200" kern="1200">
        <a:solidFill>
          <a:schemeClr val="tx1"/>
        </a:solidFill>
        <a:latin typeface="Times New Roman" charset="0"/>
        <a:ea typeface="+mn-ea"/>
        <a:cs typeface="+mn-cs"/>
      </a:defRPr>
    </a:lvl4pPr>
    <a:lvl5pPr marL="1828800" algn="l" rtl="0" eaLnBrk="0" fontAlgn="base" hangingPunct="0">
      <a:spcBef>
        <a:spcPct val="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ChangeArrowheads="1" noTextEdit="1"/>
          </p:cNvSpPr>
          <p:nvPr>
            <p:ph type="sldImg"/>
          </p:nvPr>
        </p:nvSpPr>
        <p:spPr>
          <a:ln/>
        </p:spPr>
      </p:sp>
      <p:sp>
        <p:nvSpPr>
          <p:cNvPr id="3379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endParaRPr lang="en-GB" altLang="en-US" dirty="0" smtClean="0">
              <a:latin typeface="Times New Roman" pitchFamily="18" charset="0"/>
            </a:endParaRPr>
          </a:p>
          <a:p>
            <a:pPr>
              <a:buFont typeface="Arial" pitchFamily="34" charset="0"/>
              <a:buNone/>
            </a:pPr>
            <a:r>
              <a:rPr lang="en-GB" altLang="en-US" b="1" baseline="0" dirty="0" smtClean="0">
                <a:latin typeface="Times New Roman" pitchFamily="18" charset="0"/>
              </a:rPr>
              <a:t>2 </a:t>
            </a:r>
            <a:r>
              <a:rPr lang="en-GB" altLang="en-US" b="1" baseline="0" dirty="0" err="1" smtClean="0">
                <a:latin typeface="Times New Roman" pitchFamily="18" charset="0"/>
              </a:rPr>
              <a:t>mins</a:t>
            </a:r>
            <a:endParaRPr lang="en-GB" altLang="en-US" b="1" baseline="0" dirty="0" smtClean="0">
              <a:latin typeface="Times New Roman" pitchFamily="18" charset="0"/>
            </a:endParaRPr>
          </a:p>
          <a:p>
            <a:pPr>
              <a:buFont typeface="Arial" pitchFamily="34" charset="0"/>
              <a:buNone/>
            </a:pPr>
            <a:endParaRPr lang="en-GB" altLang="en-US" b="1" baseline="0" dirty="0" smtClean="0">
              <a:latin typeface="Times New Roman" pitchFamily="18" charset="0"/>
            </a:endParaRPr>
          </a:p>
          <a:p>
            <a:pPr>
              <a:buFont typeface="Arial" pitchFamily="34" charset="0"/>
              <a:buNone/>
            </a:pPr>
            <a:r>
              <a:rPr lang="en-GB" altLang="en-US" baseline="0" dirty="0" smtClean="0">
                <a:latin typeface="Times New Roman" pitchFamily="18" charset="0"/>
              </a:rPr>
              <a:t>Welcome Back!</a:t>
            </a:r>
          </a:p>
          <a:p>
            <a:pPr>
              <a:buFont typeface="Arial" pitchFamily="34" charset="0"/>
              <a:buNone/>
            </a:pPr>
            <a:endParaRPr lang="en-GB" altLang="en-US" baseline="0" dirty="0" smtClean="0">
              <a:latin typeface="Times New Roman" pitchFamily="18" charset="0"/>
            </a:endParaRPr>
          </a:p>
          <a:p>
            <a:pPr>
              <a:buFont typeface="Arial" pitchFamily="34" charset="0"/>
              <a:buNone/>
            </a:pPr>
            <a:r>
              <a:rPr lang="en-GB" altLang="en-US" baseline="0" dirty="0" smtClean="0">
                <a:latin typeface="Times New Roman" pitchFamily="18" charset="0"/>
              </a:rPr>
              <a:t>Check time-frame for today – 1.45 – 2.45?</a:t>
            </a:r>
          </a:p>
          <a:p>
            <a:pPr>
              <a:buFont typeface="Arial" pitchFamily="34" charset="0"/>
              <a:buNone/>
            </a:pPr>
            <a:endParaRPr lang="en-GB" altLang="en-US" baseline="0" dirty="0" smtClean="0">
              <a:latin typeface="Times New Roman" pitchFamily="18" charset="0"/>
            </a:endParaRPr>
          </a:p>
          <a:p>
            <a:pPr>
              <a:buFont typeface="Arial" pitchFamily="34" charset="0"/>
              <a:buNone/>
            </a:pPr>
            <a:r>
              <a:rPr lang="en-GB" altLang="en-US" baseline="0" dirty="0" smtClean="0">
                <a:latin typeface="Times New Roman" pitchFamily="18" charset="0"/>
              </a:rPr>
              <a:t>Highlight that I will be around after the session through to home-time if anybody would like to speak with me individually about any aspect of the intervention</a:t>
            </a:r>
          </a:p>
          <a:p>
            <a:pPr>
              <a:buFont typeface="Arial" pitchFamily="34" charset="0"/>
              <a:buNone/>
            </a:pPr>
            <a:endParaRPr lang="en-GB" altLang="en-US" baseline="0" dirty="0" smtClean="0">
              <a:latin typeface="Times New Roman" pitchFamily="18" charset="0"/>
            </a:endParaRPr>
          </a:p>
          <a:p>
            <a:pPr>
              <a:buFont typeface="Arial" pitchFamily="34" charset="0"/>
              <a:buNone/>
            </a:pPr>
            <a:r>
              <a:rPr lang="en-GB" altLang="en-US" baseline="0" dirty="0" smtClean="0">
                <a:latin typeface="Times New Roman" pitchFamily="18" charset="0"/>
              </a:rPr>
              <a:t>Also highlight that I have a copy of all the materials from the first session if anybody needs to copy any or all of these</a:t>
            </a:r>
            <a:endParaRPr lang="en-GB" altLang="en-US" dirty="0" smtClean="0">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smtClean="0">
              <a:latin typeface="Times New Roman" pitchFamily="18" charset="0"/>
            </a:endParaRPr>
          </a:p>
          <a:p>
            <a:r>
              <a:rPr lang="en-GB" altLang="en-US" b="1" dirty="0" smtClean="0">
                <a:latin typeface="Times New Roman" pitchFamily="18" charset="0"/>
              </a:rPr>
              <a:t>10</a:t>
            </a:r>
            <a:r>
              <a:rPr lang="en-GB" altLang="en-US" b="1" baseline="0" dirty="0" smtClean="0">
                <a:latin typeface="Times New Roman" pitchFamily="18" charset="0"/>
              </a:rPr>
              <a:t> </a:t>
            </a:r>
            <a:r>
              <a:rPr lang="en-GB" altLang="en-US" b="1" dirty="0" err="1" smtClean="0">
                <a:latin typeface="Times New Roman" pitchFamily="18" charset="0"/>
              </a:rPr>
              <a:t>mins</a:t>
            </a:r>
            <a:r>
              <a:rPr lang="en-GB" altLang="en-US" b="1" dirty="0" smtClean="0">
                <a:latin typeface="Times New Roman" pitchFamily="18" charset="0"/>
              </a:rPr>
              <a:t> </a:t>
            </a:r>
          </a:p>
          <a:p>
            <a:endParaRPr lang="en-GB" altLang="en-US" b="1" dirty="0" smtClean="0">
              <a:latin typeface="Times New Roman" pitchFamily="18" charset="0"/>
            </a:endParaRPr>
          </a:p>
          <a:p>
            <a:r>
              <a:rPr lang="en-GB" altLang="en-US" dirty="0" smtClean="0">
                <a:latin typeface="Times New Roman" pitchFamily="18" charset="0"/>
              </a:rPr>
              <a:t>Before thinking about our</a:t>
            </a:r>
            <a:r>
              <a:rPr lang="en-GB" altLang="en-US" baseline="0" dirty="0" smtClean="0">
                <a:latin typeface="Times New Roman" pitchFamily="18" charset="0"/>
              </a:rPr>
              <a:t> aims for today, we</a:t>
            </a:r>
            <a:r>
              <a:rPr lang="en-GB" altLang="en-US" dirty="0" smtClean="0">
                <a:latin typeface="Times New Roman" pitchFamily="18" charset="0"/>
              </a:rPr>
              <a:t>’ll start by</a:t>
            </a:r>
            <a:r>
              <a:rPr lang="en-GB" altLang="en-US" baseline="0" dirty="0" smtClean="0">
                <a:latin typeface="Times New Roman" pitchFamily="18" charset="0"/>
              </a:rPr>
              <a:t> recapping what we learnt about PT in our first session and where we got up to.</a:t>
            </a:r>
          </a:p>
          <a:p>
            <a:endParaRPr lang="en-GB" altLang="en-US" baseline="0" dirty="0" smtClean="0">
              <a:latin typeface="Times New Roman" pitchFamily="18" charset="0"/>
            </a:endParaRPr>
          </a:p>
          <a:p>
            <a:r>
              <a:rPr lang="en-GB" altLang="en-US" b="1" baseline="0" dirty="0" smtClean="0">
                <a:latin typeface="Times New Roman" pitchFamily="18" charset="0"/>
              </a:rPr>
              <a:t>What is PT:  </a:t>
            </a:r>
          </a:p>
          <a:p>
            <a:pPr>
              <a:buFont typeface="Arial" charset="0"/>
              <a:buChar char="•"/>
            </a:pPr>
            <a:r>
              <a:rPr lang="en-GB" altLang="en-US" baseline="0" dirty="0" smtClean="0">
                <a:latin typeface="Times New Roman" pitchFamily="18" charset="0"/>
              </a:rPr>
              <a:t>About monitoring the effectiveness of teaching</a:t>
            </a:r>
          </a:p>
          <a:p>
            <a:pPr>
              <a:buFont typeface="Arial" charset="0"/>
              <a:buChar char="•"/>
            </a:pPr>
            <a:r>
              <a:rPr lang="en-GB" altLang="en-US" baseline="0" dirty="0" smtClean="0">
                <a:latin typeface="Times New Roman" pitchFamily="18" charset="0"/>
              </a:rPr>
              <a:t>Involves precise, daily measurement of a child’s progress towards given targets</a:t>
            </a:r>
          </a:p>
          <a:p>
            <a:pPr>
              <a:buFont typeface="Arial" charset="0"/>
              <a:buChar char="•"/>
            </a:pPr>
            <a:r>
              <a:rPr lang="en-GB" altLang="en-US" baseline="0" dirty="0" smtClean="0">
                <a:latin typeface="Times New Roman" pitchFamily="18" charset="0"/>
              </a:rPr>
              <a:t>We use the feedback we obtain about the child’s progress to shape the programme to suit the individual needs of the child</a:t>
            </a:r>
          </a:p>
          <a:p>
            <a:pPr>
              <a:buFont typeface="Arial" charset="0"/>
              <a:buChar char="•"/>
            </a:pPr>
            <a:endParaRPr lang="en-GB" altLang="en-US" baseline="0" dirty="0" smtClean="0">
              <a:latin typeface="Times New Roman" pitchFamily="18" charset="0"/>
            </a:endParaRPr>
          </a:p>
          <a:p>
            <a:pPr>
              <a:buFont typeface="Arial" pitchFamily="34" charset="0"/>
              <a:buChar char="•"/>
            </a:pPr>
            <a:r>
              <a:rPr lang="en-GB" altLang="en-US" b="0" baseline="0" dirty="0" smtClean="0">
                <a:latin typeface="Times New Roman" pitchFamily="18" charset="0"/>
              </a:rPr>
              <a:t>One-to-one intervention which supports the stuck child to develop basic building blocks they need in order to progress in their learning</a:t>
            </a:r>
          </a:p>
          <a:p>
            <a:pPr>
              <a:buFont typeface="Arial" pitchFamily="34" charset="0"/>
              <a:buChar char="•"/>
            </a:pPr>
            <a:r>
              <a:rPr lang="en-GB" altLang="en-US" b="0" baseline="0" dirty="0" smtClean="0">
                <a:latin typeface="Times New Roman" pitchFamily="18" charset="0"/>
              </a:rPr>
              <a:t>Commonly for phonics, sight vocabulary, spelling of high frequency words, number recognition</a:t>
            </a:r>
          </a:p>
          <a:p>
            <a:pPr>
              <a:buFont typeface="Arial" pitchFamily="34" charset="0"/>
              <a:buChar char="•"/>
            </a:pPr>
            <a:endParaRPr lang="en-GB" altLang="en-US" b="0" baseline="0" dirty="0" smtClean="0">
              <a:latin typeface="Times New Roman" pitchFamily="18" charset="0"/>
            </a:endParaRPr>
          </a:p>
          <a:p>
            <a:pPr>
              <a:buFont typeface="Arial" pitchFamily="34" charset="0"/>
              <a:buChar char="•"/>
            </a:pPr>
            <a:r>
              <a:rPr lang="en-GB" altLang="en-US" b="1" baseline="0" dirty="0" smtClean="0">
                <a:latin typeface="Times New Roman" pitchFamily="18" charset="0"/>
              </a:rPr>
              <a:t>Secrets of success:</a:t>
            </a:r>
          </a:p>
          <a:p>
            <a:pPr>
              <a:buFont typeface="Arial" pitchFamily="34" charset="0"/>
              <a:buChar char="•"/>
            </a:pPr>
            <a:r>
              <a:rPr lang="en-GB" altLang="en-US" b="0" baseline="0" dirty="0" smtClean="0">
                <a:latin typeface="Times New Roman" pitchFamily="18" charset="0"/>
              </a:rPr>
              <a:t>Specific</a:t>
            </a:r>
          </a:p>
          <a:p>
            <a:pPr>
              <a:buFont typeface="Arial" pitchFamily="34" charset="0"/>
              <a:buChar char="•"/>
            </a:pPr>
            <a:r>
              <a:rPr lang="en-GB" altLang="en-US" b="0" baseline="0" dirty="0" smtClean="0">
                <a:latin typeface="Times New Roman" pitchFamily="18" charset="0"/>
              </a:rPr>
              <a:t>Flexible</a:t>
            </a:r>
          </a:p>
          <a:p>
            <a:pPr>
              <a:buFont typeface="Arial" pitchFamily="34" charset="0"/>
              <a:buChar char="•"/>
            </a:pPr>
            <a:r>
              <a:rPr lang="en-GB" altLang="en-US" b="0" baseline="0" dirty="0" smtClean="0">
                <a:latin typeface="Times New Roman" pitchFamily="18" charset="0"/>
              </a:rPr>
              <a:t>Ensures success – children get to build on their own performance – they’re not competing with peers</a:t>
            </a:r>
          </a:p>
          <a:p>
            <a:pPr>
              <a:buFont typeface="Arial" pitchFamily="34" charset="0"/>
              <a:buChar char="•"/>
            </a:pPr>
            <a:r>
              <a:rPr lang="en-GB" altLang="en-US" b="0" baseline="0" dirty="0" smtClean="0">
                <a:latin typeface="Times New Roman" pitchFamily="18" charset="0"/>
              </a:rPr>
              <a:t>Makes learning fun</a:t>
            </a:r>
          </a:p>
          <a:p>
            <a:pPr>
              <a:buFont typeface="Arial" pitchFamily="34" charset="0"/>
              <a:buChar char="•"/>
            </a:pPr>
            <a:r>
              <a:rPr lang="en-GB" altLang="en-US" b="0" baseline="0" dirty="0" smtClean="0">
                <a:latin typeface="Times New Roman" pitchFamily="18" charset="0"/>
              </a:rPr>
              <a:t>Quick &amp; easy to run – requires just 10 minutes of 1-1 contact per day</a:t>
            </a:r>
          </a:p>
          <a:p>
            <a:pPr>
              <a:buFont typeface="Arial" pitchFamily="34" charset="0"/>
              <a:buNone/>
            </a:pPr>
            <a:endParaRPr lang="en-GB" altLang="en-US" b="0" baseline="0" dirty="0" smtClean="0">
              <a:latin typeface="Times New Roman" pitchFamily="18" charset="0"/>
            </a:endParaRPr>
          </a:p>
          <a:p>
            <a:pPr>
              <a:buFont typeface="Arial" pitchFamily="34" charset="0"/>
              <a:buNone/>
            </a:pPr>
            <a:r>
              <a:rPr lang="en-GB" altLang="en-US" b="1" baseline="0" dirty="0" smtClean="0">
                <a:latin typeface="Times New Roman" pitchFamily="18" charset="0"/>
              </a:rPr>
              <a:t>Underlying theory</a:t>
            </a:r>
          </a:p>
          <a:p>
            <a:pPr>
              <a:buFont typeface="Arial" pitchFamily="34" charset="0"/>
              <a:buNone/>
            </a:pPr>
            <a:r>
              <a:rPr lang="en-GB" altLang="en-US" b="1" baseline="0" dirty="0" smtClean="0">
                <a:latin typeface="Times New Roman" pitchFamily="18" charset="0"/>
              </a:rPr>
              <a:t>Acquisition – Fluency – Maintenance – Generalisation – Adaptation </a:t>
            </a:r>
          </a:p>
          <a:p>
            <a:pPr>
              <a:buFont typeface="Arial" pitchFamily="34" charset="0"/>
              <a:buNone/>
            </a:pPr>
            <a:endParaRPr lang="en-GB" altLang="en-US" b="1" baseline="0" dirty="0" smtClean="0">
              <a:latin typeface="Times New Roman" pitchFamily="18" charset="0"/>
            </a:endParaRPr>
          </a:p>
          <a:p>
            <a:pPr>
              <a:buFont typeface="Arial" pitchFamily="34" charset="0"/>
              <a:buNone/>
            </a:pPr>
            <a:r>
              <a:rPr lang="en-GB" altLang="en-US" b="1" baseline="0" dirty="0" smtClean="0">
                <a:latin typeface="Times New Roman" pitchFamily="18" charset="0"/>
              </a:rPr>
              <a:t>How do we do PT?</a:t>
            </a:r>
          </a:p>
          <a:p>
            <a:pPr>
              <a:buFont typeface="Arial" pitchFamily="34" charset="0"/>
              <a:buNone/>
            </a:pPr>
            <a:endParaRPr lang="en-GB" altLang="en-US" b="1" baseline="0" dirty="0" smtClean="0">
              <a:latin typeface="Times New Roman" pitchFamily="18" charset="0"/>
            </a:endParaRPr>
          </a:p>
          <a:p>
            <a:pPr>
              <a:buFont typeface="Arial" pitchFamily="34" charset="0"/>
              <a:buChar char="•"/>
            </a:pPr>
            <a:r>
              <a:rPr lang="en-GB" altLang="en-US" b="0" baseline="0" dirty="0" smtClean="0">
                <a:latin typeface="Times New Roman" pitchFamily="18" charset="0"/>
              </a:rPr>
              <a:t>Reiterate need for </a:t>
            </a:r>
            <a:r>
              <a:rPr lang="en-GB" altLang="en-US" b="1" baseline="0" dirty="0" smtClean="0">
                <a:latin typeface="Times New Roman" pitchFamily="18" charset="0"/>
              </a:rPr>
              <a:t>consistency</a:t>
            </a:r>
            <a:r>
              <a:rPr lang="en-GB" altLang="en-US" b="0" baseline="0" dirty="0" smtClean="0">
                <a:latin typeface="Times New Roman" pitchFamily="18" charset="0"/>
              </a:rPr>
              <a:t> – especially around time of day that we do sessions</a:t>
            </a:r>
          </a:p>
          <a:p>
            <a:pPr>
              <a:buFont typeface="Arial" pitchFamily="34" charset="0"/>
              <a:buChar char="•"/>
            </a:pPr>
            <a:endParaRPr lang="en-GB" altLang="en-US" b="1" baseline="0" dirty="0" smtClean="0">
              <a:latin typeface="Times New Roman" pitchFamily="18" charset="0"/>
            </a:endParaRPr>
          </a:p>
          <a:p>
            <a:pPr>
              <a:buFont typeface="Arial" pitchFamily="34" charset="0"/>
              <a:buChar char="•"/>
            </a:pPr>
            <a:r>
              <a:rPr lang="en-GB" altLang="en-US" b="0" baseline="0" dirty="0" smtClean="0">
                <a:latin typeface="Times New Roman" pitchFamily="18" charset="0"/>
              </a:rPr>
              <a:t> Reintroduce probe – consists of some items child has learnt securely, and some they are working towards</a:t>
            </a:r>
          </a:p>
          <a:p>
            <a:pPr>
              <a:buFont typeface="Arial" pitchFamily="34" charset="0"/>
              <a:buChar char="•"/>
            </a:pPr>
            <a:endParaRPr lang="en-GB" altLang="en-US" b="0" baseline="0" dirty="0" smtClean="0">
              <a:latin typeface="Times New Roman" pitchFamily="18" charset="0"/>
            </a:endParaRPr>
          </a:p>
          <a:p>
            <a:pPr>
              <a:buFont typeface="Arial" pitchFamily="34" charset="0"/>
              <a:buChar char="•"/>
            </a:pPr>
            <a:r>
              <a:rPr lang="en-GB" altLang="en-US" b="0" baseline="0" dirty="0" smtClean="0">
                <a:latin typeface="Times New Roman" pitchFamily="18" charset="0"/>
              </a:rPr>
              <a:t> Our PT session begins with a 5 to 6 minute teaching session designed to teach and reinforce in fun, creative ways, the items we are focusing on (i.e. items on the probe sheet)</a:t>
            </a:r>
          </a:p>
          <a:p>
            <a:pPr lvl="1">
              <a:buFont typeface="Arial" pitchFamily="34" charset="0"/>
              <a:buChar char="•"/>
            </a:pPr>
            <a:r>
              <a:rPr lang="en-GB" altLang="en-US" b="1" baseline="0" dirty="0" smtClean="0">
                <a:latin typeface="Times New Roman" pitchFamily="18" charset="0"/>
              </a:rPr>
              <a:t>Remind the group of all the creative teaching ideas we pulled together as a group last time – reiterate that this list can be ever-expanding as you become more experienced as a team</a:t>
            </a:r>
          </a:p>
          <a:p>
            <a:pPr lvl="1">
              <a:buFont typeface="Arial" pitchFamily="34" charset="0"/>
              <a:buChar char="•"/>
            </a:pPr>
            <a:endParaRPr lang="en-GB" altLang="en-US" b="1" baseline="0" dirty="0" smtClean="0">
              <a:latin typeface="Times New Roman" pitchFamily="18" charset="0"/>
            </a:endParaRPr>
          </a:p>
          <a:p>
            <a:pPr>
              <a:buFont typeface="Arial" pitchFamily="34" charset="0"/>
              <a:buChar char="•"/>
            </a:pPr>
            <a:r>
              <a:rPr lang="en-GB" altLang="en-US" b="0" baseline="0" dirty="0" smtClean="0">
                <a:latin typeface="Times New Roman" pitchFamily="18" charset="0"/>
              </a:rPr>
              <a:t>After our teaching input, we do the short, snappy probing – so we test how many the child can get right in one minute – </a:t>
            </a:r>
            <a:r>
              <a:rPr lang="en-GB" altLang="en-US" b="1" baseline="0" dirty="0" smtClean="0">
                <a:latin typeface="Times New Roman" pitchFamily="18" charset="0"/>
              </a:rPr>
              <a:t>we need to ensure that we record how many items the child got right and how many they got wrong.  Remember that if we can, it’s helpful when the child makes an error to record exactly what they said, because this will help us to see a pattern in their errors which can use to make our teaching more effective.</a:t>
            </a:r>
          </a:p>
          <a:p>
            <a:pPr>
              <a:buFont typeface="Arial" pitchFamily="34" charset="0"/>
              <a:buChar char="•"/>
            </a:pPr>
            <a:endParaRPr lang="en-GB" altLang="en-US" b="1" baseline="0" dirty="0" smtClean="0">
              <a:latin typeface="Times New Roman" pitchFamily="18" charset="0"/>
            </a:endParaRPr>
          </a:p>
          <a:p>
            <a:pPr>
              <a:buFont typeface="Arial" pitchFamily="34" charset="0"/>
              <a:buChar char="•"/>
            </a:pPr>
            <a:r>
              <a:rPr lang="en-GB" altLang="en-US" b="1" baseline="0" dirty="0" smtClean="0">
                <a:latin typeface="Times New Roman" pitchFamily="18" charset="0"/>
              </a:rPr>
              <a:t>Ask whether anyone was able to practice the probing since our first session?</a:t>
            </a:r>
          </a:p>
          <a:p>
            <a:pPr>
              <a:buFont typeface="Arial" pitchFamily="34" charset="0"/>
              <a:buChar char="•"/>
            </a:pPr>
            <a:endParaRPr lang="en-GB" altLang="en-US" b="1" baseline="0" dirty="0" smtClean="0">
              <a:latin typeface="Times New Roman" pitchFamily="18" charset="0"/>
            </a:endParaRPr>
          </a:p>
          <a:p>
            <a:pPr>
              <a:buFont typeface="Arial" pitchFamily="34" charset="0"/>
              <a:buChar char="•"/>
            </a:pPr>
            <a:r>
              <a:rPr lang="en-GB" altLang="en-US" b="1" baseline="0" dirty="0" smtClean="0">
                <a:latin typeface="Times New Roman" pitchFamily="18" charset="0"/>
              </a:rPr>
              <a:t>Where we got up to:</a:t>
            </a:r>
          </a:p>
          <a:p>
            <a:pPr lvl="1">
              <a:buFont typeface="Arial" pitchFamily="34" charset="0"/>
              <a:buChar char="•"/>
            </a:pPr>
            <a:r>
              <a:rPr lang="en-GB" altLang="en-US" b="0" baseline="0" dirty="0" smtClean="0">
                <a:latin typeface="Times New Roman" pitchFamily="18" charset="0"/>
              </a:rPr>
              <a:t>Remind group that I asked them to identify a child and learning focus – </a:t>
            </a:r>
            <a:r>
              <a:rPr lang="en-GB" altLang="en-US" b="1" baseline="0" dirty="0" smtClean="0">
                <a:latin typeface="Times New Roman" pitchFamily="18" charset="0"/>
              </a:rPr>
              <a:t>reminder that to keep things simple I had asked that you concentrate on a reading focus like letter sounds, high frequency words, number recognition – ask how many have managed to do this?</a:t>
            </a:r>
            <a:endParaRPr lang="en-GB" altLang="en-US" b="0" baseline="0" dirty="0" smtClean="0">
              <a:latin typeface="Times New Roman" pitchFamily="18" charset="0"/>
            </a:endParaRPr>
          </a:p>
          <a:p>
            <a:pPr>
              <a:buFont typeface="Arial" pitchFamily="34" charset="0"/>
              <a:buNone/>
            </a:pPr>
            <a:endParaRPr lang="en-GB" altLang="en-US" b="0" baseline="0" dirty="0" smtClean="0">
              <a:latin typeface="Times New Roman" pitchFamily="18" charset="0"/>
            </a:endParaRPr>
          </a:p>
          <a:p>
            <a:pPr>
              <a:buFont typeface="Arial" pitchFamily="34" charset="0"/>
              <a:buChar char="•"/>
            </a:pPr>
            <a:endParaRPr lang="en-GB" altLang="en-US" b="0" baseline="0" dirty="0" smtClean="0">
              <a:latin typeface="Times New Roman" pitchFamily="18" charset="0"/>
            </a:endParaRPr>
          </a:p>
          <a:p>
            <a:pPr>
              <a:buFont typeface="Arial" pitchFamily="34" charset="0"/>
              <a:buChar char="•"/>
            </a:pPr>
            <a:endParaRPr lang="en-GB" altLang="en-US" b="0" baseline="0" dirty="0" smtClean="0">
              <a:latin typeface="Times New Roman" pitchFamily="18" charset="0"/>
            </a:endParaRPr>
          </a:p>
          <a:p>
            <a:pPr>
              <a:buFont typeface="Arial" pitchFamily="34" charset="0"/>
              <a:buChar char="•"/>
            </a:pPr>
            <a:endParaRPr lang="en-GB" altLang="en-US" b="0" baseline="0" dirty="0" smtClean="0">
              <a:latin typeface="Times New Roman" pitchFamily="18" charset="0"/>
            </a:endParaRPr>
          </a:p>
          <a:p>
            <a:endParaRPr lang="en-GB" altLang="en-US" baseline="0" dirty="0" smtClean="0">
              <a:latin typeface="Times New Roman" pitchFamily="18" charset="0"/>
            </a:endParaRPr>
          </a:p>
          <a:p>
            <a:pPr>
              <a:buFont typeface="Arial" pitchFamily="34" charset="0"/>
              <a:buNone/>
            </a:pPr>
            <a:endParaRPr lang="en-GB" altLang="en-US" baseline="0" dirty="0" smtClean="0">
              <a:latin typeface="Times New Roman" pitchFamily="18" charset="0"/>
            </a:endParaRPr>
          </a:p>
          <a:p>
            <a:pPr>
              <a:buFont typeface="Arial" pitchFamily="34" charset="0"/>
              <a:buNone/>
            </a:pPr>
            <a:endParaRPr lang="en-GB" altLang="en-US" dirty="0" smtClean="0">
              <a:latin typeface="Times New Roman"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b="1" dirty="0" smtClean="0">
                <a:latin typeface="Times New Roman" pitchFamily="18" charset="0"/>
              </a:rPr>
              <a:t>2</a:t>
            </a:r>
            <a:r>
              <a:rPr lang="en-GB" altLang="en-US" b="1" baseline="0" dirty="0" smtClean="0">
                <a:latin typeface="Times New Roman" pitchFamily="18" charset="0"/>
              </a:rPr>
              <a:t> </a:t>
            </a:r>
            <a:r>
              <a:rPr lang="en-GB" altLang="en-US" b="1" dirty="0" err="1" smtClean="0">
                <a:latin typeface="Times New Roman" pitchFamily="18" charset="0"/>
              </a:rPr>
              <a:t>mins</a:t>
            </a:r>
            <a:endParaRPr lang="en-GB" altLang="en-US" b="1" dirty="0" smtClean="0">
              <a:latin typeface="Times New Roman" pitchFamily="18" charset="0"/>
            </a:endParaRPr>
          </a:p>
          <a:p>
            <a:r>
              <a:rPr lang="en-GB" altLang="en-US" dirty="0" smtClean="0">
                <a:latin typeface="Times New Roman" pitchFamily="18" charset="0"/>
              </a:rPr>
              <a:t>Let’s now take a look at our aims for today:</a:t>
            </a:r>
            <a:r>
              <a:rPr lang="en-GB" altLang="en-US" baseline="0" dirty="0" smtClean="0">
                <a:latin typeface="Times New Roman" pitchFamily="18" charset="0"/>
              </a:rPr>
              <a:t> </a:t>
            </a:r>
          </a:p>
          <a:p>
            <a:endParaRPr lang="en-GB" altLang="en-US" baseline="0" dirty="0" smtClean="0">
              <a:latin typeface="Times New Roman" pitchFamily="18" charset="0"/>
            </a:endParaRPr>
          </a:p>
          <a:p>
            <a:r>
              <a:rPr lang="en-GB" altLang="en-US" baseline="0" dirty="0" smtClean="0">
                <a:latin typeface="Times New Roman" pitchFamily="18" charset="0"/>
              </a:rPr>
              <a:t>Emphasise that the aim by the next session is to have a go – remember that you’re just in the initial stages of learning this approach so don’t be expect to be super-proficient and super-confident at this stage – remember Haring &amp; Eaton’s learning hierarchy – as you practice the skills, you’ll become quicker and more confident, and gradually this will start to feel like second nature!</a:t>
            </a:r>
            <a:endParaRPr lang="en-GB" altLang="en-US" dirty="0" smtClean="0">
              <a:latin typeface="Times New Roman" pitchFamily="18" charset="0"/>
            </a:endParaRPr>
          </a:p>
          <a:p>
            <a:endParaRPr lang="en-GB" altLang="en-US" dirty="0" smtClean="0">
              <a:latin typeface="Times New Roman" pitchFamily="18" charset="0"/>
            </a:endParaRPr>
          </a:p>
          <a:p>
            <a:endParaRPr lang="en-GB" altLang="en-US" dirty="0" smtClean="0">
              <a:latin typeface="Times New Roman" pitchFamily="18" charset="0"/>
            </a:endParaRPr>
          </a:p>
          <a:p>
            <a:endParaRPr lang="en-GB" altLang="en-US" dirty="0" smtClean="0">
              <a:latin typeface="Times New Roman" pitchFamily="18" charset="0"/>
            </a:endParaRPr>
          </a:p>
          <a:p>
            <a:endParaRPr lang="en-GB" altLang="en-US" dirty="0" smtClean="0">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b="1" dirty="0" smtClean="0">
                <a:latin typeface="Times New Roman" pitchFamily="18" charset="0"/>
              </a:rPr>
              <a:t>2 </a:t>
            </a:r>
            <a:r>
              <a:rPr lang="en-GB" altLang="en-US" b="1" dirty="0" err="1" smtClean="0">
                <a:latin typeface="Times New Roman" pitchFamily="18" charset="0"/>
              </a:rPr>
              <a:t>mins</a:t>
            </a:r>
            <a:endParaRPr lang="en-GB" altLang="en-US" b="1" dirty="0" smtClean="0">
              <a:latin typeface="Times New Roman" pitchFamily="18" charset="0"/>
            </a:endParaRPr>
          </a:p>
          <a:p>
            <a:endParaRPr lang="en-GB" altLang="en-US" dirty="0" smtClean="0">
              <a:latin typeface="Times New Roman" pitchFamily="18" charset="0"/>
            </a:endParaRPr>
          </a:p>
          <a:p>
            <a:r>
              <a:rPr lang="en-GB" altLang="en-US" dirty="0" smtClean="0">
                <a:latin typeface="Times New Roman" pitchFamily="18" charset="0"/>
              </a:rPr>
              <a:t>Just looking</a:t>
            </a:r>
            <a:r>
              <a:rPr lang="en-GB" altLang="en-US" baseline="0" dirty="0" smtClean="0">
                <a:latin typeface="Times New Roman" pitchFamily="18" charset="0"/>
              </a:rPr>
              <a:t> ahead briefly at our final session – confirm date as </a:t>
            </a:r>
            <a:r>
              <a:rPr lang="en-GB" altLang="en-US" b="1" baseline="0" dirty="0" smtClean="0">
                <a:latin typeface="Times New Roman" pitchFamily="18" charset="0"/>
              </a:rPr>
              <a:t>Tuesday 9</a:t>
            </a:r>
            <a:r>
              <a:rPr lang="en-GB" altLang="en-US" b="1" baseline="30000" dirty="0" smtClean="0">
                <a:latin typeface="Times New Roman" pitchFamily="18" charset="0"/>
              </a:rPr>
              <a:t>th</a:t>
            </a:r>
            <a:r>
              <a:rPr lang="en-GB" altLang="en-US" b="1" baseline="0" dirty="0" smtClean="0">
                <a:latin typeface="Times New Roman" pitchFamily="18" charset="0"/>
              </a:rPr>
              <a:t> December – ask if the group would prefer an afternoon session like today?</a:t>
            </a:r>
            <a:endParaRPr lang="en-GB" altLang="en-US" dirty="0" smtClean="0">
              <a:latin typeface="Times New Roman" pitchFamily="18" charset="0"/>
            </a:endParaRPr>
          </a:p>
          <a:p>
            <a:endParaRPr lang="en-GB" altLang="en-US" dirty="0" smtClean="0">
              <a:latin typeface="Times New Roman" pitchFamily="18" charset="0"/>
            </a:endParaRPr>
          </a:p>
          <a:p>
            <a:endParaRPr lang="en-GB" altLang="en-US" dirty="0" smtClean="0">
              <a:latin typeface="Times New Roman"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smtClean="0">
              <a:latin typeface="Times New Roman" pitchFamily="18" charset="0"/>
            </a:endParaRPr>
          </a:p>
          <a:p>
            <a:r>
              <a:rPr lang="en-GB" altLang="en-US" b="1" dirty="0" smtClean="0">
                <a:latin typeface="Times New Roman" pitchFamily="18" charset="0"/>
              </a:rPr>
              <a:t>5</a:t>
            </a:r>
            <a:r>
              <a:rPr lang="en-GB" altLang="en-US" b="1" baseline="0" dirty="0" smtClean="0">
                <a:latin typeface="Times New Roman" pitchFamily="18" charset="0"/>
              </a:rPr>
              <a:t> </a:t>
            </a:r>
            <a:r>
              <a:rPr lang="en-GB" altLang="en-US" b="1" baseline="0" dirty="0" err="1" smtClean="0">
                <a:latin typeface="Times New Roman" pitchFamily="18" charset="0"/>
              </a:rPr>
              <a:t>mins</a:t>
            </a:r>
            <a:endParaRPr lang="en-GB" altLang="en-US" b="1" baseline="0" dirty="0" smtClean="0">
              <a:latin typeface="Times New Roman" pitchFamily="18" charset="0"/>
            </a:endParaRPr>
          </a:p>
          <a:p>
            <a:endParaRPr lang="en-GB" altLang="en-US" b="1" baseline="0" dirty="0" smtClean="0">
              <a:latin typeface="Times New Roman" pitchFamily="18" charset="0"/>
            </a:endParaRPr>
          </a:p>
          <a:p>
            <a:pPr marL="171450" indent="-171450">
              <a:buFont typeface="Arial" pitchFamily="34" charset="0"/>
              <a:buChar char="•"/>
            </a:pPr>
            <a:r>
              <a:rPr lang="en-GB" altLang="en-US" b="0" dirty="0" smtClean="0">
                <a:latin typeface="Times New Roman" pitchFamily="18" charset="0"/>
              </a:rPr>
              <a:t>Demonstrate how to make probes </a:t>
            </a:r>
            <a:r>
              <a:rPr lang="en-GB" altLang="en-US" b="0" baseline="0" dirty="0" smtClean="0">
                <a:latin typeface="Times New Roman" pitchFamily="18" charset="0"/>
              </a:rPr>
              <a:t>using the First 100 High Frequency Words </a:t>
            </a:r>
          </a:p>
          <a:p>
            <a:pPr marL="171450" indent="-171450">
              <a:buFont typeface="Arial" pitchFamily="34" charset="0"/>
              <a:buChar char="•"/>
            </a:pPr>
            <a:endParaRPr lang="en-GB" altLang="en-US" b="0" baseline="0" dirty="0" smtClean="0">
              <a:latin typeface="Times New Roman" pitchFamily="18" charset="0"/>
            </a:endParaRPr>
          </a:p>
          <a:p>
            <a:pPr marL="171450" indent="-171450">
              <a:buFont typeface="Arial" pitchFamily="34" charset="0"/>
              <a:buChar char="•"/>
            </a:pPr>
            <a:r>
              <a:rPr lang="en-GB" altLang="en-US" b="0" baseline="0" dirty="0" smtClean="0">
                <a:latin typeface="Times New Roman" pitchFamily="18" charset="0"/>
              </a:rPr>
              <a:t>Explain how to use an assessment probe to determine which words are secure, and which need to be worked on</a:t>
            </a:r>
          </a:p>
          <a:p>
            <a:pPr>
              <a:buFont typeface="Arial" pitchFamily="34" charset="0"/>
              <a:buChar char="•"/>
            </a:pPr>
            <a:endParaRPr lang="en-GB" altLang="en-US" b="0" baseline="0" dirty="0" smtClean="0">
              <a:latin typeface="Times New Roman" pitchFamily="18" charset="0"/>
            </a:endParaRPr>
          </a:p>
          <a:p>
            <a:pPr>
              <a:buFont typeface="Arial" pitchFamily="34" charset="0"/>
              <a:buNone/>
            </a:pPr>
            <a:endParaRPr lang="en-GB" altLang="en-US" b="0" baseline="0" dirty="0" smtClean="0">
              <a:latin typeface="Times New Roman" pitchFamily="18" charset="0"/>
            </a:endParaRPr>
          </a:p>
          <a:p>
            <a:pPr>
              <a:buFont typeface="Arial" pitchFamily="34" charset="0"/>
              <a:buChar char="•"/>
            </a:pPr>
            <a:endParaRPr lang="en-GB" altLang="en-US" b="0" baseline="0" dirty="0" smtClean="0">
              <a:latin typeface="Times New Roman" pitchFamily="18" charset="0"/>
            </a:endParaRPr>
          </a:p>
          <a:p>
            <a:pPr>
              <a:buFont typeface="Arial" pitchFamily="34" charset="0"/>
              <a:buChar char="•"/>
            </a:pPr>
            <a:endParaRPr lang="en-GB" altLang="en-US" b="0" dirty="0" smtClean="0">
              <a:latin typeface="Times New Roman"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
          <p:cNvSpPr>
            <a:spLocks noGrp="1" noRot="1" noChangeAspect="1" noChangeArrowheads="1" noTextEdit="1"/>
          </p:cNvSpPr>
          <p:nvPr>
            <p:ph type="sldImg"/>
          </p:nvPr>
        </p:nvSpPr>
        <p:spPr>
          <a:solidFill>
            <a:srgbClr val="FFFFFF"/>
          </a:solidFill>
          <a:ln/>
        </p:spPr>
      </p:sp>
      <p:sp>
        <p:nvSpPr>
          <p:cNvPr id="52227"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22451" eaLnBrk="1" hangingPunct="1">
              <a:spcBef>
                <a:spcPts val="408"/>
              </a:spcBef>
            </a:pPr>
            <a:r>
              <a:rPr lang="en-US" altLang="en-US" dirty="0" smtClean="0">
                <a:solidFill>
                  <a:srgbClr val="000000"/>
                </a:solidFill>
                <a:latin typeface="Arial" charset="0"/>
                <a:cs typeface="Arial" charset="0"/>
                <a:sym typeface="Arial" charset="0"/>
              </a:rPr>
              <a:t>2</a:t>
            </a:r>
            <a:r>
              <a:rPr lang="en-US" altLang="en-US" baseline="0" dirty="0" smtClean="0">
                <a:solidFill>
                  <a:srgbClr val="000000"/>
                </a:solidFill>
                <a:latin typeface="Arial" charset="0"/>
                <a:cs typeface="Arial" charset="0"/>
                <a:sym typeface="Arial" charset="0"/>
              </a:rPr>
              <a:t> </a:t>
            </a:r>
            <a:r>
              <a:rPr lang="en-US" altLang="en-US" baseline="0" dirty="0" err="1" smtClean="0">
                <a:solidFill>
                  <a:srgbClr val="000000"/>
                </a:solidFill>
                <a:latin typeface="Arial" charset="0"/>
                <a:cs typeface="Arial" charset="0"/>
                <a:sym typeface="Arial" charset="0"/>
              </a:rPr>
              <a:t>mins</a:t>
            </a:r>
            <a:endParaRPr lang="en-US" altLang="en-US" baseline="0" dirty="0" smtClean="0">
              <a:solidFill>
                <a:srgbClr val="000000"/>
              </a:solidFill>
              <a:latin typeface="Arial" charset="0"/>
              <a:cs typeface="Arial" charset="0"/>
              <a:sym typeface="Arial" charset="0"/>
            </a:endParaRPr>
          </a:p>
          <a:p>
            <a:pPr marL="122451" eaLnBrk="1" hangingPunct="1">
              <a:spcBef>
                <a:spcPts val="408"/>
              </a:spcBef>
            </a:pPr>
            <a:endParaRPr lang="en-US" altLang="en-US" baseline="0" dirty="0" smtClean="0">
              <a:solidFill>
                <a:srgbClr val="000000"/>
              </a:solidFill>
              <a:latin typeface="Arial" charset="0"/>
              <a:cs typeface="Arial" charset="0"/>
              <a:sym typeface="Arial" charset="0"/>
            </a:endParaRPr>
          </a:p>
          <a:p>
            <a:pPr marL="122451" eaLnBrk="1" hangingPunct="1">
              <a:spcBef>
                <a:spcPts val="408"/>
              </a:spcBef>
            </a:pPr>
            <a:r>
              <a:rPr lang="en-US" altLang="en-US" baseline="0" dirty="0" smtClean="0">
                <a:solidFill>
                  <a:srgbClr val="000000"/>
                </a:solidFill>
                <a:latin typeface="Arial" charset="0"/>
                <a:cs typeface="Arial" charset="0"/>
                <a:sym typeface="Arial" charset="0"/>
              </a:rPr>
              <a:t>Reiterate the four stages of PT – </a:t>
            </a:r>
          </a:p>
          <a:p>
            <a:pPr marL="122451" eaLnBrk="1" hangingPunct="1">
              <a:spcBef>
                <a:spcPts val="408"/>
              </a:spcBef>
            </a:pPr>
            <a:endParaRPr lang="en-US" altLang="en-US" baseline="0" dirty="0" smtClean="0">
              <a:solidFill>
                <a:srgbClr val="000000"/>
              </a:solidFill>
              <a:latin typeface="Arial" charset="0"/>
              <a:cs typeface="Arial" charset="0"/>
              <a:sym typeface="Arial" charset="0"/>
            </a:endParaRPr>
          </a:p>
          <a:p>
            <a:pPr marL="122451" eaLnBrk="1" hangingPunct="1">
              <a:spcBef>
                <a:spcPts val="408"/>
              </a:spcBef>
            </a:pPr>
            <a:r>
              <a:rPr lang="en-US" altLang="en-US" baseline="0" dirty="0" smtClean="0">
                <a:solidFill>
                  <a:srgbClr val="000000"/>
                </a:solidFill>
                <a:latin typeface="Arial" charset="0"/>
                <a:cs typeface="Arial" charset="0"/>
                <a:sym typeface="Arial" charset="0"/>
              </a:rPr>
              <a:t>Part one – Teach</a:t>
            </a:r>
          </a:p>
          <a:p>
            <a:pPr marL="122451" eaLnBrk="1" hangingPunct="1">
              <a:spcBef>
                <a:spcPts val="408"/>
              </a:spcBef>
            </a:pPr>
            <a:r>
              <a:rPr lang="en-US" altLang="en-US" baseline="0" dirty="0" smtClean="0">
                <a:solidFill>
                  <a:srgbClr val="000000"/>
                </a:solidFill>
                <a:latin typeface="Arial" charset="0"/>
                <a:cs typeface="Arial" charset="0"/>
                <a:sym typeface="Arial" charset="0"/>
              </a:rPr>
              <a:t>Part two – Probe</a:t>
            </a:r>
          </a:p>
          <a:p>
            <a:pPr marL="122451" eaLnBrk="1" hangingPunct="1">
              <a:spcBef>
                <a:spcPts val="408"/>
              </a:spcBef>
            </a:pPr>
            <a:r>
              <a:rPr lang="en-US" altLang="en-US" baseline="0" dirty="0" smtClean="0">
                <a:solidFill>
                  <a:srgbClr val="000000"/>
                </a:solidFill>
                <a:latin typeface="Arial" charset="0"/>
                <a:cs typeface="Arial" charset="0"/>
                <a:sym typeface="Arial" charset="0"/>
              </a:rPr>
              <a:t>Part three – Chart</a:t>
            </a:r>
          </a:p>
          <a:p>
            <a:pPr marL="122451" eaLnBrk="1" hangingPunct="1">
              <a:spcBef>
                <a:spcPts val="408"/>
              </a:spcBef>
            </a:pPr>
            <a:r>
              <a:rPr lang="en-US" altLang="en-US" baseline="0" dirty="0" smtClean="0">
                <a:solidFill>
                  <a:srgbClr val="000000"/>
                </a:solidFill>
                <a:latin typeface="Arial" charset="0"/>
                <a:cs typeface="Arial" charset="0"/>
                <a:sym typeface="Arial" charset="0"/>
              </a:rPr>
              <a:t>Part four – Monitor</a:t>
            </a:r>
          </a:p>
          <a:p>
            <a:pPr marL="122451" eaLnBrk="1" hangingPunct="1">
              <a:spcBef>
                <a:spcPts val="408"/>
              </a:spcBef>
            </a:pPr>
            <a:endParaRPr lang="en-US" altLang="en-US" baseline="0" dirty="0" smtClean="0">
              <a:solidFill>
                <a:srgbClr val="000000"/>
              </a:solidFill>
              <a:latin typeface="Arial" charset="0"/>
              <a:cs typeface="Arial" charset="0"/>
              <a:sym typeface="Arial" charset="0"/>
            </a:endParaRPr>
          </a:p>
          <a:p>
            <a:pPr marL="122451" eaLnBrk="1" hangingPunct="1">
              <a:spcBef>
                <a:spcPts val="408"/>
              </a:spcBef>
            </a:pPr>
            <a:r>
              <a:rPr lang="en-US" altLang="en-US" baseline="0" dirty="0" smtClean="0">
                <a:solidFill>
                  <a:srgbClr val="000000"/>
                </a:solidFill>
                <a:latin typeface="Arial" charset="0"/>
                <a:cs typeface="Arial" charset="0"/>
                <a:sym typeface="Arial" charset="0"/>
              </a:rPr>
              <a:t>Highlight that we’ll now be turning our attention to part three – Charting</a:t>
            </a:r>
          </a:p>
          <a:p>
            <a:pPr marL="122451" eaLnBrk="1" hangingPunct="1">
              <a:spcBef>
                <a:spcPts val="408"/>
              </a:spcBef>
            </a:pPr>
            <a:endParaRPr lang="en-US" altLang="en-US" baseline="0" dirty="0" smtClean="0">
              <a:solidFill>
                <a:srgbClr val="000000"/>
              </a:solidFill>
              <a:latin typeface="Arial" charset="0"/>
              <a:cs typeface="Arial" charset="0"/>
              <a:sym typeface="Arial" charset="0"/>
            </a:endParaRPr>
          </a:p>
          <a:p>
            <a:pPr marL="122451" eaLnBrk="1" hangingPunct="1">
              <a:spcBef>
                <a:spcPts val="408"/>
              </a:spcBef>
            </a:pPr>
            <a:r>
              <a:rPr lang="en-US" altLang="en-US" baseline="0" dirty="0" smtClean="0">
                <a:solidFill>
                  <a:srgbClr val="000000"/>
                </a:solidFill>
                <a:latin typeface="Arial" charset="0"/>
                <a:cs typeface="Arial" charset="0"/>
                <a:sym typeface="Arial" charset="0"/>
              </a:rPr>
              <a:t>Emphasize the importance of charting in precision teaching – basis of feedback we get about the child’s progress and this is critical when we come to review</a:t>
            </a:r>
            <a:endParaRPr lang="en-US" altLang="en-US" dirty="0" smtClean="0">
              <a:solidFill>
                <a:srgbClr val="000000"/>
              </a:solidFill>
              <a:latin typeface="Arial" charset="0"/>
              <a:cs typeface="Arial" charset="0"/>
              <a:sym typeface="Arial"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b="1" dirty="0" smtClean="0">
                <a:latin typeface="Times New Roman" pitchFamily="18" charset="0"/>
              </a:rPr>
              <a:t>5</a:t>
            </a:r>
            <a:r>
              <a:rPr lang="en-GB" altLang="en-US" b="1" baseline="0" dirty="0" smtClean="0">
                <a:latin typeface="Times New Roman" pitchFamily="18" charset="0"/>
              </a:rPr>
              <a:t> </a:t>
            </a:r>
            <a:r>
              <a:rPr lang="en-GB" altLang="en-US" b="1" baseline="0" dirty="0" err="1" smtClean="0">
                <a:latin typeface="Times New Roman" pitchFamily="18" charset="0"/>
              </a:rPr>
              <a:t>mins</a:t>
            </a:r>
            <a:endParaRPr lang="en-GB" altLang="en-US" b="1" baseline="0" dirty="0" smtClean="0">
              <a:latin typeface="Times New Roman" pitchFamily="18" charset="0"/>
            </a:endParaRPr>
          </a:p>
          <a:p>
            <a:endParaRPr lang="en-GB" altLang="en-US" b="1" baseline="0" dirty="0" smtClean="0">
              <a:latin typeface="Times New Roman" pitchFamily="18" charset="0"/>
            </a:endParaRPr>
          </a:p>
          <a:p>
            <a:pPr>
              <a:buFont typeface="Arial" pitchFamily="34" charset="0"/>
              <a:buChar char="•"/>
            </a:pPr>
            <a:r>
              <a:rPr lang="en-GB" altLang="en-US" b="0" baseline="0" dirty="0" smtClean="0">
                <a:latin typeface="Times New Roman" pitchFamily="18" charset="0"/>
              </a:rPr>
              <a:t>Introduce group to a blank PT chart in their packs.</a:t>
            </a:r>
          </a:p>
          <a:p>
            <a:pPr>
              <a:buFont typeface="Arial" pitchFamily="34" charset="0"/>
              <a:buChar char="•"/>
            </a:pPr>
            <a:endParaRPr lang="en-GB" altLang="en-US" b="0" baseline="0" dirty="0" smtClean="0">
              <a:latin typeface="Times New Roman" pitchFamily="18" charset="0"/>
            </a:endParaRPr>
          </a:p>
          <a:p>
            <a:pPr>
              <a:buFont typeface="Arial" pitchFamily="34" charset="0"/>
              <a:buChar char="•"/>
            </a:pPr>
            <a:r>
              <a:rPr lang="en-GB" altLang="en-US" b="0" baseline="0" dirty="0" smtClean="0">
                <a:latin typeface="Times New Roman" pitchFamily="18" charset="0"/>
              </a:rPr>
              <a:t>How does the group feel about charting data and line graphs?</a:t>
            </a:r>
          </a:p>
          <a:p>
            <a:pPr>
              <a:buFont typeface="Arial" pitchFamily="34" charset="0"/>
              <a:buChar char="•"/>
            </a:pPr>
            <a:endParaRPr lang="en-GB" altLang="en-US" b="0" baseline="0" dirty="0" smtClean="0">
              <a:latin typeface="Times New Roman" pitchFamily="18" charset="0"/>
            </a:endParaRPr>
          </a:p>
          <a:p>
            <a:pPr>
              <a:buFont typeface="Arial" pitchFamily="34" charset="0"/>
              <a:buChar char="•"/>
            </a:pPr>
            <a:r>
              <a:rPr lang="en-GB" altLang="en-US" b="1" baseline="0" dirty="0" smtClean="0">
                <a:latin typeface="Times New Roman" pitchFamily="18" charset="0"/>
              </a:rPr>
              <a:t>Explain  basic features of chart – responses per minute – correct and incorrect</a:t>
            </a:r>
          </a:p>
          <a:p>
            <a:pPr>
              <a:buFont typeface="Arial" pitchFamily="34" charset="0"/>
              <a:buChar char="•"/>
            </a:pPr>
            <a:endParaRPr lang="en-GB" altLang="en-US" b="1" baseline="0" dirty="0" smtClean="0">
              <a:latin typeface="Times New Roman" pitchFamily="18" charset="0"/>
            </a:endParaRPr>
          </a:p>
          <a:p>
            <a:pPr>
              <a:buFont typeface="Arial" pitchFamily="34" charset="0"/>
              <a:buChar char="•"/>
            </a:pPr>
            <a:r>
              <a:rPr lang="en-GB" altLang="en-US" b="1" baseline="0" dirty="0" smtClean="0">
                <a:latin typeface="Times New Roman" pitchFamily="18" charset="0"/>
              </a:rPr>
              <a:t>Then explain special features of the chart</a:t>
            </a:r>
            <a:endParaRPr lang="en-GB" altLang="en-US" b="1" dirty="0" smtClean="0">
              <a:latin typeface="Times New Roman" pitchFamily="18" charset="0"/>
            </a:endParaRPr>
          </a:p>
          <a:p>
            <a:endParaRPr lang="en-GB" altLang="en-US" b="1" dirty="0" smtClean="0">
              <a:latin typeface="Times New Roman" pitchFamily="18" charset="0"/>
            </a:endParaRPr>
          </a:p>
          <a:p>
            <a:endParaRPr lang="en-GB" altLang="en-US" b="1" dirty="0" smtClean="0">
              <a:latin typeface="Times New Roman" pitchFamily="18" charset="0"/>
            </a:endParaRPr>
          </a:p>
          <a:p>
            <a:pPr>
              <a:buFontTx/>
              <a:buChar char="•"/>
            </a:pPr>
            <a:r>
              <a:rPr lang="en-GB" altLang="en-US" dirty="0" smtClean="0">
                <a:latin typeface="Times New Roman" pitchFamily="18" charset="0"/>
              </a:rPr>
              <a:t>Shows </a:t>
            </a:r>
            <a:r>
              <a:rPr lang="en-GB" altLang="en-US" b="1" dirty="0" smtClean="0">
                <a:latin typeface="Times New Roman" pitchFamily="18" charset="0"/>
              </a:rPr>
              <a:t>fine</a:t>
            </a:r>
            <a:r>
              <a:rPr lang="en-GB" altLang="en-US" dirty="0" smtClean="0">
                <a:latin typeface="Times New Roman" pitchFamily="18" charset="0"/>
              </a:rPr>
              <a:t> changes in performance which could be very significant with children who are making progress in </a:t>
            </a:r>
            <a:r>
              <a:rPr lang="en-GB" altLang="en-US" b="1" dirty="0" smtClean="0">
                <a:latin typeface="Times New Roman" pitchFamily="18" charset="0"/>
              </a:rPr>
              <a:t>very small steps</a:t>
            </a:r>
          </a:p>
          <a:p>
            <a:pPr>
              <a:buFontTx/>
              <a:buChar char="•"/>
            </a:pPr>
            <a:r>
              <a:rPr lang="en-GB" altLang="en-US" dirty="0" smtClean="0">
                <a:latin typeface="Times New Roman" pitchFamily="18" charset="0"/>
              </a:rPr>
              <a:t>Focuses on the </a:t>
            </a:r>
            <a:r>
              <a:rPr lang="en-GB" altLang="en-US" b="1" dirty="0" smtClean="0">
                <a:latin typeface="Times New Roman" pitchFamily="18" charset="0"/>
              </a:rPr>
              <a:t>magnitude (ratio gain) </a:t>
            </a:r>
            <a:r>
              <a:rPr lang="en-GB" altLang="en-US" dirty="0" smtClean="0">
                <a:latin typeface="Times New Roman" pitchFamily="18" charset="0"/>
              </a:rPr>
              <a:t>of the progress, </a:t>
            </a:r>
            <a:r>
              <a:rPr lang="en-GB" altLang="en-US" b="1" dirty="0" smtClean="0">
                <a:latin typeface="Times New Roman" pitchFamily="18" charset="0"/>
              </a:rPr>
              <a:t>rather than absolute change</a:t>
            </a:r>
            <a:r>
              <a:rPr lang="en-GB" altLang="en-US" dirty="0" smtClean="0">
                <a:latin typeface="Times New Roman" pitchFamily="18" charset="0"/>
              </a:rPr>
              <a:t>. So on this chart, an improvement from 10 to 20 correct, would look as big as an improvement from say 30 to 60 – both performances represent a doubling of correct responses, but in a normal chart, the second improvement would look much bigger</a:t>
            </a:r>
          </a:p>
          <a:p>
            <a:pPr>
              <a:buFontTx/>
              <a:buChar char="•"/>
            </a:pPr>
            <a:endParaRPr lang="en-GB" altLang="en-US" dirty="0" smtClean="0">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b="1" baseline="0" dirty="0" smtClean="0">
                <a:latin typeface="Times New Roman" pitchFamily="18" charset="0"/>
              </a:rPr>
              <a:t>5 </a:t>
            </a:r>
            <a:r>
              <a:rPr lang="en-GB" altLang="en-US" b="1" baseline="0" dirty="0" err="1" smtClean="0">
                <a:latin typeface="Times New Roman" pitchFamily="18" charset="0"/>
              </a:rPr>
              <a:t>mins</a:t>
            </a:r>
            <a:endParaRPr lang="en-GB" altLang="en-US" b="1" baseline="0" dirty="0" smtClean="0">
              <a:latin typeface="Times New Roman" pitchFamily="18" charset="0"/>
            </a:endParaRPr>
          </a:p>
          <a:p>
            <a:endParaRPr lang="en-GB" altLang="en-US" b="1" baseline="0" dirty="0" smtClean="0">
              <a:latin typeface="Times New Roman" pitchFamily="18" charset="0"/>
            </a:endParaRPr>
          </a:p>
          <a:p>
            <a:pPr>
              <a:buFont typeface="Arial" pitchFamily="34" charset="0"/>
              <a:buChar char="•"/>
            </a:pPr>
            <a:r>
              <a:rPr lang="en-GB" altLang="en-US" b="0" baseline="0" dirty="0" smtClean="0">
                <a:latin typeface="Times New Roman" pitchFamily="18" charset="0"/>
              </a:rPr>
              <a:t>Continue with chart features:</a:t>
            </a:r>
          </a:p>
          <a:p>
            <a:pPr lvl="1">
              <a:buFont typeface="Arial" pitchFamily="34" charset="0"/>
              <a:buChar char="•"/>
            </a:pPr>
            <a:r>
              <a:rPr lang="en-GB" altLang="en-US" b="0" baseline="0" dirty="0" smtClean="0">
                <a:latin typeface="Times New Roman" pitchFamily="18" charset="0"/>
              </a:rPr>
              <a:t>Two lines will emerge on your chart – one for fluency the other for accuracy</a:t>
            </a:r>
          </a:p>
          <a:p>
            <a:pPr lvl="1">
              <a:buFont typeface="Arial" pitchFamily="34" charset="0"/>
              <a:buChar char="•"/>
            </a:pPr>
            <a:r>
              <a:rPr lang="en-GB" altLang="en-US" b="0" baseline="0" dirty="0" smtClean="0">
                <a:latin typeface="Times New Roman" pitchFamily="18" charset="0"/>
              </a:rPr>
              <a:t>Highlight that we also need to include the aim rates on our chart so that progress towards the target can be clearly seen</a:t>
            </a:r>
          </a:p>
          <a:p>
            <a:pPr lvl="1">
              <a:buFont typeface="Arial" pitchFamily="34" charset="0"/>
              <a:buChar char="•"/>
            </a:pPr>
            <a:endParaRPr lang="en-GB" altLang="en-US" b="0" baseline="0" dirty="0" smtClean="0">
              <a:latin typeface="Times New Roman" pitchFamily="18" charset="0"/>
            </a:endParaRPr>
          </a:p>
          <a:p>
            <a:pPr lvl="1">
              <a:buFont typeface="Arial" pitchFamily="34" charset="0"/>
              <a:buChar char="•"/>
            </a:pPr>
            <a:r>
              <a:rPr lang="en-GB" altLang="en-US" b="0" baseline="0" dirty="0" smtClean="0">
                <a:latin typeface="Times New Roman" pitchFamily="18" charset="0"/>
              </a:rPr>
              <a:t>Draw some examples on the board (see back of master charting sheet) and give associated advice about each pattern says and what to do about it</a:t>
            </a:r>
          </a:p>
          <a:p>
            <a:pPr lvl="1">
              <a:buFont typeface="Arial" pitchFamily="34" charset="0"/>
              <a:buChar char="•"/>
            </a:pPr>
            <a:endParaRPr lang="en-GB" altLang="en-US" b="0" baseline="0" dirty="0" smtClean="0">
              <a:latin typeface="Times New Roman" pitchFamily="18" charset="0"/>
            </a:endParaRPr>
          </a:p>
          <a:p>
            <a:pPr>
              <a:buFont typeface="Arial" pitchFamily="34" charset="0"/>
              <a:buChar char="•"/>
            </a:pPr>
            <a:endParaRPr lang="en-GB" altLang="en-US" b="0" dirty="0" smtClean="0">
              <a:latin typeface="Times New Roman"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b="1" dirty="0" smtClean="0">
                <a:latin typeface="Times New Roman" pitchFamily="18" charset="0"/>
              </a:rPr>
              <a:t>2 </a:t>
            </a:r>
            <a:r>
              <a:rPr lang="en-GB" altLang="en-US" b="1" dirty="0" err="1" smtClean="0">
                <a:latin typeface="Times New Roman" pitchFamily="18" charset="0"/>
              </a:rPr>
              <a:t>mins</a:t>
            </a:r>
            <a:endParaRPr lang="en-GB" altLang="en-US" b="1" dirty="0" smtClean="0">
              <a:latin typeface="Times New Roman" pitchFamily="18" charset="0"/>
            </a:endParaRPr>
          </a:p>
          <a:p>
            <a:endParaRPr lang="en-GB" altLang="en-US" b="1" dirty="0" smtClean="0">
              <a:latin typeface="Times New Roman" pitchFamily="18" charset="0"/>
            </a:endParaRPr>
          </a:p>
          <a:p>
            <a:r>
              <a:rPr lang="en-GB" altLang="en-US" b="0" dirty="0" smtClean="0">
                <a:latin typeface="Times New Roman" pitchFamily="18" charset="0"/>
              </a:rPr>
              <a:t>Reiterate these aim rates from last session</a:t>
            </a:r>
          </a:p>
          <a:p>
            <a:endParaRPr lang="en-GB" altLang="en-US" dirty="0" smtClean="0">
              <a:latin typeface="Times New Roman" pitchFamily="18" charset="0"/>
            </a:endParaRPr>
          </a:p>
          <a:p>
            <a:pPr eaLnBrk="1" hangingPunct="1"/>
            <a:endParaRPr lang="en-US" altLang="en-US" sz="1000" dirty="0">
              <a:latin typeface="Times New Roman"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GB" altLang="en-US" b="1" baseline="0" dirty="0" smtClean="0">
                <a:latin typeface="Times New Roman" pitchFamily="18" charset="0"/>
              </a:rPr>
              <a:t>10 </a:t>
            </a:r>
            <a:r>
              <a:rPr lang="en-GB" altLang="en-US" b="1" baseline="0" dirty="0" err="1" smtClean="0">
                <a:latin typeface="Times New Roman" pitchFamily="18" charset="0"/>
              </a:rPr>
              <a:t>mins</a:t>
            </a:r>
            <a:r>
              <a:rPr lang="en-GB" altLang="en-US" b="1" baseline="0" dirty="0" smtClean="0">
                <a:latin typeface="Times New Roman" pitchFamily="18" charset="0"/>
              </a:rPr>
              <a:t> </a:t>
            </a:r>
            <a:endParaRPr lang="en-GB" altLang="en-US" b="1" dirty="0" smtClean="0">
              <a:latin typeface="Times New Roman" pitchFamily="18" charset="0"/>
            </a:endParaRPr>
          </a:p>
          <a:p>
            <a:pPr>
              <a:defRPr/>
            </a:pPr>
            <a:endParaRPr lang="en-GB" altLang="en-US" b="1" dirty="0" smtClean="0">
              <a:latin typeface="Times New Roman" pitchFamily="18" charset="0"/>
            </a:endParaRPr>
          </a:p>
          <a:p>
            <a:pPr>
              <a:defRPr/>
            </a:pPr>
            <a:r>
              <a:rPr lang="en-GB" altLang="en-US" dirty="0" smtClean="0">
                <a:latin typeface="Times New Roman" pitchFamily="18" charset="0"/>
              </a:rPr>
              <a:t>Hand out ‘Charting Skills Activity’ worksheet and Corresponding Chart completed for first week (Mon 1</a:t>
            </a:r>
            <a:r>
              <a:rPr lang="en-GB" altLang="en-US" baseline="30000" dirty="0" smtClean="0">
                <a:latin typeface="Times New Roman" pitchFamily="18" charset="0"/>
              </a:rPr>
              <a:t>st</a:t>
            </a:r>
            <a:r>
              <a:rPr lang="en-GB" altLang="en-US" dirty="0" smtClean="0">
                <a:latin typeface="Times New Roman" pitchFamily="18" charset="0"/>
              </a:rPr>
              <a:t> to Fri 5</a:t>
            </a:r>
            <a:r>
              <a:rPr lang="en-GB" altLang="en-US" baseline="30000" dirty="0" smtClean="0">
                <a:latin typeface="Times New Roman" pitchFamily="18" charset="0"/>
              </a:rPr>
              <a:t>th</a:t>
            </a:r>
            <a:r>
              <a:rPr lang="en-GB" altLang="en-US" dirty="0" smtClean="0">
                <a:latin typeface="Times New Roman" pitchFamily="18" charset="0"/>
              </a:rPr>
              <a:t>) </a:t>
            </a:r>
          </a:p>
          <a:p>
            <a:pPr>
              <a:defRPr/>
            </a:pPr>
            <a:endParaRPr lang="en-GB" altLang="en-US" dirty="0" smtClean="0">
              <a:latin typeface="Times New Roman" pitchFamily="18" charset="0"/>
            </a:endParaRPr>
          </a:p>
          <a:p>
            <a:pPr>
              <a:buFontTx/>
              <a:buChar char="•"/>
              <a:defRPr/>
            </a:pPr>
            <a:r>
              <a:rPr lang="en-GB" altLang="en-US" b="1" dirty="0" smtClean="0">
                <a:latin typeface="Times New Roman" pitchFamily="18" charset="0"/>
              </a:rPr>
              <a:t>Talk TAs through details of chart, while holding up A3 copy: [3 </a:t>
            </a:r>
            <a:r>
              <a:rPr lang="en-GB" altLang="en-US" b="1" dirty="0" err="1" smtClean="0">
                <a:latin typeface="Times New Roman" pitchFamily="18" charset="0"/>
              </a:rPr>
              <a:t>mins</a:t>
            </a:r>
            <a:r>
              <a:rPr lang="en-GB" altLang="en-US" b="1" dirty="0" smtClean="0">
                <a:latin typeface="Times New Roman" pitchFamily="18" charset="0"/>
              </a:rPr>
              <a:t>]</a:t>
            </a:r>
          </a:p>
          <a:p>
            <a:pPr>
              <a:defRPr/>
            </a:pPr>
            <a:endParaRPr lang="en-GB" altLang="en-US" b="1" dirty="0" smtClean="0">
              <a:latin typeface="Times New Roman" pitchFamily="18" charset="0"/>
            </a:endParaRPr>
          </a:p>
          <a:p>
            <a:pPr lvl="1">
              <a:buFontTx/>
              <a:buChar char="•"/>
              <a:defRPr/>
            </a:pPr>
            <a:r>
              <a:rPr lang="en-GB" altLang="en-US" dirty="0" smtClean="0">
                <a:latin typeface="Times New Roman" pitchFamily="18" charset="0"/>
              </a:rPr>
              <a:t>Who the programme is for</a:t>
            </a:r>
          </a:p>
          <a:p>
            <a:pPr lvl="1">
              <a:buFontTx/>
              <a:buChar char="•"/>
              <a:defRPr/>
            </a:pPr>
            <a:r>
              <a:rPr lang="en-GB" altLang="en-US" dirty="0" smtClean="0">
                <a:latin typeface="Times New Roman" pitchFamily="18" charset="0"/>
              </a:rPr>
              <a:t>What they are learning</a:t>
            </a:r>
          </a:p>
          <a:p>
            <a:pPr lvl="1">
              <a:buFontTx/>
              <a:buChar char="•"/>
              <a:defRPr/>
            </a:pPr>
            <a:r>
              <a:rPr lang="en-GB" altLang="en-US" dirty="0" smtClean="0">
                <a:latin typeface="Times New Roman" pitchFamily="18" charset="0"/>
              </a:rPr>
              <a:t>Correct aim rates (line across 50)</a:t>
            </a:r>
          </a:p>
          <a:p>
            <a:pPr lvl="1">
              <a:buFontTx/>
              <a:buChar char="•"/>
              <a:defRPr/>
            </a:pPr>
            <a:r>
              <a:rPr lang="en-GB" altLang="en-US" dirty="0" smtClean="0">
                <a:latin typeface="Times New Roman" pitchFamily="18" charset="0"/>
              </a:rPr>
              <a:t>Correct scores plotted with an ‘o’; errors plotted with an ‘x’ for the first week;</a:t>
            </a:r>
            <a:r>
              <a:rPr lang="en-GB" altLang="en-US" b="1" dirty="0" smtClean="0">
                <a:latin typeface="Times New Roman" pitchFamily="18" charset="0"/>
              </a:rPr>
              <a:t>[draw attention to how responses are charted – ‘o’s and ‘x’s plotted in the middle of the column for that day; horizontal lines on the chart don’t necessarily correspond to numbers close-by (e.g. point out where ‘2’ is recorded) [? Sharon backup]</a:t>
            </a:r>
          </a:p>
          <a:p>
            <a:pPr lvl="1">
              <a:defRPr/>
            </a:pPr>
            <a:endParaRPr lang="en-GB" altLang="en-US" dirty="0" smtClean="0">
              <a:latin typeface="Times New Roman" pitchFamily="18" charset="0"/>
            </a:endParaRPr>
          </a:p>
          <a:p>
            <a:pPr marL="621672" lvl="1" indent="-169547">
              <a:defRPr/>
            </a:pPr>
            <a:endParaRPr lang="en-GB" altLang="en-US" dirty="0" smtClean="0">
              <a:latin typeface="Times New Roman" pitchFamily="18" charset="0"/>
            </a:endParaRPr>
          </a:p>
          <a:p>
            <a:pPr>
              <a:buFontTx/>
              <a:buChar char="•"/>
              <a:defRPr/>
            </a:pPr>
            <a:r>
              <a:rPr lang="en-GB" altLang="en-US" dirty="0" smtClean="0">
                <a:latin typeface="Times New Roman" pitchFamily="18" charset="0"/>
              </a:rPr>
              <a:t>Ask TAs to complete second week of correct/incorrect responses (Mon 8</a:t>
            </a:r>
            <a:r>
              <a:rPr lang="en-GB" altLang="en-US" baseline="30000" dirty="0" smtClean="0">
                <a:latin typeface="Times New Roman" pitchFamily="18" charset="0"/>
              </a:rPr>
              <a:t>th</a:t>
            </a:r>
            <a:r>
              <a:rPr lang="en-GB" altLang="en-US" dirty="0" smtClean="0">
                <a:latin typeface="Times New Roman" pitchFamily="18" charset="0"/>
              </a:rPr>
              <a:t> to Fri 12</a:t>
            </a:r>
            <a:r>
              <a:rPr lang="en-GB" altLang="en-US" baseline="30000" dirty="0" smtClean="0">
                <a:latin typeface="Times New Roman" pitchFamily="18" charset="0"/>
              </a:rPr>
              <a:t>th</a:t>
            </a:r>
            <a:r>
              <a:rPr lang="en-GB" altLang="en-US" dirty="0" smtClean="0">
                <a:latin typeface="Times New Roman" pitchFamily="18" charset="0"/>
              </a:rPr>
              <a:t>); ask TAs to join together the dots for the second week, but not to join the weeks together (explain why – weekend gap)  </a:t>
            </a:r>
            <a:r>
              <a:rPr lang="en-GB" altLang="en-US" b="1" dirty="0" smtClean="0">
                <a:latin typeface="Times New Roman" pitchFamily="18" charset="0"/>
              </a:rPr>
              <a:t>[allow 3 </a:t>
            </a:r>
            <a:r>
              <a:rPr lang="en-GB" altLang="en-US" b="1" dirty="0" err="1" smtClean="0">
                <a:latin typeface="Times New Roman" pitchFamily="18" charset="0"/>
              </a:rPr>
              <a:t>mins</a:t>
            </a:r>
            <a:r>
              <a:rPr lang="en-GB" altLang="en-US" b="1" dirty="0" smtClean="0">
                <a:latin typeface="Times New Roman" pitchFamily="18" charset="0"/>
              </a:rPr>
              <a:t>]</a:t>
            </a:r>
          </a:p>
          <a:p>
            <a:pPr>
              <a:buFontTx/>
              <a:buChar char="•"/>
              <a:defRPr/>
            </a:pPr>
            <a:endParaRPr lang="en-GB" altLang="en-US" b="1" dirty="0" smtClean="0">
              <a:latin typeface="Times New Roman" pitchFamily="18" charset="0"/>
            </a:endParaRPr>
          </a:p>
          <a:p>
            <a:pPr>
              <a:buFontTx/>
              <a:buChar char="•"/>
              <a:defRPr/>
            </a:pPr>
            <a:r>
              <a:rPr lang="en-GB" altLang="en-US" dirty="0" smtClean="0">
                <a:latin typeface="Times New Roman" pitchFamily="18" charset="0"/>
              </a:rPr>
              <a:t>Feedback: </a:t>
            </a:r>
            <a:r>
              <a:rPr lang="en-GB" altLang="en-US" b="1" dirty="0" smtClean="0">
                <a:latin typeface="Times New Roman" pitchFamily="18" charset="0"/>
              </a:rPr>
              <a:t>[3 </a:t>
            </a:r>
            <a:r>
              <a:rPr lang="en-GB" altLang="en-US" b="1" dirty="0" err="1" smtClean="0">
                <a:latin typeface="Times New Roman" pitchFamily="18" charset="0"/>
              </a:rPr>
              <a:t>mins</a:t>
            </a:r>
            <a:r>
              <a:rPr lang="en-GB" altLang="en-US" b="1" dirty="0" smtClean="0">
                <a:latin typeface="Times New Roman" pitchFamily="18" charset="0"/>
              </a:rPr>
              <a:t>]</a:t>
            </a:r>
          </a:p>
          <a:p>
            <a:pPr>
              <a:defRPr/>
            </a:pPr>
            <a:endParaRPr lang="en-GB" altLang="en-US" dirty="0" smtClean="0">
              <a:latin typeface="Times New Roman" pitchFamily="18" charset="0"/>
            </a:endParaRPr>
          </a:p>
          <a:p>
            <a:pPr lvl="1">
              <a:buFontTx/>
              <a:buChar char="•"/>
              <a:defRPr/>
            </a:pPr>
            <a:r>
              <a:rPr lang="en-GB" altLang="en-US" dirty="0" smtClean="0">
                <a:latin typeface="Times New Roman" pitchFamily="18" charset="0"/>
              </a:rPr>
              <a:t>Hold up completed A3 copy to demonstrate how completed charts should look Draw attention to ‘jaw’ pattern of correct/incorrect responses – this is the progress we want to see – over time, correct responses increasing, errors decreasing </a:t>
            </a:r>
          </a:p>
          <a:p>
            <a:pPr lvl="1">
              <a:defRPr/>
            </a:pPr>
            <a:endParaRPr lang="en-GB" altLang="en-US" dirty="0" smtClean="0">
              <a:latin typeface="Times New Roman" pitchFamily="18" charset="0"/>
            </a:endParaRPr>
          </a:p>
          <a:p>
            <a:pPr>
              <a:buFont typeface="Arial" pitchFamily="34" charset="0"/>
              <a:buChar char="•"/>
              <a:defRPr/>
            </a:pPr>
            <a:r>
              <a:rPr lang="en-GB" altLang="en-US" dirty="0" smtClean="0">
                <a:latin typeface="Times New Roman" pitchFamily="18" charset="0"/>
              </a:rPr>
              <a:t>Reiterate</a:t>
            </a:r>
            <a:r>
              <a:rPr lang="en-GB" altLang="en-US" baseline="0" dirty="0" smtClean="0">
                <a:latin typeface="Times New Roman" pitchFamily="18" charset="0"/>
              </a:rPr>
              <a:t> that when we finish probing we need to record the number of correct and incorrect responses on the boxes and then plot them on the chart – highlight that we need to do this with the child and congratulate them on their effort so that they have a clear sense of how they are progressing – this really boosts their motivation to improve their performance.</a:t>
            </a:r>
            <a:endParaRPr lang="en-GB" altLang="en-US" dirty="0" smtClean="0">
              <a:latin typeface="Times New Roman" pitchFamily="18" charset="0"/>
            </a:endParaRPr>
          </a:p>
          <a:p>
            <a:pPr>
              <a:buFontTx/>
              <a:buNone/>
              <a:defRPr/>
            </a:pPr>
            <a:endParaRPr lang="en-GB" altLang="en-US" b="1" dirty="0" smtClean="0">
              <a:latin typeface="Times New Roman" pitchFamily="18" charset="0"/>
            </a:endParaRPr>
          </a:p>
          <a:p>
            <a:pPr>
              <a:defRPr/>
            </a:pPr>
            <a:endParaRPr lang="en-GB" altLang="en-US" b="1" dirty="0" smtClean="0">
              <a:latin typeface="Times New Roman" pitchFamily="18" charset="0"/>
            </a:endParaRPr>
          </a:p>
          <a:p>
            <a:pPr>
              <a:defRPr/>
            </a:pPr>
            <a:endParaRPr lang="en-GB" altLang="en-US" b="1" dirty="0" smtClean="0">
              <a:latin typeface="Times New Roman" pitchFamily="18" charset="0"/>
            </a:endParaRPr>
          </a:p>
          <a:p>
            <a:pPr>
              <a:buFontTx/>
              <a:buChar char="•"/>
              <a:defRPr/>
            </a:pPr>
            <a:endParaRPr lang="en-GB" altLang="en-US" b="1" dirty="0" smtClean="0">
              <a:latin typeface="Times New Roman" pitchFamily="18" charset="0"/>
            </a:endParaRPr>
          </a:p>
          <a:p>
            <a:pPr>
              <a:defRPr/>
            </a:pPr>
            <a:endParaRPr lang="en-GB" altLang="en-US" b="1" dirty="0" smtClean="0">
              <a:latin typeface="Times New Roman" pitchFamily="18" charset="0"/>
            </a:endParaRPr>
          </a:p>
          <a:p>
            <a:pPr>
              <a:defRPr/>
            </a:pPr>
            <a:endParaRPr lang="en-GB" altLang="en-US" dirty="0" smtClean="0">
              <a:latin typeface="Times New Roman"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b="1" dirty="0" smtClean="0">
                <a:latin typeface="Times New Roman" pitchFamily="18" charset="0"/>
              </a:rPr>
              <a:t>2</a:t>
            </a:r>
            <a:r>
              <a:rPr lang="en-GB" altLang="en-US" b="1" baseline="0" dirty="0" smtClean="0">
                <a:latin typeface="Times New Roman" pitchFamily="18" charset="0"/>
              </a:rPr>
              <a:t> </a:t>
            </a:r>
            <a:r>
              <a:rPr lang="en-GB" altLang="en-US" b="1" baseline="0" dirty="0" err="1" smtClean="0">
                <a:latin typeface="Times New Roman" pitchFamily="18" charset="0"/>
              </a:rPr>
              <a:t>mins</a:t>
            </a:r>
            <a:endParaRPr lang="en-GB" altLang="en-US" b="1" baseline="0" dirty="0" smtClean="0">
              <a:latin typeface="Times New Roman" pitchFamily="18" charset="0"/>
            </a:endParaRPr>
          </a:p>
          <a:p>
            <a:endParaRPr lang="en-GB" altLang="en-US" b="1" baseline="0" dirty="0" smtClean="0">
              <a:latin typeface="Times New Roman" pitchFamily="18" charset="0"/>
            </a:endParaRPr>
          </a:p>
          <a:p>
            <a:r>
              <a:rPr lang="en-GB" altLang="en-US" b="0" baseline="0" dirty="0" smtClean="0">
                <a:latin typeface="Times New Roman" pitchFamily="18" charset="0"/>
              </a:rPr>
              <a:t>Explain that this is the final part of the PT process – it is the decision-making process around what changes to make based on the child’s progress. </a:t>
            </a:r>
          </a:p>
          <a:p>
            <a:endParaRPr lang="en-GB" altLang="en-US" b="0" baseline="0" dirty="0" smtClean="0">
              <a:latin typeface="Times New Roman" pitchFamily="18" charset="0"/>
            </a:endParaRPr>
          </a:p>
          <a:p>
            <a:r>
              <a:rPr lang="en-GB" altLang="en-US" b="0" baseline="0" dirty="0" smtClean="0">
                <a:latin typeface="Times New Roman" pitchFamily="18" charset="0"/>
              </a:rPr>
              <a:t>Emphasise that the idea is that each day the child is moving further and further towards the target – once they reach their target, they need to sustain that progress over 3 days before you can change the probe.</a:t>
            </a:r>
          </a:p>
          <a:p>
            <a:endParaRPr lang="en-GB" altLang="en-US" b="0" baseline="0" dirty="0" smtClean="0">
              <a:latin typeface="Times New Roman" pitchFamily="18" charset="0"/>
            </a:endParaRPr>
          </a:p>
          <a:p>
            <a:r>
              <a:rPr lang="en-GB" altLang="en-US" b="1" baseline="0" dirty="0" smtClean="0">
                <a:latin typeface="Times New Roman" pitchFamily="18" charset="0"/>
              </a:rPr>
              <a:t>Underline that each time you change the probe, your teaching will change to match the items in the new probe and you need to start a new chart.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b="1" dirty="0" smtClean="0">
                <a:latin typeface="Times New Roman" pitchFamily="18" charset="0"/>
              </a:rPr>
              <a:t>2</a:t>
            </a:r>
            <a:r>
              <a:rPr lang="en-GB" altLang="en-US" b="1" baseline="0" dirty="0" smtClean="0">
                <a:latin typeface="Times New Roman" pitchFamily="18" charset="0"/>
              </a:rPr>
              <a:t> </a:t>
            </a:r>
            <a:r>
              <a:rPr lang="en-GB" altLang="en-US" b="1" baseline="0" dirty="0" err="1" smtClean="0">
                <a:latin typeface="Times New Roman" pitchFamily="18" charset="0"/>
              </a:rPr>
              <a:t>mins</a:t>
            </a:r>
            <a:endParaRPr lang="en-GB" altLang="en-US" b="1" baseline="0" dirty="0" smtClean="0">
              <a:latin typeface="Times New Roman" pitchFamily="18" charset="0"/>
            </a:endParaRPr>
          </a:p>
          <a:p>
            <a:endParaRPr lang="en-GB" altLang="en-US" b="1" dirty="0" smtClean="0">
              <a:latin typeface="Times New Roman" pitchFamily="18" charset="0"/>
            </a:endParaRPr>
          </a:p>
          <a:p>
            <a:r>
              <a:rPr lang="en-GB" altLang="en-US" b="0" dirty="0" smtClean="0">
                <a:latin typeface="Times New Roman" pitchFamily="18" charset="0"/>
              </a:rPr>
              <a:t>Explain</a:t>
            </a:r>
            <a:r>
              <a:rPr lang="en-GB" altLang="en-US" b="0" baseline="0" dirty="0" smtClean="0">
                <a:latin typeface="Times New Roman" pitchFamily="18" charset="0"/>
              </a:rPr>
              <a:t> interleaving concept &amp; underline importance of tying together the learning into a built in review</a:t>
            </a:r>
            <a:endParaRPr lang="en-GB" altLang="en-US" b="0" dirty="0" smtClean="0">
              <a:latin typeface="Times New Roman"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b="1" dirty="0" smtClean="0">
                <a:latin typeface="Times New Roman" pitchFamily="18" charset="0"/>
              </a:rPr>
              <a:t>2</a:t>
            </a:r>
            <a:r>
              <a:rPr lang="en-GB" altLang="en-US" b="1" baseline="0" dirty="0" smtClean="0">
                <a:latin typeface="Times New Roman" pitchFamily="18" charset="0"/>
              </a:rPr>
              <a:t> </a:t>
            </a:r>
            <a:r>
              <a:rPr lang="en-GB" altLang="en-US" b="1" baseline="0" dirty="0" err="1" smtClean="0">
                <a:latin typeface="Times New Roman" pitchFamily="18" charset="0"/>
              </a:rPr>
              <a:t>mins</a:t>
            </a:r>
            <a:endParaRPr lang="en-GB" altLang="en-US" b="1" baseline="0" dirty="0" smtClean="0">
              <a:latin typeface="Times New Roman" pitchFamily="18" charset="0"/>
            </a:endParaRPr>
          </a:p>
          <a:p>
            <a:endParaRPr lang="en-GB" altLang="en-US" b="1" baseline="0" dirty="0" smtClean="0">
              <a:latin typeface="Times New Roman" pitchFamily="18" charset="0"/>
            </a:endParaRPr>
          </a:p>
          <a:p>
            <a:r>
              <a:rPr lang="en-GB" altLang="en-US" b="1" baseline="0" dirty="0" smtClean="0">
                <a:latin typeface="Times New Roman" pitchFamily="18" charset="0"/>
              </a:rPr>
              <a:t>Refer to probe examples  to demonstrate reduction in task difficulty based on pattern of errors</a:t>
            </a:r>
            <a:endParaRPr lang="en-GB" altLang="en-US" b="1" dirty="0" smtClean="0">
              <a:latin typeface="Times New Roman" pitchFamily="18" charset="0"/>
            </a:endParaRPr>
          </a:p>
          <a:p>
            <a:endParaRPr lang="en-GB" altLang="en-US" b="1" dirty="0" smtClean="0">
              <a:latin typeface="Times New Roman" pitchFamily="18" charset="0"/>
            </a:endParaRPr>
          </a:p>
          <a:p>
            <a:endParaRPr lang="en-GB" altLang="en-US" b="1" dirty="0" smtClean="0">
              <a:latin typeface="Times New Roman"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b="1" dirty="0" smtClean="0">
                <a:latin typeface="Times New Roman" pitchFamily="18" charset="0"/>
              </a:rPr>
              <a:t>2 </a:t>
            </a:r>
            <a:r>
              <a:rPr lang="en-GB" altLang="en-US" b="1" dirty="0" err="1" smtClean="0">
                <a:latin typeface="Times New Roman" pitchFamily="18" charset="0"/>
              </a:rPr>
              <a:t>mins</a:t>
            </a:r>
            <a:endParaRPr lang="en-GB" altLang="en-US" b="1" dirty="0" smtClean="0">
              <a:latin typeface="Times New Roman" pitchFamily="18" charset="0"/>
            </a:endParaRPr>
          </a:p>
          <a:p>
            <a:endParaRPr lang="en-GB" altLang="en-US" b="1" dirty="0" smtClean="0">
              <a:latin typeface="Times New Roman" pitchFamily="18" charset="0"/>
            </a:endParaRPr>
          </a:p>
          <a:p>
            <a:r>
              <a:rPr lang="en-GB" altLang="en-US" b="0" dirty="0" smtClean="0">
                <a:latin typeface="Times New Roman" pitchFamily="18" charset="0"/>
              </a:rPr>
              <a:t>Query</a:t>
            </a:r>
            <a:r>
              <a:rPr lang="en-GB" altLang="en-US" b="0" baseline="0" dirty="0" smtClean="0">
                <a:latin typeface="Times New Roman" pitchFamily="18" charset="0"/>
              </a:rPr>
              <a:t> teaching methods – draw on each others’ creative ideas</a:t>
            </a:r>
          </a:p>
          <a:p>
            <a:r>
              <a:rPr lang="en-GB" altLang="en-US" b="0" baseline="0" dirty="0" smtClean="0">
                <a:latin typeface="Times New Roman" pitchFamily="18" charset="0"/>
              </a:rPr>
              <a:t>Consider incentives for the child – reward systems etc.</a:t>
            </a:r>
          </a:p>
          <a:p>
            <a:endParaRPr lang="en-GB" altLang="en-US" b="1" baseline="0" dirty="0" smtClean="0">
              <a:latin typeface="Times New Roman" pitchFamily="18" charset="0"/>
            </a:endParaRPr>
          </a:p>
          <a:p>
            <a:r>
              <a:rPr lang="en-GB" altLang="en-US" b="1" baseline="0" dirty="0" smtClean="0">
                <a:latin typeface="Times New Roman" pitchFamily="18" charset="0"/>
              </a:rPr>
              <a:t>Reiterate that we can’t go wrong if we bear in mind the 3 day and 8 day rules!</a:t>
            </a:r>
            <a:endParaRPr lang="en-GB" altLang="en-US" b="1" dirty="0" smtClean="0">
              <a:latin typeface="Times New Roman" pitchFamily="18" charset="0"/>
            </a:endParaRPr>
          </a:p>
          <a:p>
            <a:endParaRPr lang="en-GB" altLang="en-US" b="1" dirty="0" smtClean="0">
              <a:latin typeface="Times New Roman" pitchFamily="18" charset="0"/>
            </a:endParaRPr>
          </a:p>
          <a:p>
            <a:endParaRPr lang="en-GB" altLang="en-US" dirty="0" smtClean="0">
              <a:latin typeface="Times New Roman"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smtClean="0">
              <a:latin typeface="Times New Roman" pitchFamily="18" charset="0"/>
            </a:endParaRPr>
          </a:p>
          <a:p>
            <a:r>
              <a:rPr lang="en-GB" altLang="en-US" b="1" dirty="0" smtClean="0">
                <a:latin typeface="Times New Roman" pitchFamily="18" charset="0"/>
              </a:rPr>
              <a:t>2 </a:t>
            </a:r>
            <a:r>
              <a:rPr lang="en-GB" altLang="en-US" b="1" dirty="0" err="1" smtClean="0">
                <a:latin typeface="Times New Roman" pitchFamily="18" charset="0"/>
              </a:rPr>
              <a:t>mins</a:t>
            </a:r>
            <a:endParaRPr lang="en-GB" altLang="en-US" b="1" dirty="0" smtClean="0">
              <a:latin typeface="Times New Roman" pitchFamily="18" charset="0"/>
            </a:endParaRPr>
          </a:p>
          <a:p>
            <a:endParaRPr lang="en-GB" altLang="en-US" b="1" dirty="0" smtClean="0">
              <a:latin typeface="Times New Roman"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b="1" dirty="0" smtClean="0">
                <a:latin typeface="Times New Roman" pitchFamily="18" charset="0"/>
              </a:rPr>
              <a:t>5 </a:t>
            </a:r>
            <a:r>
              <a:rPr lang="en-GB" altLang="en-US" b="1" dirty="0" err="1" smtClean="0">
                <a:latin typeface="Times New Roman" pitchFamily="18" charset="0"/>
              </a:rPr>
              <a:t>mins</a:t>
            </a:r>
            <a:endParaRPr lang="en-GB" altLang="en-US" b="1" dirty="0" smtClean="0">
              <a:latin typeface="Times New Roman" pitchFamily="18" charset="0"/>
            </a:endParaRPr>
          </a:p>
          <a:p>
            <a:r>
              <a:rPr lang="en-GB" altLang="en-US" dirty="0" smtClean="0">
                <a:latin typeface="Times New Roman" pitchFamily="18" charset="0"/>
              </a:rPr>
              <a:t>Hand</a:t>
            </a:r>
            <a:r>
              <a:rPr lang="en-GB" altLang="en-US" baseline="0" dirty="0" smtClean="0">
                <a:latin typeface="Times New Roman" pitchFamily="18" charset="0"/>
              </a:rPr>
              <a:t> out evaluations &amp; open session up for any individual questions</a:t>
            </a:r>
            <a:endParaRPr lang="en-GB" altLang="en-US" dirty="0" smtClean="0">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Text Box 3"/>
          <p:cNvSpPr txBox="1">
            <a:spLocks noGrp="1" noChangeArrowheads="1"/>
          </p:cNvSpPr>
          <p:nvPr>
            <p:ph type="sldNum" sz="quarter" idx="10"/>
          </p:nvPr>
        </p:nvSpPr>
        <p:spPr>
          <a:ln/>
        </p:spPr>
        <p:txBody>
          <a:bodyPr/>
          <a:lstStyle>
            <a:lvl1pPr>
              <a:defRPr/>
            </a:lvl1pPr>
          </a:lstStyle>
          <a:p>
            <a:pPr>
              <a:defRPr/>
            </a:pPr>
            <a:fld id="{ED7897CE-3B34-4E94-A46A-93BE916167EB}" type="slidenum">
              <a:rPr lang="en-US" altLang="en-US"/>
              <a:pPr>
                <a:defRPr/>
              </a:pPr>
              <a:t>‹#›</a:t>
            </a:fld>
            <a:endParaRPr lang="en-US" altLang="en-US"/>
          </a:p>
        </p:txBody>
      </p:sp>
    </p:spTree>
    <p:extLst>
      <p:ext uri="{BB962C8B-B14F-4D97-AF65-F5344CB8AC3E}">
        <p14:creationId xmlns:p14="http://schemas.microsoft.com/office/powerpoint/2010/main" val="351158188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Box 3"/>
          <p:cNvSpPr txBox="1">
            <a:spLocks noGrp="1" noChangeArrowheads="1"/>
          </p:cNvSpPr>
          <p:nvPr>
            <p:ph type="sldNum" sz="quarter" idx="10"/>
          </p:nvPr>
        </p:nvSpPr>
        <p:spPr>
          <a:ln/>
        </p:spPr>
        <p:txBody>
          <a:bodyPr/>
          <a:lstStyle>
            <a:lvl1pPr>
              <a:defRPr/>
            </a:lvl1pPr>
          </a:lstStyle>
          <a:p>
            <a:pPr>
              <a:defRPr/>
            </a:pPr>
            <a:fld id="{2F60CB75-C024-4A9A-943F-BB194A513C04}" type="slidenum">
              <a:rPr lang="en-US" altLang="en-US"/>
              <a:pPr>
                <a:defRPr/>
              </a:pPr>
              <a:t>‹#›</a:t>
            </a:fld>
            <a:endParaRPr lang="en-US" altLang="en-US"/>
          </a:p>
        </p:txBody>
      </p:sp>
    </p:spTree>
    <p:extLst>
      <p:ext uri="{BB962C8B-B14F-4D97-AF65-F5344CB8AC3E}">
        <p14:creationId xmlns:p14="http://schemas.microsoft.com/office/powerpoint/2010/main" val="266128455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Text Box 3"/>
          <p:cNvSpPr txBox="1">
            <a:spLocks noGrp="1" noChangeArrowheads="1"/>
          </p:cNvSpPr>
          <p:nvPr>
            <p:ph type="sldNum" sz="quarter" idx="10"/>
          </p:nvPr>
        </p:nvSpPr>
        <p:spPr>
          <a:ln/>
        </p:spPr>
        <p:txBody>
          <a:bodyPr/>
          <a:lstStyle>
            <a:lvl1pPr>
              <a:defRPr/>
            </a:lvl1pPr>
          </a:lstStyle>
          <a:p>
            <a:pPr>
              <a:defRPr/>
            </a:pPr>
            <a:fld id="{FE782EF2-1558-45B4-A723-B6E5C25E74E5}" type="slidenum">
              <a:rPr lang="en-US" altLang="en-US"/>
              <a:pPr>
                <a:defRPr/>
              </a:pPr>
              <a:t>‹#›</a:t>
            </a:fld>
            <a:endParaRPr lang="en-US" altLang="en-US"/>
          </a:p>
        </p:txBody>
      </p:sp>
    </p:spTree>
    <p:extLst>
      <p:ext uri="{BB962C8B-B14F-4D97-AF65-F5344CB8AC3E}">
        <p14:creationId xmlns:p14="http://schemas.microsoft.com/office/powerpoint/2010/main" val="496186392"/>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1279525" y="1600200"/>
            <a:ext cx="25527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3984625" y="1600200"/>
            <a:ext cx="25527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Box 3"/>
          <p:cNvSpPr txBox="1">
            <a:spLocks noGrp="1" noChangeArrowheads="1"/>
          </p:cNvSpPr>
          <p:nvPr>
            <p:ph type="sldNum" sz="quarter" idx="10"/>
          </p:nvPr>
        </p:nvSpPr>
        <p:spPr>
          <a:ln/>
        </p:spPr>
        <p:txBody>
          <a:bodyPr/>
          <a:lstStyle>
            <a:lvl1pPr>
              <a:defRPr/>
            </a:lvl1pPr>
          </a:lstStyle>
          <a:p>
            <a:pPr>
              <a:defRPr/>
            </a:pPr>
            <a:fld id="{6201E01F-14F8-4242-9E40-A3B88BA8D09C}" type="slidenum">
              <a:rPr lang="en-US" altLang="en-US"/>
              <a:pPr>
                <a:defRPr/>
              </a:pPr>
              <a:t>‹#›</a:t>
            </a:fld>
            <a:endParaRPr lang="en-US" altLang="en-US"/>
          </a:p>
        </p:txBody>
      </p:sp>
    </p:spTree>
    <p:extLst>
      <p:ext uri="{BB962C8B-B14F-4D97-AF65-F5344CB8AC3E}">
        <p14:creationId xmlns:p14="http://schemas.microsoft.com/office/powerpoint/2010/main" val="3019504194"/>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Text Box 3"/>
          <p:cNvSpPr txBox="1">
            <a:spLocks noGrp="1" noChangeArrowheads="1"/>
          </p:cNvSpPr>
          <p:nvPr>
            <p:ph type="sldNum" sz="quarter" idx="10"/>
          </p:nvPr>
        </p:nvSpPr>
        <p:spPr>
          <a:ln/>
        </p:spPr>
        <p:txBody>
          <a:bodyPr/>
          <a:lstStyle>
            <a:lvl1pPr>
              <a:defRPr/>
            </a:lvl1pPr>
          </a:lstStyle>
          <a:p>
            <a:pPr>
              <a:defRPr/>
            </a:pPr>
            <a:fld id="{256917A6-DF6A-43EC-A1C4-3B0C85B5D24C}" type="slidenum">
              <a:rPr lang="en-US" altLang="en-US"/>
              <a:pPr>
                <a:defRPr/>
              </a:pPr>
              <a:t>‹#›</a:t>
            </a:fld>
            <a:endParaRPr lang="en-US" altLang="en-US"/>
          </a:p>
        </p:txBody>
      </p:sp>
    </p:spTree>
    <p:extLst>
      <p:ext uri="{BB962C8B-B14F-4D97-AF65-F5344CB8AC3E}">
        <p14:creationId xmlns:p14="http://schemas.microsoft.com/office/powerpoint/2010/main" val="109228704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Text Box 3"/>
          <p:cNvSpPr txBox="1">
            <a:spLocks noGrp="1" noChangeArrowheads="1"/>
          </p:cNvSpPr>
          <p:nvPr>
            <p:ph type="sldNum" sz="quarter" idx="10"/>
          </p:nvPr>
        </p:nvSpPr>
        <p:spPr>
          <a:ln/>
        </p:spPr>
        <p:txBody>
          <a:bodyPr/>
          <a:lstStyle>
            <a:lvl1pPr>
              <a:defRPr/>
            </a:lvl1pPr>
          </a:lstStyle>
          <a:p>
            <a:pPr>
              <a:defRPr/>
            </a:pPr>
            <a:fld id="{7F2F85BD-BA3C-4969-A315-1DC89B10B379}" type="slidenum">
              <a:rPr lang="en-US" altLang="en-US"/>
              <a:pPr>
                <a:defRPr/>
              </a:pPr>
              <a:t>‹#›</a:t>
            </a:fld>
            <a:endParaRPr lang="en-US" altLang="en-US"/>
          </a:p>
        </p:txBody>
      </p:sp>
    </p:spTree>
    <p:extLst>
      <p:ext uri="{BB962C8B-B14F-4D97-AF65-F5344CB8AC3E}">
        <p14:creationId xmlns:p14="http://schemas.microsoft.com/office/powerpoint/2010/main" val="145198320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Text Box 3"/>
          <p:cNvSpPr txBox="1">
            <a:spLocks noGrp="1" noChangeArrowheads="1"/>
          </p:cNvSpPr>
          <p:nvPr>
            <p:ph type="sldNum" sz="quarter" idx="10"/>
          </p:nvPr>
        </p:nvSpPr>
        <p:spPr>
          <a:ln/>
        </p:spPr>
        <p:txBody>
          <a:bodyPr/>
          <a:lstStyle>
            <a:lvl1pPr>
              <a:defRPr/>
            </a:lvl1pPr>
          </a:lstStyle>
          <a:p>
            <a:pPr>
              <a:defRPr/>
            </a:pPr>
            <a:fld id="{9F870A17-1C5D-463A-B427-9BA08FBD033F}" type="slidenum">
              <a:rPr lang="en-US" altLang="en-US"/>
              <a:pPr>
                <a:defRPr/>
              </a:pPr>
              <a:t>‹#›</a:t>
            </a:fld>
            <a:endParaRPr lang="en-US" altLang="en-US"/>
          </a:p>
        </p:txBody>
      </p:sp>
    </p:spTree>
    <p:extLst>
      <p:ext uri="{BB962C8B-B14F-4D97-AF65-F5344CB8AC3E}">
        <p14:creationId xmlns:p14="http://schemas.microsoft.com/office/powerpoint/2010/main" val="1947056364"/>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Box 3"/>
          <p:cNvSpPr txBox="1">
            <a:spLocks noGrp="1" noChangeArrowheads="1"/>
          </p:cNvSpPr>
          <p:nvPr>
            <p:ph type="sldNum" sz="quarter" idx="10"/>
          </p:nvPr>
        </p:nvSpPr>
        <p:spPr>
          <a:ln/>
        </p:spPr>
        <p:txBody>
          <a:bodyPr/>
          <a:lstStyle>
            <a:lvl1pPr>
              <a:defRPr/>
            </a:lvl1pPr>
          </a:lstStyle>
          <a:p>
            <a:pPr>
              <a:defRPr/>
            </a:pPr>
            <a:fld id="{694DD1E6-0955-412A-9B18-F274445AD869}" type="slidenum">
              <a:rPr lang="en-US" altLang="en-US"/>
              <a:pPr>
                <a:defRPr/>
              </a:pPr>
              <a:t>‹#›</a:t>
            </a:fld>
            <a:endParaRPr lang="en-US" altLang="en-US"/>
          </a:p>
        </p:txBody>
      </p:sp>
    </p:spTree>
    <p:extLst>
      <p:ext uri="{BB962C8B-B14F-4D97-AF65-F5344CB8AC3E}">
        <p14:creationId xmlns:p14="http://schemas.microsoft.com/office/powerpoint/2010/main" val="421735828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sym typeface="Century Gothic" charset="0"/>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Box 3"/>
          <p:cNvSpPr txBox="1">
            <a:spLocks noGrp="1" noChangeArrowheads="1"/>
          </p:cNvSpPr>
          <p:nvPr>
            <p:ph type="sldNum" sz="quarter" idx="10"/>
          </p:nvPr>
        </p:nvSpPr>
        <p:spPr>
          <a:ln/>
        </p:spPr>
        <p:txBody>
          <a:bodyPr/>
          <a:lstStyle>
            <a:lvl1pPr>
              <a:defRPr/>
            </a:lvl1pPr>
          </a:lstStyle>
          <a:p>
            <a:pPr>
              <a:defRPr/>
            </a:pPr>
            <a:fld id="{4A7B8D1E-0E76-4CBC-B28F-2C17D82E5F5E}" type="slidenum">
              <a:rPr lang="en-US" altLang="en-US"/>
              <a:pPr>
                <a:defRPr/>
              </a:pPr>
              <a:t>‹#›</a:t>
            </a:fld>
            <a:endParaRPr lang="en-US" altLang="en-US"/>
          </a:p>
        </p:txBody>
      </p:sp>
    </p:spTree>
    <p:extLst>
      <p:ext uri="{BB962C8B-B14F-4D97-AF65-F5344CB8AC3E}">
        <p14:creationId xmlns:p14="http://schemas.microsoft.com/office/powerpoint/2010/main" val="152592385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Box 3"/>
          <p:cNvSpPr txBox="1">
            <a:spLocks noGrp="1" noChangeArrowheads="1"/>
          </p:cNvSpPr>
          <p:nvPr>
            <p:ph type="sldNum" sz="quarter" idx="10"/>
          </p:nvPr>
        </p:nvSpPr>
        <p:spPr>
          <a:ln/>
        </p:spPr>
        <p:txBody>
          <a:bodyPr/>
          <a:lstStyle>
            <a:lvl1pPr>
              <a:defRPr/>
            </a:lvl1pPr>
          </a:lstStyle>
          <a:p>
            <a:pPr>
              <a:defRPr/>
            </a:pPr>
            <a:fld id="{2BE972D1-94E1-4CCA-9F9A-02D7F5765551}" type="slidenum">
              <a:rPr lang="en-US" altLang="en-US"/>
              <a:pPr>
                <a:defRPr/>
              </a:pPr>
              <a:t>‹#›</a:t>
            </a:fld>
            <a:endParaRPr lang="en-US" altLang="en-US"/>
          </a:p>
        </p:txBody>
      </p:sp>
    </p:spTree>
    <p:extLst>
      <p:ext uri="{BB962C8B-B14F-4D97-AF65-F5344CB8AC3E}">
        <p14:creationId xmlns:p14="http://schemas.microsoft.com/office/powerpoint/2010/main" val="426587628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4475" y="274638"/>
            <a:ext cx="1771650" cy="6583362"/>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1279525" y="274638"/>
            <a:ext cx="5162550" cy="65833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Box 3"/>
          <p:cNvSpPr txBox="1">
            <a:spLocks noGrp="1" noChangeArrowheads="1"/>
          </p:cNvSpPr>
          <p:nvPr>
            <p:ph type="sldNum" sz="quarter" idx="10"/>
          </p:nvPr>
        </p:nvSpPr>
        <p:spPr>
          <a:ln/>
        </p:spPr>
        <p:txBody>
          <a:bodyPr/>
          <a:lstStyle>
            <a:lvl1pPr>
              <a:defRPr/>
            </a:lvl1pPr>
          </a:lstStyle>
          <a:p>
            <a:pPr>
              <a:defRPr/>
            </a:pPr>
            <a:fld id="{16B39C32-6E7E-4D9F-834A-C7A7F40DB430}" type="slidenum">
              <a:rPr lang="en-US" altLang="en-US"/>
              <a:pPr>
                <a:defRPr/>
              </a:pPr>
              <a:t>‹#›</a:t>
            </a:fld>
            <a:endParaRPr lang="en-US" altLang="en-US"/>
          </a:p>
        </p:txBody>
      </p:sp>
    </p:spTree>
    <p:extLst>
      <p:ext uri="{BB962C8B-B14F-4D97-AF65-F5344CB8AC3E}">
        <p14:creationId xmlns:p14="http://schemas.microsoft.com/office/powerpoint/2010/main" val="4270780465"/>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Text Box 3"/>
          <p:cNvSpPr txBox="1">
            <a:spLocks noGrp="1" noChangeArrowheads="1"/>
          </p:cNvSpPr>
          <p:nvPr>
            <p:ph type="sldNum" sz="quarter" idx="10"/>
          </p:nvPr>
        </p:nvSpPr>
        <p:spPr>
          <a:ln/>
        </p:spPr>
        <p:txBody>
          <a:bodyPr/>
          <a:lstStyle>
            <a:lvl1pPr>
              <a:defRPr/>
            </a:lvl1pPr>
          </a:lstStyle>
          <a:p>
            <a:pPr>
              <a:defRPr/>
            </a:pPr>
            <a:fld id="{3EEDE0E0-1E8E-445F-B53C-37B103BBB8BA}" type="slidenum">
              <a:rPr lang="en-US" altLang="en-US"/>
              <a:pPr>
                <a:defRPr/>
              </a:pPr>
              <a:t>‹#›</a:t>
            </a:fld>
            <a:endParaRPr lang="en-US" altLang="en-US"/>
          </a:p>
        </p:txBody>
      </p:sp>
    </p:spTree>
    <p:extLst>
      <p:ext uri="{BB962C8B-B14F-4D97-AF65-F5344CB8AC3E}">
        <p14:creationId xmlns:p14="http://schemas.microsoft.com/office/powerpoint/2010/main" val="1520899304"/>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Box 3"/>
          <p:cNvSpPr txBox="1">
            <a:spLocks noGrp="1" noChangeArrowheads="1"/>
          </p:cNvSpPr>
          <p:nvPr>
            <p:ph type="sldNum" sz="quarter" idx="10"/>
          </p:nvPr>
        </p:nvSpPr>
        <p:spPr>
          <a:ln/>
        </p:spPr>
        <p:txBody>
          <a:bodyPr/>
          <a:lstStyle>
            <a:lvl1pPr>
              <a:defRPr/>
            </a:lvl1pPr>
          </a:lstStyle>
          <a:p>
            <a:pPr>
              <a:defRPr/>
            </a:pPr>
            <a:fld id="{3968066F-9D1B-4A07-8F8A-C7315F98508A}" type="slidenum">
              <a:rPr lang="en-US" altLang="en-US"/>
              <a:pPr>
                <a:defRPr/>
              </a:pPr>
              <a:t>‹#›</a:t>
            </a:fld>
            <a:endParaRPr lang="en-US" altLang="en-US"/>
          </a:p>
        </p:txBody>
      </p:sp>
    </p:spTree>
    <p:extLst>
      <p:ext uri="{BB962C8B-B14F-4D97-AF65-F5344CB8AC3E}">
        <p14:creationId xmlns:p14="http://schemas.microsoft.com/office/powerpoint/2010/main" val="782378959"/>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Text Box 3"/>
          <p:cNvSpPr txBox="1">
            <a:spLocks noGrp="1" noChangeArrowheads="1"/>
          </p:cNvSpPr>
          <p:nvPr>
            <p:ph type="sldNum" sz="quarter" idx="10"/>
          </p:nvPr>
        </p:nvSpPr>
        <p:spPr>
          <a:ln/>
        </p:spPr>
        <p:txBody>
          <a:bodyPr/>
          <a:lstStyle>
            <a:lvl1pPr>
              <a:defRPr/>
            </a:lvl1pPr>
          </a:lstStyle>
          <a:p>
            <a:pPr>
              <a:defRPr/>
            </a:pPr>
            <a:fld id="{66D04535-F5D5-4765-AAC0-47D081860878}" type="slidenum">
              <a:rPr lang="en-US" altLang="en-US"/>
              <a:pPr>
                <a:defRPr/>
              </a:pPr>
              <a:t>‹#›</a:t>
            </a:fld>
            <a:endParaRPr lang="en-US" altLang="en-US"/>
          </a:p>
        </p:txBody>
      </p:sp>
    </p:spTree>
    <p:extLst>
      <p:ext uri="{BB962C8B-B14F-4D97-AF65-F5344CB8AC3E}">
        <p14:creationId xmlns:p14="http://schemas.microsoft.com/office/powerpoint/2010/main" val="1703623047"/>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1279525" y="2819400"/>
            <a:ext cx="2551113"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3983038" y="2819400"/>
            <a:ext cx="25527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Box 3"/>
          <p:cNvSpPr txBox="1">
            <a:spLocks noGrp="1" noChangeArrowheads="1"/>
          </p:cNvSpPr>
          <p:nvPr>
            <p:ph type="sldNum" sz="quarter" idx="10"/>
          </p:nvPr>
        </p:nvSpPr>
        <p:spPr>
          <a:ln/>
        </p:spPr>
        <p:txBody>
          <a:bodyPr/>
          <a:lstStyle>
            <a:lvl1pPr>
              <a:defRPr/>
            </a:lvl1pPr>
          </a:lstStyle>
          <a:p>
            <a:pPr>
              <a:defRPr/>
            </a:pPr>
            <a:fld id="{ED4D8179-75A8-4BBC-B679-310BB5CF2DA4}" type="slidenum">
              <a:rPr lang="en-US" altLang="en-US"/>
              <a:pPr>
                <a:defRPr/>
              </a:pPr>
              <a:t>‹#›</a:t>
            </a:fld>
            <a:endParaRPr lang="en-US" altLang="en-US"/>
          </a:p>
        </p:txBody>
      </p:sp>
    </p:spTree>
    <p:extLst>
      <p:ext uri="{BB962C8B-B14F-4D97-AF65-F5344CB8AC3E}">
        <p14:creationId xmlns:p14="http://schemas.microsoft.com/office/powerpoint/2010/main" val="2788392132"/>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Text Box 3"/>
          <p:cNvSpPr txBox="1">
            <a:spLocks noGrp="1" noChangeArrowheads="1"/>
          </p:cNvSpPr>
          <p:nvPr>
            <p:ph type="sldNum" sz="quarter" idx="10"/>
          </p:nvPr>
        </p:nvSpPr>
        <p:spPr>
          <a:ln/>
        </p:spPr>
        <p:txBody>
          <a:bodyPr/>
          <a:lstStyle>
            <a:lvl1pPr>
              <a:defRPr/>
            </a:lvl1pPr>
          </a:lstStyle>
          <a:p>
            <a:pPr>
              <a:defRPr/>
            </a:pPr>
            <a:fld id="{BF64E0E1-E1F2-4972-96A3-5686BC45F8A8}" type="slidenum">
              <a:rPr lang="en-US" altLang="en-US"/>
              <a:pPr>
                <a:defRPr/>
              </a:pPr>
              <a:t>‹#›</a:t>
            </a:fld>
            <a:endParaRPr lang="en-US" altLang="en-US"/>
          </a:p>
        </p:txBody>
      </p:sp>
    </p:spTree>
    <p:extLst>
      <p:ext uri="{BB962C8B-B14F-4D97-AF65-F5344CB8AC3E}">
        <p14:creationId xmlns:p14="http://schemas.microsoft.com/office/powerpoint/2010/main" val="186428405"/>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Text Box 3"/>
          <p:cNvSpPr txBox="1">
            <a:spLocks noGrp="1" noChangeArrowheads="1"/>
          </p:cNvSpPr>
          <p:nvPr>
            <p:ph type="sldNum" sz="quarter" idx="10"/>
          </p:nvPr>
        </p:nvSpPr>
        <p:spPr>
          <a:ln/>
        </p:spPr>
        <p:txBody>
          <a:bodyPr/>
          <a:lstStyle>
            <a:lvl1pPr>
              <a:defRPr/>
            </a:lvl1pPr>
          </a:lstStyle>
          <a:p>
            <a:pPr>
              <a:defRPr/>
            </a:pPr>
            <a:fld id="{C1C4D0AF-FE94-46A3-BD88-6B56C31D660D}" type="slidenum">
              <a:rPr lang="en-US" altLang="en-US"/>
              <a:pPr>
                <a:defRPr/>
              </a:pPr>
              <a:t>‹#›</a:t>
            </a:fld>
            <a:endParaRPr lang="en-US" altLang="en-US"/>
          </a:p>
        </p:txBody>
      </p:sp>
    </p:spTree>
    <p:extLst>
      <p:ext uri="{BB962C8B-B14F-4D97-AF65-F5344CB8AC3E}">
        <p14:creationId xmlns:p14="http://schemas.microsoft.com/office/powerpoint/2010/main" val="1337276687"/>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Text Box 3"/>
          <p:cNvSpPr txBox="1">
            <a:spLocks noGrp="1" noChangeArrowheads="1"/>
          </p:cNvSpPr>
          <p:nvPr>
            <p:ph type="sldNum" sz="quarter" idx="10"/>
          </p:nvPr>
        </p:nvSpPr>
        <p:spPr>
          <a:ln/>
        </p:spPr>
        <p:txBody>
          <a:bodyPr/>
          <a:lstStyle>
            <a:lvl1pPr>
              <a:defRPr/>
            </a:lvl1pPr>
          </a:lstStyle>
          <a:p>
            <a:pPr>
              <a:defRPr/>
            </a:pPr>
            <a:fld id="{35710A3D-B715-4D64-8AF9-7745186314DF}" type="slidenum">
              <a:rPr lang="en-US" altLang="en-US"/>
              <a:pPr>
                <a:defRPr/>
              </a:pPr>
              <a:t>‹#›</a:t>
            </a:fld>
            <a:endParaRPr lang="en-US" altLang="en-US"/>
          </a:p>
        </p:txBody>
      </p:sp>
    </p:spTree>
    <p:extLst>
      <p:ext uri="{BB962C8B-B14F-4D97-AF65-F5344CB8AC3E}">
        <p14:creationId xmlns:p14="http://schemas.microsoft.com/office/powerpoint/2010/main" val="331236527"/>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Box 3"/>
          <p:cNvSpPr txBox="1">
            <a:spLocks noGrp="1" noChangeArrowheads="1"/>
          </p:cNvSpPr>
          <p:nvPr>
            <p:ph type="sldNum" sz="quarter" idx="10"/>
          </p:nvPr>
        </p:nvSpPr>
        <p:spPr>
          <a:ln/>
        </p:spPr>
        <p:txBody>
          <a:bodyPr/>
          <a:lstStyle>
            <a:lvl1pPr>
              <a:defRPr/>
            </a:lvl1pPr>
          </a:lstStyle>
          <a:p>
            <a:pPr>
              <a:defRPr/>
            </a:pPr>
            <a:fld id="{1887D2FD-E1BC-42A0-A7FB-FCDC2A2F6B00}" type="slidenum">
              <a:rPr lang="en-US" altLang="en-US"/>
              <a:pPr>
                <a:defRPr/>
              </a:pPr>
              <a:t>‹#›</a:t>
            </a:fld>
            <a:endParaRPr lang="en-US" altLang="en-US"/>
          </a:p>
        </p:txBody>
      </p:sp>
    </p:spTree>
    <p:extLst>
      <p:ext uri="{BB962C8B-B14F-4D97-AF65-F5344CB8AC3E}">
        <p14:creationId xmlns:p14="http://schemas.microsoft.com/office/powerpoint/2010/main" val="195389300"/>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sym typeface="Century Gothic" charset="0"/>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Box 3"/>
          <p:cNvSpPr txBox="1">
            <a:spLocks noGrp="1" noChangeArrowheads="1"/>
          </p:cNvSpPr>
          <p:nvPr>
            <p:ph type="sldNum" sz="quarter" idx="10"/>
          </p:nvPr>
        </p:nvSpPr>
        <p:spPr>
          <a:ln/>
        </p:spPr>
        <p:txBody>
          <a:bodyPr/>
          <a:lstStyle>
            <a:lvl1pPr>
              <a:defRPr/>
            </a:lvl1pPr>
          </a:lstStyle>
          <a:p>
            <a:pPr>
              <a:defRPr/>
            </a:pPr>
            <a:fld id="{5B10BEFD-38F2-4049-8313-ABCF596DE23C}" type="slidenum">
              <a:rPr lang="en-US" altLang="en-US"/>
              <a:pPr>
                <a:defRPr/>
              </a:pPr>
              <a:t>‹#›</a:t>
            </a:fld>
            <a:endParaRPr lang="en-US" altLang="en-US"/>
          </a:p>
        </p:txBody>
      </p:sp>
    </p:spTree>
    <p:extLst>
      <p:ext uri="{BB962C8B-B14F-4D97-AF65-F5344CB8AC3E}">
        <p14:creationId xmlns:p14="http://schemas.microsoft.com/office/powerpoint/2010/main" val="2409557923"/>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Box 3"/>
          <p:cNvSpPr txBox="1">
            <a:spLocks noGrp="1" noChangeArrowheads="1"/>
          </p:cNvSpPr>
          <p:nvPr>
            <p:ph type="sldNum" sz="quarter" idx="10"/>
          </p:nvPr>
        </p:nvSpPr>
        <p:spPr>
          <a:ln/>
        </p:spPr>
        <p:txBody>
          <a:bodyPr/>
          <a:lstStyle>
            <a:lvl1pPr>
              <a:defRPr/>
            </a:lvl1pPr>
          </a:lstStyle>
          <a:p>
            <a:pPr>
              <a:defRPr/>
            </a:pPr>
            <a:fld id="{C4759A98-364E-4F3F-BE23-18600B0B7016}" type="slidenum">
              <a:rPr lang="en-US" altLang="en-US"/>
              <a:pPr>
                <a:defRPr/>
              </a:pPr>
              <a:t>‹#›</a:t>
            </a:fld>
            <a:endParaRPr lang="en-US" altLang="en-US"/>
          </a:p>
        </p:txBody>
      </p:sp>
    </p:spTree>
    <p:extLst>
      <p:ext uri="{BB962C8B-B14F-4D97-AF65-F5344CB8AC3E}">
        <p14:creationId xmlns:p14="http://schemas.microsoft.com/office/powerpoint/2010/main" val="1871078595"/>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4475" y="1447800"/>
            <a:ext cx="1770063" cy="54102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1279525" y="1447800"/>
            <a:ext cx="5162550"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Box 3"/>
          <p:cNvSpPr txBox="1">
            <a:spLocks noGrp="1" noChangeArrowheads="1"/>
          </p:cNvSpPr>
          <p:nvPr>
            <p:ph type="sldNum" sz="quarter" idx="10"/>
          </p:nvPr>
        </p:nvSpPr>
        <p:spPr>
          <a:ln/>
        </p:spPr>
        <p:txBody>
          <a:bodyPr/>
          <a:lstStyle>
            <a:lvl1pPr>
              <a:defRPr/>
            </a:lvl1pPr>
          </a:lstStyle>
          <a:p>
            <a:pPr>
              <a:defRPr/>
            </a:pPr>
            <a:fld id="{6B0F94C5-E79F-4166-9617-DD0780B185BF}" type="slidenum">
              <a:rPr lang="en-US" altLang="en-US"/>
              <a:pPr>
                <a:defRPr/>
              </a:pPr>
              <a:t>‹#›</a:t>
            </a:fld>
            <a:endParaRPr lang="en-US" altLang="en-US"/>
          </a:p>
        </p:txBody>
      </p:sp>
    </p:spTree>
    <p:extLst>
      <p:ext uri="{BB962C8B-B14F-4D97-AF65-F5344CB8AC3E}">
        <p14:creationId xmlns:p14="http://schemas.microsoft.com/office/powerpoint/2010/main" val="160369941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1279525" y="274638"/>
            <a:ext cx="7086600" cy="15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50800" tIns="50800" rIns="91440" bIns="50800" numCol="1" anchor="ctr" anchorCtr="0" compatLnSpc="1">
            <a:prstTxWarp prst="textNoShape">
              <a:avLst/>
            </a:prstTxWarp>
          </a:bodyPr>
          <a:lstStyle/>
          <a:p>
            <a:pPr lvl="0"/>
            <a:r>
              <a:rPr lang="en-US" altLang="en-US" smtClean="0">
                <a:sym typeface="Century Gothic" pitchFamily="34" charset="0"/>
              </a:rPr>
              <a:t>Click to edit Master title style</a:t>
            </a:r>
          </a:p>
        </p:txBody>
      </p:sp>
      <p:sp>
        <p:nvSpPr>
          <p:cNvPr id="1027" name="Rectangle 2"/>
          <p:cNvSpPr>
            <a:spLocks noGrp="1" noChangeArrowheads="1"/>
          </p:cNvSpPr>
          <p:nvPr>
            <p:ph type="body" idx="1"/>
          </p:nvPr>
        </p:nvSpPr>
        <p:spPr bwMode="auto">
          <a:xfrm>
            <a:off x="1279525" y="1600200"/>
            <a:ext cx="52578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50800" tIns="50800" rIns="91440" bIns="50800" numCol="1" anchor="t" anchorCtr="0" compatLnSpc="1">
            <a:prstTxWarp prst="textNoShape">
              <a:avLst/>
            </a:prstTxWarp>
          </a:bodyPr>
          <a:lstStyle/>
          <a:p>
            <a:pPr lvl="0"/>
            <a:r>
              <a:rPr lang="en-US" altLang="en-US" smtClean="0">
                <a:sym typeface="Century Gothic" pitchFamily="34" charset="0"/>
              </a:rPr>
              <a:t>Click to edit Master text styles</a:t>
            </a:r>
          </a:p>
          <a:p>
            <a:pPr lvl="1"/>
            <a:r>
              <a:rPr lang="en-US" altLang="en-US" smtClean="0">
                <a:sym typeface="Century Gothic" pitchFamily="34" charset="0"/>
              </a:rPr>
              <a:t>Second level</a:t>
            </a:r>
          </a:p>
          <a:p>
            <a:pPr lvl="2"/>
            <a:r>
              <a:rPr lang="en-US" altLang="en-US" smtClean="0">
                <a:sym typeface="Century Gothic" pitchFamily="34" charset="0"/>
              </a:rPr>
              <a:t>Third level</a:t>
            </a:r>
          </a:p>
          <a:p>
            <a:pPr lvl="3"/>
            <a:r>
              <a:rPr lang="en-US" altLang="en-US" smtClean="0">
                <a:sym typeface="Century Gothic" pitchFamily="34" charset="0"/>
              </a:rPr>
              <a:t>Fourth level</a:t>
            </a:r>
          </a:p>
          <a:p>
            <a:pPr lvl="4"/>
            <a:r>
              <a:rPr lang="en-US" altLang="en-US" smtClean="0">
                <a:sym typeface="Century Gothic" pitchFamily="34" charset="0"/>
              </a:rPr>
              <a:t>Fifth level</a:t>
            </a:r>
          </a:p>
        </p:txBody>
      </p:sp>
      <p:sp>
        <p:nvSpPr>
          <p:cNvPr id="2" name="Text Box 3"/>
          <p:cNvSpPr txBox="1">
            <a:spLocks noGrp="1" noChangeArrowheads="1"/>
          </p:cNvSpPr>
          <p:nvPr>
            <p:ph type="sldNum" sz="quarter" idx="4"/>
          </p:nvPr>
        </p:nvSpPr>
        <p:spPr bwMode="auto">
          <a:xfrm>
            <a:off x="7477125" y="6429375"/>
            <a:ext cx="282575" cy="292100"/>
          </a:xfrm>
          <a:prstGeom prst="rect">
            <a:avLst/>
          </a:prstGeom>
          <a:noFill/>
          <a:ln>
            <a:noFill/>
          </a:ln>
          <a:effectLst/>
          <a:extLst/>
        </p:spPr>
        <p:txBody>
          <a:bodyPr vert="horz" wrap="none" lIns="91440" tIns="45720" rIns="91440" bIns="45720" numCol="1" anchor="t" anchorCtr="0" compatLnSpc="1">
            <a:prstTxWarp prst="textNoShape">
              <a:avLst/>
            </a:prstTxWarp>
          </a:bodyPr>
          <a:lstStyle>
            <a:lvl1pPr algn="ctr" eaLnBrk="1" hangingPunct="1">
              <a:defRPr>
                <a:solidFill>
                  <a:schemeClr val="tx1"/>
                </a:solidFill>
                <a:latin typeface="Century Gothic" pitchFamily="34" charset="0"/>
                <a:ea typeface="Century Gothic" pitchFamily="34" charset="0"/>
                <a:cs typeface="Century Gothic" pitchFamily="34" charset="0"/>
                <a:sym typeface="Century Gothic" pitchFamily="34" charset="0"/>
              </a:defRPr>
            </a:lvl1pPr>
          </a:lstStyle>
          <a:p>
            <a:pPr>
              <a:defRPr/>
            </a:pPr>
            <a:fld id="{87838855-CBF6-4430-A0BF-B4913F09DE1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ransition/>
  <p:hf hdr="0" ftr="0" dt="0"/>
  <p:txStyles>
    <p:titleStyle>
      <a:lvl1pPr marL="39688" indent="-39688" algn="l" rtl="0" eaLnBrk="0" fontAlgn="base" hangingPunct="0">
        <a:spcBef>
          <a:spcPct val="0"/>
        </a:spcBef>
        <a:spcAft>
          <a:spcPct val="0"/>
        </a:spcAft>
        <a:defRPr sz="3600">
          <a:solidFill>
            <a:schemeClr val="tx1"/>
          </a:solidFill>
          <a:latin typeface="+mj-lt"/>
          <a:ea typeface="+mj-ea"/>
          <a:cs typeface="+mj-cs"/>
          <a:sym typeface="Century Gothic" pitchFamily="34" charset="0"/>
        </a:defRPr>
      </a:lvl1pPr>
      <a:lvl2pPr marL="39688" indent="-39688" algn="l" rtl="0" eaLnBrk="0" fontAlgn="base" hangingPunct="0">
        <a:spcBef>
          <a:spcPct val="0"/>
        </a:spcBef>
        <a:spcAft>
          <a:spcPct val="0"/>
        </a:spcAft>
        <a:defRPr sz="3600">
          <a:solidFill>
            <a:schemeClr val="tx1"/>
          </a:solidFill>
          <a:latin typeface="Century Gothic" charset="0"/>
          <a:ea typeface="ヒラギノ明朝 ProN W3" charset="0"/>
          <a:cs typeface="ヒラギノ明朝 ProN W3" charset="0"/>
          <a:sym typeface="Century Gothic" pitchFamily="34" charset="0"/>
        </a:defRPr>
      </a:lvl2pPr>
      <a:lvl3pPr marL="39688" indent="-39688" algn="l" rtl="0" eaLnBrk="0" fontAlgn="base" hangingPunct="0">
        <a:spcBef>
          <a:spcPct val="0"/>
        </a:spcBef>
        <a:spcAft>
          <a:spcPct val="0"/>
        </a:spcAft>
        <a:defRPr sz="3600">
          <a:solidFill>
            <a:schemeClr val="tx1"/>
          </a:solidFill>
          <a:latin typeface="Century Gothic" charset="0"/>
          <a:ea typeface="ヒラギノ明朝 ProN W3" charset="0"/>
          <a:cs typeface="ヒラギノ明朝 ProN W3" charset="0"/>
          <a:sym typeface="Century Gothic" pitchFamily="34" charset="0"/>
        </a:defRPr>
      </a:lvl3pPr>
      <a:lvl4pPr marL="39688" indent="-39688" algn="l" rtl="0" eaLnBrk="0" fontAlgn="base" hangingPunct="0">
        <a:spcBef>
          <a:spcPct val="0"/>
        </a:spcBef>
        <a:spcAft>
          <a:spcPct val="0"/>
        </a:spcAft>
        <a:defRPr sz="3600">
          <a:solidFill>
            <a:schemeClr val="tx1"/>
          </a:solidFill>
          <a:latin typeface="Century Gothic" charset="0"/>
          <a:ea typeface="ヒラギノ明朝 ProN W3" charset="0"/>
          <a:cs typeface="ヒラギノ明朝 ProN W3" charset="0"/>
          <a:sym typeface="Century Gothic" pitchFamily="34" charset="0"/>
        </a:defRPr>
      </a:lvl4pPr>
      <a:lvl5pPr marL="39688" indent="-39688" algn="l" rtl="0" eaLnBrk="0" fontAlgn="base" hangingPunct="0">
        <a:spcBef>
          <a:spcPct val="0"/>
        </a:spcBef>
        <a:spcAft>
          <a:spcPct val="0"/>
        </a:spcAft>
        <a:defRPr sz="3600">
          <a:solidFill>
            <a:schemeClr val="tx1"/>
          </a:solidFill>
          <a:latin typeface="Century Gothic" charset="0"/>
          <a:ea typeface="ヒラギノ明朝 ProN W3" charset="0"/>
          <a:cs typeface="ヒラギノ明朝 ProN W3" charset="0"/>
          <a:sym typeface="Century Gothic" pitchFamily="34" charset="0"/>
        </a:defRPr>
      </a:lvl5pPr>
      <a:lvl6pPr marL="496888" algn="l" rtl="0" fontAlgn="base">
        <a:spcBef>
          <a:spcPct val="0"/>
        </a:spcBef>
        <a:spcAft>
          <a:spcPct val="0"/>
        </a:spcAft>
        <a:defRPr sz="3600">
          <a:solidFill>
            <a:schemeClr val="tx1"/>
          </a:solidFill>
          <a:latin typeface="Century Gothic" charset="0"/>
          <a:ea typeface="ヒラギノ明朝 ProN W3" charset="0"/>
          <a:cs typeface="ヒラギノ明朝 ProN W3" charset="0"/>
          <a:sym typeface="Century Gothic" charset="0"/>
        </a:defRPr>
      </a:lvl6pPr>
      <a:lvl7pPr marL="954088" algn="l" rtl="0" fontAlgn="base">
        <a:spcBef>
          <a:spcPct val="0"/>
        </a:spcBef>
        <a:spcAft>
          <a:spcPct val="0"/>
        </a:spcAft>
        <a:defRPr sz="3600">
          <a:solidFill>
            <a:schemeClr val="tx1"/>
          </a:solidFill>
          <a:latin typeface="Century Gothic" charset="0"/>
          <a:ea typeface="ヒラギノ明朝 ProN W3" charset="0"/>
          <a:cs typeface="ヒラギノ明朝 ProN W3" charset="0"/>
          <a:sym typeface="Century Gothic" charset="0"/>
        </a:defRPr>
      </a:lvl7pPr>
      <a:lvl8pPr marL="1411288" algn="l" rtl="0" fontAlgn="base">
        <a:spcBef>
          <a:spcPct val="0"/>
        </a:spcBef>
        <a:spcAft>
          <a:spcPct val="0"/>
        </a:spcAft>
        <a:defRPr sz="3600">
          <a:solidFill>
            <a:schemeClr val="tx1"/>
          </a:solidFill>
          <a:latin typeface="Century Gothic" charset="0"/>
          <a:ea typeface="ヒラギノ明朝 ProN W3" charset="0"/>
          <a:cs typeface="ヒラギノ明朝 ProN W3" charset="0"/>
          <a:sym typeface="Century Gothic" charset="0"/>
        </a:defRPr>
      </a:lvl8pPr>
      <a:lvl9pPr marL="1868488" algn="l" rtl="0" fontAlgn="base">
        <a:spcBef>
          <a:spcPct val="0"/>
        </a:spcBef>
        <a:spcAft>
          <a:spcPct val="0"/>
        </a:spcAft>
        <a:defRPr sz="3600">
          <a:solidFill>
            <a:schemeClr val="tx1"/>
          </a:solidFill>
          <a:latin typeface="Century Gothic" charset="0"/>
          <a:ea typeface="ヒラギノ明朝 ProN W3" charset="0"/>
          <a:cs typeface="ヒラギノ明朝 ProN W3" charset="0"/>
          <a:sym typeface="Century Gothic" charset="0"/>
        </a:defRPr>
      </a:lvl9pPr>
    </p:titleStyle>
    <p:bodyStyle>
      <a:lvl1pPr marL="382588" indent="-342900" algn="l" rtl="0" eaLnBrk="0" fontAlgn="base" hangingPunct="0">
        <a:spcBef>
          <a:spcPts val="700"/>
        </a:spcBef>
        <a:spcAft>
          <a:spcPct val="0"/>
        </a:spcAft>
        <a:buClr>
          <a:srgbClr val="000000"/>
        </a:buClr>
        <a:buSzPct val="100000"/>
        <a:buFont typeface="Century Gothic" pitchFamily="34" charset="0"/>
        <a:buChar char="•"/>
        <a:defRPr sz="2800">
          <a:solidFill>
            <a:schemeClr val="tx1"/>
          </a:solidFill>
          <a:latin typeface="+mn-lt"/>
          <a:ea typeface="+mn-ea"/>
          <a:cs typeface="+mn-cs"/>
          <a:sym typeface="Century Gothic" pitchFamily="34" charset="0"/>
        </a:defRPr>
      </a:lvl1pPr>
      <a:lvl2pPr marL="681038" indent="-285750" algn="l" rtl="0" eaLnBrk="0" fontAlgn="base" hangingPunct="0">
        <a:spcBef>
          <a:spcPts val="600"/>
        </a:spcBef>
        <a:spcAft>
          <a:spcPct val="0"/>
        </a:spcAft>
        <a:buClr>
          <a:srgbClr val="000000"/>
        </a:buClr>
        <a:buSzPct val="100000"/>
        <a:buFont typeface="Century Gothic" pitchFamily="34" charset="0"/>
        <a:buChar char="–"/>
        <a:defRPr sz="2400">
          <a:solidFill>
            <a:schemeClr val="tx1"/>
          </a:solidFill>
          <a:latin typeface="+mn-lt"/>
          <a:ea typeface="+mn-ea"/>
          <a:cs typeface="+mn-cs"/>
          <a:sym typeface="Century Gothic" pitchFamily="34" charset="0"/>
        </a:defRPr>
      </a:lvl2pPr>
      <a:lvl3pPr marL="1081088" indent="-228600" algn="l" rtl="0" eaLnBrk="0" fontAlgn="base" hangingPunct="0">
        <a:spcBef>
          <a:spcPts val="500"/>
        </a:spcBef>
        <a:spcAft>
          <a:spcPct val="0"/>
        </a:spcAft>
        <a:buClr>
          <a:srgbClr val="000000"/>
        </a:buClr>
        <a:buSzPct val="100000"/>
        <a:buFont typeface="Century Gothic" pitchFamily="34" charset="0"/>
        <a:buChar char="•"/>
        <a:defRPr sz="2000">
          <a:solidFill>
            <a:schemeClr val="tx1"/>
          </a:solidFill>
          <a:latin typeface="+mn-lt"/>
          <a:ea typeface="+mn-ea"/>
          <a:cs typeface="+mn-cs"/>
          <a:sym typeface="Century Gothic" pitchFamily="34" charset="0"/>
        </a:defRPr>
      </a:lvl3pPr>
      <a:lvl4pPr marL="1538288" indent="-228600" algn="l" rtl="0" eaLnBrk="0" fontAlgn="base" hangingPunct="0">
        <a:spcBef>
          <a:spcPts val="400"/>
        </a:spcBef>
        <a:spcAft>
          <a:spcPct val="0"/>
        </a:spcAft>
        <a:buClr>
          <a:srgbClr val="000000"/>
        </a:buClr>
        <a:buSzPct val="100000"/>
        <a:buFont typeface="Century Gothic" pitchFamily="34" charset="0"/>
        <a:buChar char="–"/>
        <a:defRPr>
          <a:solidFill>
            <a:schemeClr val="tx1"/>
          </a:solidFill>
          <a:latin typeface="+mn-lt"/>
          <a:ea typeface="+mn-ea"/>
          <a:cs typeface="+mn-cs"/>
          <a:sym typeface="Century Gothic" pitchFamily="34" charset="0"/>
        </a:defRPr>
      </a:lvl4pPr>
      <a:lvl5pPr marL="1995488" indent="-228600" algn="l" rtl="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mn-lt"/>
          <a:ea typeface="+mn-ea"/>
          <a:cs typeface="+mn-cs"/>
          <a:sym typeface="Century Gothic" pitchFamily="34" charset="0"/>
        </a:defRPr>
      </a:lvl5pPr>
      <a:lvl6pPr marL="2452688" indent="-228600" algn="l" rtl="0" fontAlgn="base">
        <a:spcBef>
          <a:spcPts val="400"/>
        </a:spcBef>
        <a:spcAft>
          <a:spcPct val="0"/>
        </a:spcAft>
        <a:buClr>
          <a:srgbClr val="000000"/>
        </a:buClr>
        <a:buSzPct val="100000"/>
        <a:buFont typeface="Century Gothic" charset="0"/>
        <a:buChar char="»"/>
        <a:defRPr sz="1600">
          <a:solidFill>
            <a:schemeClr val="tx1"/>
          </a:solidFill>
          <a:latin typeface="+mn-lt"/>
          <a:ea typeface="+mn-ea"/>
          <a:cs typeface="+mn-cs"/>
          <a:sym typeface="Century Gothic" charset="0"/>
        </a:defRPr>
      </a:lvl6pPr>
      <a:lvl7pPr marL="2909888" indent="-228600" algn="l" rtl="0" fontAlgn="base">
        <a:spcBef>
          <a:spcPts val="400"/>
        </a:spcBef>
        <a:spcAft>
          <a:spcPct val="0"/>
        </a:spcAft>
        <a:buClr>
          <a:srgbClr val="000000"/>
        </a:buClr>
        <a:buSzPct val="100000"/>
        <a:buFont typeface="Century Gothic" charset="0"/>
        <a:buChar char="»"/>
        <a:defRPr sz="1600">
          <a:solidFill>
            <a:schemeClr val="tx1"/>
          </a:solidFill>
          <a:latin typeface="+mn-lt"/>
          <a:ea typeface="+mn-ea"/>
          <a:cs typeface="+mn-cs"/>
          <a:sym typeface="Century Gothic" charset="0"/>
        </a:defRPr>
      </a:lvl7pPr>
      <a:lvl8pPr marL="3367088" indent="-228600" algn="l" rtl="0" fontAlgn="base">
        <a:spcBef>
          <a:spcPts val="400"/>
        </a:spcBef>
        <a:spcAft>
          <a:spcPct val="0"/>
        </a:spcAft>
        <a:buClr>
          <a:srgbClr val="000000"/>
        </a:buClr>
        <a:buSzPct val="100000"/>
        <a:buFont typeface="Century Gothic" charset="0"/>
        <a:buChar char="»"/>
        <a:defRPr sz="1600">
          <a:solidFill>
            <a:schemeClr val="tx1"/>
          </a:solidFill>
          <a:latin typeface="+mn-lt"/>
          <a:ea typeface="+mn-ea"/>
          <a:cs typeface="+mn-cs"/>
          <a:sym typeface="Century Gothic" charset="0"/>
        </a:defRPr>
      </a:lvl8pPr>
      <a:lvl9pPr marL="3824288" indent="-228600" algn="l" rtl="0" fontAlgn="base">
        <a:spcBef>
          <a:spcPts val="400"/>
        </a:spcBef>
        <a:spcAft>
          <a:spcPct val="0"/>
        </a:spcAft>
        <a:buClr>
          <a:srgbClr val="000000"/>
        </a:buClr>
        <a:buSzPct val="100000"/>
        <a:buFont typeface="Century Gothic" charset="0"/>
        <a:buChar char="»"/>
        <a:defRPr sz="1600">
          <a:solidFill>
            <a:schemeClr val="tx1"/>
          </a:solidFill>
          <a:latin typeface="+mn-lt"/>
          <a:ea typeface="+mn-ea"/>
          <a:cs typeface="+mn-cs"/>
          <a:sym typeface="Century Gothic"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2050" name="Rectangle 1"/>
          <p:cNvSpPr>
            <a:spLocks noGrp="1" noChangeArrowheads="1"/>
          </p:cNvSpPr>
          <p:nvPr>
            <p:ph type="title"/>
          </p:nvPr>
        </p:nvSpPr>
        <p:spPr bwMode="auto">
          <a:xfrm>
            <a:off x="1279525" y="1447800"/>
            <a:ext cx="7085013"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50800" tIns="50800" rIns="91440" bIns="50800" numCol="1" anchor="ctr" anchorCtr="0" compatLnSpc="1">
            <a:prstTxWarp prst="textNoShape">
              <a:avLst/>
            </a:prstTxWarp>
          </a:bodyPr>
          <a:lstStyle/>
          <a:p>
            <a:pPr lvl="0"/>
            <a:r>
              <a:rPr lang="en-US" altLang="en-US" smtClean="0">
                <a:sym typeface="Century Gothic" pitchFamily="34" charset="0"/>
              </a:rPr>
              <a:t>Click to edit Master title style</a:t>
            </a:r>
          </a:p>
        </p:txBody>
      </p:sp>
      <p:sp>
        <p:nvSpPr>
          <p:cNvPr id="2051" name="Rectangle 2"/>
          <p:cNvSpPr>
            <a:spLocks noGrp="1" noChangeArrowheads="1"/>
          </p:cNvSpPr>
          <p:nvPr>
            <p:ph type="body" idx="1"/>
          </p:nvPr>
        </p:nvSpPr>
        <p:spPr bwMode="auto">
          <a:xfrm>
            <a:off x="1279525" y="2819400"/>
            <a:ext cx="5256213"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50800" tIns="50800" rIns="91440" bIns="50800" numCol="1" anchor="t" anchorCtr="0" compatLnSpc="1">
            <a:prstTxWarp prst="textNoShape">
              <a:avLst/>
            </a:prstTxWarp>
          </a:bodyPr>
          <a:lstStyle/>
          <a:p>
            <a:pPr lvl="0"/>
            <a:r>
              <a:rPr lang="en-US" altLang="en-US" smtClean="0">
                <a:sym typeface="Century Gothic" pitchFamily="34" charset="0"/>
              </a:rPr>
              <a:t>Click to edit Master text styles</a:t>
            </a:r>
          </a:p>
          <a:p>
            <a:pPr lvl="1"/>
            <a:r>
              <a:rPr lang="en-US" altLang="en-US" smtClean="0">
                <a:sym typeface="Century Gothic" pitchFamily="34" charset="0"/>
              </a:rPr>
              <a:t>Second level</a:t>
            </a:r>
          </a:p>
          <a:p>
            <a:pPr lvl="2"/>
            <a:r>
              <a:rPr lang="en-US" altLang="en-US" smtClean="0">
                <a:sym typeface="Century Gothic" pitchFamily="34" charset="0"/>
              </a:rPr>
              <a:t>Third level</a:t>
            </a:r>
          </a:p>
          <a:p>
            <a:pPr lvl="3"/>
            <a:r>
              <a:rPr lang="en-US" altLang="en-US" smtClean="0">
                <a:sym typeface="Century Gothic" pitchFamily="34" charset="0"/>
              </a:rPr>
              <a:t>Fourth level</a:t>
            </a:r>
          </a:p>
          <a:p>
            <a:pPr lvl="4"/>
            <a:r>
              <a:rPr lang="en-US" altLang="en-US" smtClean="0">
                <a:sym typeface="Century Gothic" pitchFamily="34" charset="0"/>
              </a:rPr>
              <a:t>Fifth level</a:t>
            </a:r>
          </a:p>
        </p:txBody>
      </p:sp>
      <p:sp>
        <p:nvSpPr>
          <p:cNvPr id="2" name="Text Box 3"/>
          <p:cNvSpPr txBox="1">
            <a:spLocks noGrp="1" noChangeArrowheads="1"/>
          </p:cNvSpPr>
          <p:nvPr>
            <p:ph type="sldNum" sz="quarter" idx="4"/>
          </p:nvPr>
        </p:nvSpPr>
        <p:spPr bwMode="auto">
          <a:xfrm>
            <a:off x="7477125" y="6429375"/>
            <a:ext cx="282575" cy="292100"/>
          </a:xfrm>
          <a:prstGeom prst="rect">
            <a:avLst/>
          </a:prstGeom>
          <a:noFill/>
          <a:ln>
            <a:noFill/>
          </a:ln>
          <a:effectLst/>
          <a:extLst/>
        </p:spPr>
        <p:txBody>
          <a:bodyPr vert="horz" wrap="none" lIns="91440" tIns="45720" rIns="91440" bIns="45720" numCol="1" anchor="t" anchorCtr="0" compatLnSpc="1">
            <a:prstTxWarp prst="textNoShape">
              <a:avLst/>
            </a:prstTxWarp>
          </a:bodyPr>
          <a:lstStyle>
            <a:lvl1pPr algn="ctr" eaLnBrk="1" hangingPunct="1">
              <a:defRPr>
                <a:solidFill>
                  <a:schemeClr val="tx1"/>
                </a:solidFill>
                <a:latin typeface="Century Gothic" pitchFamily="34" charset="0"/>
                <a:ea typeface="Century Gothic" pitchFamily="34" charset="0"/>
                <a:cs typeface="Century Gothic" pitchFamily="34" charset="0"/>
                <a:sym typeface="Century Gothic" pitchFamily="34" charset="0"/>
              </a:defRPr>
            </a:lvl1pPr>
          </a:lstStyle>
          <a:p>
            <a:pPr>
              <a:defRPr/>
            </a:pPr>
            <a:fld id="{36F372C7-BFB5-4F22-A096-8366745C700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hf hdr="0" ftr="0" dt="0"/>
  <p:txStyles>
    <p:titleStyle>
      <a:lvl1pPr marL="39688" indent="-39688" algn="l" rtl="0" eaLnBrk="0" fontAlgn="base" hangingPunct="0">
        <a:spcBef>
          <a:spcPct val="0"/>
        </a:spcBef>
        <a:spcAft>
          <a:spcPct val="0"/>
        </a:spcAft>
        <a:defRPr sz="3600">
          <a:solidFill>
            <a:schemeClr val="tx1"/>
          </a:solidFill>
          <a:latin typeface="+mj-lt"/>
          <a:ea typeface="+mj-ea"/>
          <a:cs typeface="+mj-cs"/>
          <a:sym typeface="Century Gothic" pitchFamily="34" charset="0"/>
        </a:defRPr>
      </a:lvl1pPr>
      <a:lvl2pPr marL="39688" indent="-39688" algn="l" rtl="0" eaLnBrk="0" fontAlgn="base" hangingPunct="0">
        <a:spcBef>
          <a:spcPct val="0"/>
        </a:spcBef>
        <a:spcAft>
          <a:spcPct val="0"/>
        </a:spcAft>
        <a:defRPr sz="3600">
          <a:solidFill>
            <a:schemeClr val="tx1"/>
          </a:solidFill>
          <a:latin typeface="Century Gothic" charset="0"/>
          <a:ea typeface="ヒラギノ明朝 ProN W3" charset="0"/>
          <a:cs typeface="ヒラギノ明朝 ProN W3" charset="0"/>
          <a:sym typeface="Century Gothic" pitchFamily="34" charset="0"/>
        </a:defRPr>
      </a:lvl2pPr>
      <a:lvl3pPr marL="39688" indent="-39688" algn="l" rtl="0" eaLnBrk="0" fontAlgn="base" hangingPunct="0">
        <a:spcBef>
          <a:spcPct val="0"/>
        </a:spcBef>
        <a:spcAft>
          <a:spcPct val="0"/>
        </a:spcAft>
        <a:defRPr sz="3600">
          <a:solidFill>
            <a:schemeClr val="tx1"/>
          </a:solidFill>
          <a:latin typeface="Century Gothic" charset="0"/>
          <a:ea typeface="ヒラギノ明朝 ProN W3" charset="0"/>
          <a:cs typeface="ヒラギノ明朝 ProN W3" charset="0"/>
          <a:sym typeface="Century Gothic" pitchFamily="34" charset="0"/>
        </a:defRPr>
      </a:lvl3pPr>
      <a:lvl4pPr marL="39688" indent="-39688" algn="l" rtl="0" eaLnBrk="0" fontAlgn="base" hangingPunct="0">
        <a:spcBef>
          <a:spcPct val="0"/>
        </a:spcBef>
        <a:spcAft>
          <a:spcPct val="0"/>
        </a:spcAft>
        <a:defRPr sz="3600">
          <a:solidFill>
            <a:schemeClr val="tx1"/>
          </a:solidFill>
          <a:latin typeface="Century Gothic" charset="0"/>
          <a:ea typeface="ヒラギノ明朝 ProN W3" charset="0"/>
          <a:cs typeface="ヒラギノ明朝 ProN W3" charset="0"/>
          <a:sym typeface="Century Gothic" pitchFamily="34" charset="0"/>
        </a:defRPr>
      </a:lvl4pPr>
      <a:lvl5pPr marL="39688" indent="-39688" algn="l" rtl="0" eaLnBrk="0" fontAlgn="base" hangingPunct="0">
        <a:spcBef>
          <a:spcPct val="0"/>
        </a:spcBef>
        <a:spcAft>
          <a:spcPct val="0"/>
        </a:spcAft>
        <a:defRPr sz="3600">
          <a:solidFill>
            <a:schemeClr val="tx1"/>
          </a:solidFill>
          <a:latin typeface="Century Gothic" charset="0"/>
          <a:ea typeface="ヒラギノ明朝 ProN W3" charset="0"/>
          <a:cs typeface="ヒラギノ明朝 ProN W3" charset="0"/>
          <a:sym typeface="Century Gothic" pitchFamily="34" charset="0"/>
        </a:defRPr>
      </a:lvl5pPr>
      <a:lvl6pPr marL="496888" algn="l" rtl="0" fontAlgn="base">
        <a:spcBef>
          <a:spcPct val="0"/>
        </a:spcBef>
        <a:spcAft>
          <a:spcPct val="0"/>
        </a:spcAft>
        <a:defRPr sz="3600">
          <a:solidFill>
            <a:schemeClr val="tx1"/>
          </a:solidFill>
          <a:latin typeface="Century Gothic" charset="0"/>
          <a:ea typeface="ヒラギノ明朝 ProN W3" charset="0"/>
          <a:cs typeface="ヒラギノ明朝 ProN W3" charset="0"/>
          <a:sym typeface="Century Gothic" charset="0"/>
        </a:defRPr>
      </a:lvl6pPr>
      <a:lvl7pPr marL="954088" algn="l" rtl="0" fontAlgn="base">
        <a:spcBef>
          <a:spcPct val="0"/>
        </a:spcBef>
        <a:spcAft>
          <a:spcPct val="0"/>
        </a:spcAft>
        <a:defRPr sz="3600">
          <a:solidFill>
            <a:schemeClr val="tx1"/>
          </a:solidFill>
          <a:latin typeface="Century Gothic" charset="0"/>
          <a:ea typeface="ヒラギノ明朝 ProN W3" charset="0"/>
          <a:cs typeface="ヒラギノ明朝 ProN W3" charset="0"/>
          <a:sym typeface="Century Gothic" charset="0"/>
        </a:defRPr>
      </a:lvl7pPr>
      <a:lvl8pPr marL="1411288" algn="l" rtl="0" fontAlgn="base">
        <a:spcBef>
          <a:spcPct val="0"/>
        </a:spcBef>
        <a:spcAft>
          <a:spcPct val="0"/>
        </a:spcAft>
        <a:defRPr sz="3600">
          <a:solidFill>
            <a:schemeClr val="tx1"/>
          </a:solidFill>
          <a:latin typeface="Century Gothic" charset="0"/>
          <a:ea typeface="ヒラギノ明朝 ProN W3" charset="0"/>
          <a:cs typeface="ヒラギノ明朝 ProN W3" charset="0"/>
          <a:sym typeface="Century Gothic" charset="0"/>
        </a:defRPr>
      </a:lvl8pPr>
      <a:lvl9pPr marL="1868488" algn="l" rtl="0" fontAlgn="base">
        <a:spcBef>
          <a:spcPct val="0"/>
        </a:spcBef>
        <a:spcAft>
          <a:spcPct val="0"/>
        </a:spcAft>
        <a:defRPr sz="3600">
          <a:solidFill>
            <a:schemeClr val="tx1"/>
          </a:solidFill>
          <a:latin typeface="Century Gothic" charset="0"/>
          <a:ea typeface="ヒラギノ明朝 ProN W3" charset="0"/>
          <a:cs typeface="ヒラギノ明朝 ProN W3" charset="0"/>
          <a:sym typeface="Century Gothic" charset="0"/>
        </a:defRPr>
      </a:lvl9pPr>
    </p:titleStyle>
    <p:bodyStyle>
      <a:lvl1pPr marL="39688" indent="-39688" algn="l" rtl="0" eaLnBrk="0" fontAlgn="base" hangingPunct="0">
        <a:spcBef>
          <a:spcPts val="700"/>
        </a:spcBef>
        <a:spcAft>
          <a:spcPct val="0"/>
        </a:spcAft>
        <a:defRPr sz="2800">
          <a:solidFill>
            <a:schemeClr val="tx1"/>
          </a:solidFill>
          <a:latin typeface="+mn-lt"/>
          <a:ea typeface="+mn-ea"/>
          <a:cs typeface="+mn-cs"/>
          <a:sym typeface="Century Gothic" pitchFamily="34" charset="0"/>
        </a:defRPr>
      </a:lvl1pPr>
      <a:lvl2pPr marL="395288" indent="61913" algn="ctr" rtl="0" eaLnBrk="0" fontAlgn="base" hangingPunct="0">
        <a:spcBef>
          <a:spcPts val="600"/>
        </a:spcBef>
        <a:spcAft>
          <a:spcPct val="0"/>
        </a:spcAft>
        <a:defRPr sz="2400">
          <a:solidFill>
            <a:schemeClr val="tx1"/>
          </a:solidFill>
          <a:latin typeface="+mn-lt"/>
          <a:ea typeface="+mn-ea"/>
          <a:cs typeface="+mn-cs"/>
          <a:sym typeface="Century Gothic" pitchFamily="34" charset="0"/>
        </a:defRPr>
      </a:lvl2pPr>
      <a:lvl3pPr marL="852488" indent="61913" algn="ctr" rtl="0" eaLnBrk="0" fontAlgn="base" hangingPunct="0">
        <a:spcBef>
          <a:spcPts val="500"/>
        </a:spcBef>
        <a:spcAft>
          <a:spcPct val="0"/>
        </a:spcAft>
        <a:defRPr sz="2000">
          <a:solidFill>
            <a:schemeClr val="tx1"/>
          </a:solidFill>
          <a:latin typeface="+mn-lt"/>
          <a:ea typeface="+mn-ea"/>
          <a:cs typeface="+mn-cs"/>
          <a:sym typeface="Century Gothic" pitchFamily="34" charset="0"/>
        </a:defRPr>
      </a:lvl3pPr>
      <a:lvl4pPr marL="1309688" indent="61913" algn="ctr" rtl="0" eaLnBrk="0" fontAlgn="base" hangingPunct="0">
        <a:spcBef>
          <a:spcPts val="400"/>
        </a:spcBef>
        <a:spcAft>
          <a:spcPct val="0"/>
        </a:spcAft>
        <a:defRPr>
          <a:solidFill>
            <a:schemeClr val="tx1"/>
          </a:solidFill>
          <a:latin typeface="+mn-lt"/>
          <a:ea typeface="+mn-ea"/>
          <a:cs typeface="+mn-cs"/>
          <a:sym typeface="Century Gothic" pitchFamily="34" charset="0"/>
        </a:defRPr>
      </a:lvl4pPr>
      <a:lvl5pPr marL="1766888" indent="61913" algn="ctr" rtl="0" eaLnBrk="0" fontAlgn="base" hangingPunct="0">
        <a:spcBef>
          <a:spcPts val="400"/>
        </a:spcBef>
        <a:spcAft>
          <a:spcPct val="0"/>
        </a:spcAft>
        <a:defRPr sz="1600">
          <a:solidFill>
            <a:schemeClr val="tx1"/>
          </a:solidFill>
          <a:latin typeface="+mn-lt"/>
          <a:ea typeface="+mn-ea"/>
          <a:cs typeface="+mn-cs"/>
          <a:sym typeface="Century Gothic" pitchFamily="34" charset="0"/>
        </a:defRPr>
      </a:lvl5pPr>
      <a:lvl6pPr marL="2224088" algn="ctr" rtl="0" fontAlgn="base">
        <a:spcBef>
          <a:spcPts val="400"/>
        </a:spcBef>
        <a:spcAft>
          <a:spcPct val="0"/>
        </a:spcAft>
        <a:defRPr sz="1600">
          <a:solidFill>
            <a:schemeClr val="tx1"/>
          </a:solidFill>
          <a:latin typeface="+mn-lt"/>
          <a:ea typeface="+mn-ea"/>
          <a:cs typeface="+mn-cs"/>
          <a:sym typeface="Century Gothic" charset="0"/>
        </a:defRPr>
      </a:lvl6pPr>
      <a:lvl7pPr marL="2681288" algn="ctr" rtl="0" fontAlgn="base">
        <a:spcBef>
          <a:spcPts val="400"/>
        </a:spcBef>
        <a:spcAft>
          <a:spcPct val="0"/>
        </a:spcAft>
        <a:defRPr sz="1600">
          <a:solidFill>
            <a:schemeClr val="tx1"/>
          </a:solidFill>
          <a:latin typeface="+mn-lt"/>
          <a:ea typeface="+mn-ea"/>
          <a:cs typeface="+mn-cs"/>
          <a:sym typeface="Century Gothic" charset="0"/>
        </a:defRPr>
      </a:lvl7pPr>
      <a:lvl8pPr marL="3138488" algn="ctr" rtl="0" fontAlgn="base">
        <a:spcBef>
          <a:spcPts val="400"/>
        </a:spcBef>
        <a:spcAft>
          <a:spcPct val="0"/>
        </a:spcAft>
        <a:defRPr sz="1600">
          <a:solidFill>
            <a:schemeClr val="tx1"/>
          </a:solidFill>
          <a:latin typeface="+mn-lt"/>
          <a:ea typeface="+mn-ea"/>
          <a:cs typeface="+mn-cs"/>
          <a:sym typeface="Century Gothic" charset="0"/>
        </a:defRPr>
      </a:lvl8pPr>
      <a:lvl9pPr marL="3595688" algn="ctr" rtl="0" fontAlgn="base">
        <a:spcBef>
          <a:spcPts val="400"/>
        </a:spcBef>
        <a:spcAft>
          <a:spcPct val="0"/>
        </a:spcAft>
        <a:defRPr sz="1600">
          <a:solidFill>
            <a:schemeClr val="tx1"/>
          </a:solidFill>
          <a:latin typeface="+mn-lt"/>
          <a:ea typeface="+mn-ea"/>
          <a:cs typeface="+mn-cs"/>
          <a:sym typeface="Century Gothic"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johnandgwyn.co.uk/probe.html"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mailto:Sharon.McKenzie@rbwm.gov.uk"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4" name="Slide Number Placehold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a:spcBef>
                <a:spcPct val="0"/>
              </a:spcBef>
              <a:buClrTx/>
              <a:buSzTx/>
              <a:buFontTx/>
              <a:buNone/>
            </a:pPr>
            <a:fld id="{BA0110CD-50B9-41E1-A0D1-0BA04FBA9AD7}" type="slidenum">
              <a:rPr lang="en-US" altLang="en-US" sz="1200" smtClean="0">
                <a:ea typeface="Century Gothic" pitchFamily="34" charset="0"/>
                <a:cs typeface="Century Gothic" pitchFamily="34" charset="0"/>
              </a:rPr>
              <a:pPr>
                <a:spcBef>
                  <a:spcPct val="0"/>
                </a:spcBef>
                <a:buClrTx/>
                <a:buSzTx/>
                <a:buFontTx/>
                <a:buNone/>
              </a:pPr>
              <a:t>1</a:t>
            </a:fld>
            <a:endParaRPr lang="en-US" altLang="en-US" sz="1200" smtClean="0">
              <a:ea typeface="Century Gothic" pitchFamily="34" charset="0"/>
              <a:cs typeface="Century Gothic" pitchFamily="34" charset="0"/>
            </a:endParaRPr>
          </a:p>
        </p:txBody>
      </p:sp>
      <p:sp>
        <p:nvSpPr>
          <p:cNvPr id="3073" name="Rectangle 1"/>
          <p:cNvSpPr>
            <a:spLocks noGrp="1" noChangeArrowheads="1"/>
          </p:cNvSpPr>
          <p:nvPr>
            <p:ph type="title"/>
          </p:nvPr>
        </p:nvSpPr>
        <p:spPr>
          <a:xfrm>
            <a:off x="1403350" y="981075"/>
            <a:ext cx="6400800" cy="911225"/>
          </a:xfrm>
          <a:effectLst>
            <a:outerShdw blurRad="63500" dist="50799" dir="2021367" algn="ctr" rotWithShape="0">
              <a:schemeClr val="bg2">
                <a:alpha val="75000"/>
              </a:schemeClr>
            </a:outerShdw>
          </a:effectLst>
        </p:spPr>
        <p:txBody>
          <a:bodyPr rIns="31750" anchor="b"/>
          <a:lstStyle/>
          <a:p>
            <a:pPr indent="0" algn="ctr" eaLnBrk="1" hangingPunct="1">
              <a:defRPr/>
            </a:pPr>
            <a:r>
              <a:rPr lang="en-US" sz="4400" u="sng" dirty="0" smtClean="0">
                <a:sym typeface="Century Gothic" charset="0"/>
              </a:rPr>
              <a:t>Precision Teaching:</a:t>
            </a:r>
          </a:p>
        </p:txBody>
      </p:sp>
      <p:sp>
        <p:nvSpPr>
          <p:cNvPr id="2" name="Rectangle 2"/>
          <p:cNvSpPr>
            <a:spLocks noGrp="1" noChangeArrowheads="1"/>
          </p:cNvSpPr>
          <p:nvPr>
            <p:ph type="body" idx="1"/>
          </p:nvPr>
        </p:nvSpPr>
        <p:spPr>
          <a:xfrm>
            <a:off x="381000" y="1814513"/>
            <a:ext cx="7924800" cy="1974850"/>
          </a:xfrm>
        </p:spPr>
        <p:txBody>
          <a:bodyPr rIns="31750"/>
          <a:lstStyle/>
          <a:p>
            <a:pPr algn="ctr" eaLnBrk="1" hangingPunct="1">
              <a:buFont typeface="Century Gothic" pitchFamily="34" charset="0"/>
              <a:buNone/>
              <a:defRPr/>
            </a:pPr>
            <a:r>
              <a:rPr lang="en-US" altLang="en-US" sz="3200" dirty="0" smtClean="0">
                <a:effectLst>
                  <a:outerShdw blurRad="38100" dist="38100" dir="2700000" algn="tl">
                    <a:srgbClr val="C0C0C0"/>
                  </a:outerShdw>
                </a:effectLst>
              </a:rPr>
              <a:t>An Introduction</a:t>
            </a:r>
          </a:p>
          <a:p>
            <a:pPr algn="ctr" eaLnBrk="1" hangingPunct="1">
              <a:buFont typeface="Century Gothic" pitchFamily="34" charset="0"/>
              <a:buNone/>
              <a:defRPr/>
            </a:pPr>
            <a:endParaRPr lang="en-US" altLang="en-US" sz="1400" dirty="0" smtClean="0">
              <a:effectLst>
                <a:outerShdw blurRad="38100" dist="38100" dir="2700000" algn="tl">
                  <a:srgbClr val="C0C0C0"/>
                </a:outerShdw>
              </a:effectLst>
            </a:endParaRPr>
          </a:p>
          <a:p>
            <a:pPr algn="ctr" eaLnBrk="1" hangingPunct="1">
              <a:buFont typeface="Century Gothic" pitchFamily="34" charset="0"/>
              <a:buNone/>
              <a:defRPr/>
            </a:pPr>
            <a:endParaRPr lang="en-US" altLang="en-US" sz="2400" dirty="0" smtClean="0">
              <a:effectLst>
                <a:outerShdw blurRad="38100" dist="38100" dir="2700000" algn="tl">
                  <a:srgbClr val="C0C0C0"/>
                </a:outerShdw>
              </a:effectLst>
            </a:endParaRPr>
          </a:p>
          <a:p>
            <a:pPr algn="ctr" eaLnBrk="1" hangingPunct="1">
              <a:buFont typeface="Century Gothic" pitchFamily="34" charset="0"/>
              <a:buNone/>
              <a:defRPr/>
            </a:pPr>
            <a:r>
              <a:rPr lang="en-US" altLang="en-US" sz="2400" dirty="0" smtClean="0">
                <a:effectLst>
                  <a:outerShdw blurRad="38100" dist="38100" dir="2700000" algn="tl">
                    <a:srgbClr val="C0C0C0"/>
                  </a:outerShdw>
                </a:effectLst>
              </a:rPr>
              <a:t>Sharon McKenzie</a:t>
            </a:r>
          </a:p>
          <a:p>
            <a:pPr algn="ctr" eaLnBrk="1" hangingPunct="1">
              <a:buFont typeface="Century Gothic" pitchFamily="34" charset="0"/>
              <a:buNone/>
              <a:defRPr/>
            </a:pPr>
            <a:r>
              <a:rPr lang="en-US" altLang="en-US" sz="2400" dirty="0" smtClean="0">
                <a:effectLst>
                  <a:outerShdw blurRad="38100" dist="38100" dir="2700000" algn="tl">
                    <a:srgbClr val="C0C0C0"/>
                  </a:outerShdw>
                </a:effectLst>
              </a:rPr>
              <a:t>Trainee Educational Psychologist</a:t>
            </a:r>
          </a:p>
          <a:p>
            <a:pPr algn="ctr" eaLnBrk="1" hangingPunct="1">
              <a:buFont typeface="Century Gothic" pitchFamily="34" charset="0"/>
              <a:buNone/>
              <a:defRPr/>
            </a:pPr>
            <a:endParaRPr lang="en-US" altLang="en-US" sz="2400" dirty="0" smtClean="0">
              <a:effectLst>
                <a:outerShdw blurRad="38100" dist="38100" dir="2700000" algn="tl">
                  <a:srgbClr val="C0C0C0"/>
                </a:outerShdw>
              </a:effectLst>
            </a:endParaRPr>
          </a:p>
          <a:p>
            <a:pPr algn="ctr" eaLnBrk="1" hangingPunct="1">
              <a:buFont typeface="Century Gothic" pitchFamily="34" charset="0"/>
              <a:buNone/>
              <a:defRPr/>
            </a:pPr>
            <a:r>
              <a:rPr lang="en-US" altLang="en-US" sz="2400" dirty="0" smtClean="0">
                <a:effectLst>
                  <a:outerShdw blurRad="38100" dist="38100" dir="2700000" algn="tl">
                    <a:srgbClr val="C0C0C0"/>
                  </a:outerShdw>
                </a:effectLst>
              </a:rPr>
              <a:t>University of Southampton</a:t>
            </a:r>
          </a:p>
          <a:p>
            <a:pPr algn="ctr" eaLnBrk="1" hangingPunct="1">
              <a:buFont typeface="Century Gothic" pitchFamily="34" charset="0"/>
              <a:buNone/>
              <a:defRPr/>
            </a:pPr>
            <a:endParaRPr lang="en-US" altLang="en-US" sz="2400" dirty="0" smtClean="0">
              <a:effectLst>
                <a:outerShdw blurRad="38100" dist="38100" dir="2700000" algn="tl">
                  <a:srgbClr val="C0C0C0"/>
                </a:outerShdw>
              </a:effectLst>
            </a:endParaRPr>
          </a:p>
          <a:p>
            <a:pPr algn="ctr" eaLnBrk="1" hangingPunct="1">
              <a:buFont typeface="Century Gothic" pitchFamily="34" charset="0"/>
              <a:buNone/>
              <a:defRPr/>
            </a:pPr>
            <a:r>
              <a:rPr lang="en-US" altLang="en-US" sz="2400" dirty="0" smtClean="0">
                <a:effectLst>
                  <a:outerShdw blurRad="38100" dist="38100" dir="2700000" algn="tl">
                    <a:srgbClr val="C0C0C0"/>
                  </a:outerShdw>
                </a:effectLst>
              </a:rPr>
              <a:t>Tuesday 18</a:t>
            </a:r>
            <a:r>
              <a:rPr lang="en-US" altLang="en-US" sz="2400" baseline="30000" dirty="0" smtClean="0">
                <a:effectLst>
                  <a:outerShdw blurRad="38100" dist="38100" dir="2700000" algn="tl">
                    <a:srgbClr val="C0C0C0"/>
                  </a:outerShdw>
                </a:effectLst>
              </a:rPr>
              <a:t>h</a:t>
            </a:r>
            <a:r>
              <a:rPr lang="en-US" altLang="en-US" sz="2400" dirty="0" smtClean="0">
                <a:effectLst>
                  <a:outerShdw blurRad="38100" dist="38100" dir="2700000" algn="tl">
                    <a:srgbClr val="C0C0C0"/>
                  </a:outerShdw>
                </a:effectLst>
              </a:rPr>
              <a:t> November 2014</a:t>
            </a:r>
          </a:p>
          <a:p>
            <a:pPr algn="ctr" eaLnBrk="1" hangingPunct="1">
              <a:buFont typeface="Century Gothic" pitchFamily="34" charset="0"/>
              <a:buNone/>
              <a:defRPr/>
            </a:pPr>
            <a:endParaRPr lang="en-US" altLang="en-US" sz="2000" dirty="0" smtClean="0">
              <a:effectLst>
                <a:outerShdw blurRad="38100" dist="38100" dir="2700000" algn="tl">
                  <a:srgbClr val="C0C0C0"/>
                </a:outerShdw>
              </a:effectLst>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p:cNvSpPr>
            <a:spLocks noGrp="1" noChangeArrowheads="1"/>
          </p:cNvSpPr>
          <p:nvPr>
            <p:ph type="title"/>
          </p:nvPr>
        </p:nvSpPr>
        <p:spPr>
          <a:xfrm>
            <a:off x="1279525" y="0"/>
            <a:ext cx="7086600" cy="1417638"/>
          </a:xfrm>
        </p:spPr>
        <p:txBody>
          <a:bodyPr rIns="31750" anchor="b"/>
          <a:lstStyle/>
          <a:p>
            <a:pPr indent="0" eaLnBrk="1" hangingPunct="1"/>
            <a:r>
              <a:rPr lang="en-US" altLang="en-US" u="sng" dirty="0" smtClean="0"/>
              <a:t>Review of first session:</a:t>
            </a:r>
          </a:p>
        </p:txBody>
      </p:sp>
      <p:sp>
        <p:nvSpPr>
          <p:cNvPr id="4099" name="Rectangle 2"/>
          <p:cNvSpPr>
            <a:spLocks noGrp="1" noChangeArrowheads="1"/>
          </p:cNvSpPr>
          <p:nvPr>
            <p:ph type="body" idx="1"/>
          </p:nvPr>
        </p:nvSpPr>
        <p:spPr/>
        <p:txBody>
          <a:bodyPr rIns="31750"/>
          <a:lstStyle/>
          <a:p>
            <a:pPr marL="423863" indent="-384175" eaLnBrk="1" hangingPunct="1">
              <a:lnSpc>
                <a:spcPct val="90000"/>
              </a:lnSpc>
              <a:buNone/>
            </a:pPr>
            <a:r>
              <a:rPr lang="en-US" altLang="en-US" sz="2400" dirty="0" smtClean="0"/>
              <a:t>Session 1 of 3</a:t>
            </a:r>
          </a:p>
          <a:p>
            <a:pPr marL="722313" lvl="1" indent="-384175" eaLnBrk="1" hangingPunct="1">
              <a:lnSpc>
                <a:spcPct val="90000"/>
              </a:lnSpc>
              <a:buFont typeface="Wingdings" pitchFamily="2" charset="2"/>
              <a:buChar char="Ø"/>
            </a:pPr>
            <a:r>
              <a:rPr lang="en-US" altLang="en-US" sz="2000" dirty="0" smtClean="0"/>
              <a:t>What is Precision Teaching?</a:t>
            </a:r>
          </a:p>
          <a:p>
            <a:pPr marL="338138" lvl="1" indent="0" eaLnBrk="1" hangingPunct="1">
              <a:lnSpc>
                <a:spcPct val="90000"/>
              </a:lnSpc>
              <a:buNone/>
            </a:pPr>
            <a:endParaRPr lang="en-US" altLang="en-US" sz="2000" dirty="0" smtClean="0"/>
          </a:p>
          <a:p>
            <a:pPr marL="722313" lvl="1" indent="-384175" eaLnBrk="1" hangingPunct="1">
              <a:lnSpc>
                <a:spcPct val="90000"/>
              </a:lnSpc>
              <a:buFont typeface="Wingdings" pitchFamily="2" charset="2"/>
              <a:buChar char="Ø"/>
            </a:pPr>
            <a:r>
              <a:rPr lang="en-US" altLang="en-US" sz="2000" dirty="0" smtClean="0"/>
              <a:t>PT: The underlying theory</a:t>
            </a:r>
          </a:p>
          <a:p>
            <a:pPr marL="338138" lvl="1" indent="0" eaLnBrk="1" hangingPunct="1">
              <a:lnSpc>
                <a:spcPct val="90000"/>
              </a:lnSpc>
              <a:buNone/>
            </a:pPr>
            <a:endParaRPr lang="en-US" altLang="en-US" sz="2000" dirty="0" smtClean="0"/>
          </a:p>
          <a:p>
            <a:pPr marL="722313" lvl="1" indent="-384175" eaLnBrk="1" hangingPunct="1">
              <a:lnSpc>
                <a:spcPct val="90000"/>
              </a:lnSpc>
              <a:buFont typeface="Wingdings" pitchFamily="2" charset="2"/>
              <a:buChar char="Ø"/>
            </a:pPr>
            <a:r>
              <a:rPr lang="en-US" altLang="en-US" sz="2000" dirty="0" smtClean="0"/>
              <a:t>How do you do PT?</a:t>
            </a:r>
            <a:endParaRPr lang="en-US" altLang="en-US" sz="1600" dirty="0"/>
          </a:p>
          <a:p>
            <a:pPr lvl="2" indent="-342900" eaLnBrk="1" hangingPunct="1">
              <a:lnSpc>
                <a:spcPct val="90000"/>
              </a:lnSpc>
              <a:buFont typeface="Arial" panose="020B0604020202020204" pitchFamily="34" charset="0"/>
              <a:buChar char="•"/>
            </a:pPr>
            <a:r>
              <a:rPr lang="en-US" altLang="en-US" sz="1600" dirty="0" smtClean="0"/>
              <a:t>PART 1 -  TEACHING: Teaching the skill</a:t>
            </a:r>
          </a:p>
          <a:p>
            <a:pPr lvl="2" indent="-342900" eaLnBrk="1" hangingPunct="1">
              <a:lnSpc>
                <a:spcPct val="90000"/>
              </a:lnSpc>
              <a:buFont typeface="Arial" panose="020B0604020202020204" pitchFamily="34" charset="0"/>
              <a:buChar char="•"/>
            </a:pPr>
            <a:r>
              <a:rPr lang="en-US" altLang="en-US" sz="1600" dirty="0" smtClean="0"/>
              <a:t>PART 2 -  PROBING: Testing the skill</a:t>
            </a:r>
          </a:p>
          <a:p>
            <a:pPr marL="738188" lvl="2" indent="0" eaLnBrk="1" hangingPunct="1">
              <a:lnSpc>
                <a:spcPct val="90000"/>
              </a:lnSpc>
              <a:buNone/>
            </a:pPr>
            <a:endParaRPr lang="en-US" altLang="en-US" sz="1600" dirty="0" smtClean="0"/>
          </a:p>
          <a:p>
            <a:pPr marL="722313" lvl="1" indent="-384175" eaLnBrk="1" hangingPunct="1">
              <a:lnSpc>
                <a:spcPct val="90000"/>
              </a:lnSpc>
              <a:buFont typeface="Wingdings" pitchFamily="2" charset="2"/>
              <a:buChar char="Ø"/>
            </a:pPr>
            <a:r>
              <a:rPr lang="en-US" altLang="en-US" sz="2000" dirty="0" smtClean="0"/>
              <a:t>Goals between now and the next session</a:t>
            </a:r>
          </a:p>
          <a:p>
            <a:pPr lvl="2" indent="-342900" eaLnBrk="1" hangingPunct="1">
              <a:lnSpc>
                <a:spcPct val="90000"/>
              </a:lnSpc>
              <a:buFont typeface="Arial" panose="020B0604020202020204" pitchFamily="34" charset="0"/>
              <a:buChar char="•"/>
            </a:pPr>
            <a:r>
              <a:rPr lang="en-US" altLang="en-US" sz="1600" dirty="0" smtClean="0"/>
              <a:t>Identify a child and learning focus</a:t>
            </a:r>
          </a:p>
          <a:p>
            <a:pPr lvl="2" indent="-342900" eaLnBrk="1" hangingPunct="1">
              <a:lnSpc>
                <a:spcPct val="90000"/>
              </a:lnSpc>
              <a:buNone/>
            </a:pPr>
            <a:endParaRPr lang="en-US" altLang="en-US" sz="1600" dirty="0" smtClean="0"/>
          </a:p>
          <a:p>
            <a:pPr lvl="2" indent="-342900" eaLnBrk="1" hangingPunct="1">
              <a:lnSpc>
                <a:spcPct val="90000"/>
              </a:lnSpc>
              <a:buFont typeface="Arial" panose="020B0604020202020204" pitchFamily="34" charset="0"/>
              <a:buChar char="•"/>
            </a:pPr>
            <a:endParaRPr lang="en-US" altLang="en-US" sz="1600" dirty="0" smtClean="0"/>
          </a:p>
          <a:p>
            <a:pPr lvl="2" indent="-342900" eaLnBrk="1" hangingPunct="1">
              <a:lnSpc>
                <a:spcPct val="90000"/>
              </a:lnSpc>
              <a:buFont typeface="Arial" panose="020B0604020202020204" pitchFamily="34" charset="0"/>
              <a:buChar char="•"/>
            </a:pPr>
            <a:endParaRPr lang="en-US" altLang="en-US" sz="1600" dirty="0" smtClean="0"/>
          </a:p>
          <a:p>
            <a:pPr marL="338138" lvl="1" indent="0" eaLnBrk="1" hangingPunct="1">
              <a:lnSpc>
                <a:spcPct val="90000"/>
              </a:lnSpc>
              <a:buNone/>
            </a:pPr>
            <a:endParaRPr lang="en-US" altLang="en-US" sz="2000" dirty="0" smtClean="0"/>
          </a:p>
          <a:p>
            <a:pPr marL="722313" lvl="1" indent="-384175" eaLnBrk="1" hangingPunct="1">
              <a:lnSpc>
                <a:spcPct val="90000"/>
              </a:lnSpc>
              <a:buFont typeface="Wingdings" pitchFamily="2" charset="2"/>
              <a:buChar char="Ø"/>
            </a:pPr>
            <a:endParaRPr lang="en-US" altLang="en-US" sz="1600" dirty="0"/>
          </a:p>
          <a:p>
            <a:pPr marL="738188" lvl="2" indent="0" eaLnBrk="1" hangingPunct="1">
              <a:lnSpc>
                <a:spcPct val="90000"/>
              </a:lnSpc>
              <a:buNone/>
            </a:pPr>
            <a:endParaRPr lang="en-US" altLang="en-US" sz="1600" dirty="0"/>
          </a:p>
          <a:p>
            <a:pPr marL="738188" lvl="2" indent="0" eaLnBrk="1" hangingPunct="1">
              <a:lnSpc>
                <a:spcPct val="90000"/>
              </a:lnSpc>
              <a:buNone/>
            </a:pPr>
            <a:endParaRPr lang="en-US" altLang="en-US" sz="1600" dirty="0" smtClean="0"/>
          </a:p>
          <a:p>
            <a:pPr marL="738188" lvl="2" indent="0" eaLnBrk="1" hangingPunct="1">
              <a:lnSpc>
                <a:spcPct val="90000"/>
              </a:lnSpc>
              <a:buNone/>
            </a:pPr>
            <a:endParaRPr lang="en-US" altLang="en-US" sz="1600" dirty="0" smtClean="0"/>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p:cNvSpPr>
            <a:spLocks noGrp="1" noChangeArrowheads="1"/>
          </p:cNvSpPr>
          <p:nvPr>
            <p:ph type="title"/>
          </p:nvPr>
        </p:nvSpPr>
        <p:spPr>
          <a:xfrm>
            <a:off x="1279525" y="0"/>
            <a:ext cx="7086600" cy="1417638"/>
          </a:xfrm>
        </p:spPr>
        <p:txBody>
          <a:bodyPr rIns="31750" anchor="b"/>
          <a:lstStyle/>
          <a:p>
            <a:pPr indent="0" eaLnBrk="1" hangingPunct="1"/>
            <a:r>
              <a:rPr lang="en-US" altLang="en-US" u="sng" dirty="0" smtClean="0"/>
              <a:t>Aims for Today</a:t>
            </a:r>
          </a:p>
        </p:txBody>
      </p:sp>
      <p:sp>
        <p:nvSpPr>
          <p:cNvPr id="4099" name="Rectangle 2"/>
          <p:cNvSpPr>
            <a:spLocks noGrp="1" noChangeArrowheads="1"/>
          </p:cNvSpPr>
          <p:nvPr>
            <p:ph type="body" idx="1"/>
          </p:nvPr>
        </p:nvSpPr>
        <p:spPr/>
        <p:txBody>
          <a:bodyPr rIns="31750"/>
          <a:lstStyle/>
          <a:p>
            <a:pPr marL="423863" indent="-384175" eaLnBrk="1" hangingPunct="1">
              <a:lnSpc>
                <a:spcPct val="90000"/>
              </a:lnSpc>
              <a:buNone/>
            </a:pPr>
            <a:r>
              <a:rPr lang="en-US" altLang="en-US" sz="2400" dirty="0" smtClean="0"/>
              <a:t>Session 2 of 3</a:t>
            </a:r>
          </a:p>
          <a:p>
            <a:pPr marL="722313" lvl="1" indent="-384175" eaLnBrk="1" hangingPunct="1">
              <a:lnSpc>
                <a:spcPct val="90000"/>
              </a:lnSpc>
              <a:buFont typeface="Wingdings" pitchFamily="2" charset="2"/>
              <a:buChar char="Ø"/>
            </a:pPr>
            <a:r>
              <a:rPr lang="en-US" altLang="en-US" sz="2000" dirty="0" smtClean="0"/>
              <a:t>How do you do PT?</a:t>
            </a:r>
          </a:p>
          <a:p>
            <a:pPr lvl="2" indent="-342900" eaLnBrk="1" hangingPunct="1">
              <a:lnSpc>
                <a:spcPct val="90000"/>
              </a:lnSpc>
              <a:buFont typeface="Arial" panose="020B0604020202020204" pitchFamily="34" charset="0"/>
              <a:buChar char="•"/>
            </a:pPr>
            <a:r>
              <a:rPr lang="en-US" altLang="en-US" sz="1600" dirty="0" smtClean="0"/>
              <a:t>PART 3 -  CHARTING: Chart the results and discuss with the child</a:t>
            </a:r>
          </a:p>
          <a:p>
            <a:pPr lvl="2" indent="-342900" eaLnBrk="1" hangingPunct="1">
              <a:lnSpc>
                <a:spcPct val="90000"/>
              </a:lnSpc>
              <a:buFont typeface="Arial" panose="020B0604020202020204" pitchFamily="34" charset="0"/>
              <a:buChar char="•"/>
            </a:pPr>
            <a:r>
              <a:rPr lang="en-US" altLang="en-US" sz="1600" dirty="0" smtClean="0"/>
              <a:t>PART 4 -  MONITORING: Review and adapt the programme as needed</a:t>
            </a:r>
            <a:endParaRPr lang="en-US" altLang="en-US" dirty="0" smtClean="0"/>
          </a:p>
          <a:p>
            <a:pPr marL="722313" lvl="1" indent="-384175" eaLnBrk="1" hangingPunct="1">
              <a:lnSpc>
                <a:spcPct val="90000"/>
              </a:lnSpc>
              <a:buFont typeface="Wingdings" pitchFamily="2" charset="2"/>
              <a:buChar char="Ø"/>
            </a:pPr>
            <a:endParaRPr lang="en-US" altLang="en-US" sz="2000" dirty="0" smtClean="0"/>
          </a:p>
          <a:p>
            <a:pPr marL="722313" lvl="1" indent="-384175" eaLnBrk="1" hangingPunct="1">
              <a:lnSpc>
                <a:spcPct val="90000"/>
              </a:lnSpc>
              <a:buFont typeface="Wingdings" pitchFamily="2" charset="2"/>
              <a:buChar char="Ø"/>
            </a:pPr>
            <a:r>
              <a:rPr lang="en-US" altLang="en-US" sz="2000" dirty="0" smtClean="0"/>
              <a:t>Goals between now and the next session</a:t>
            </a:r>
          </a:p>
          <a:p>
            <a:pPr lvl="2" indent="-342900" eaLnBrk="1" hangingPunct="1">
              <a:lnSpc>
                <a:spcPct val="90000"/>
              </a:lnSpc>
              <a:buFont typeface="Arial" panose="020B0604020202020204" pitchFamily="34" charset="0"/>
              <a:buChar char="•"/>
            </a:pPr>
            <a:r>
              <a:rPr lang="en-US" altLang="en-US" sz="1600" dirty="0" smtClean="0"/>
              <a:t>Create an appropriate probe sheet using PT website</a:t>
            </a:r>
          </a:p>
          <a:p>
            <a:pPr lvl="2" indent="-342900" eaLnBrk="1" hangingPunct="1">
              <a:lnSpc>
                <a:spcPct val="90000"/>
              </a:lnSpc>
              <a:buFont typeface="Arial" panose="020B0604020202020204" pitchFamily="34" charset="0"/>
              <a:buChar char="•"/>
            </a:pPr>
            <a:r>
              <a:rPr lang="en-US" altLang="en-US" sz="1600" dirty="0" smtClean="0"/>
              <a:t>Have a go with your identified child! – </a:t>
            </a:r>
          </a:p>
          <a:p>
            <a:pPr lvl="2" indent="-342900" eaLnBrk="1" hangingPunct="1">
              <a:lnSpc>
                <a:spcPct val="90000"/>
              </a:lnSpc>
              <a:buNone/>
            </a:pPr>
            <a:r>
              <a:rPr lang="en-US" altLang="en-US" sz="1600" dirty="0" smtClean="0"/>
              <a:t>	Teach – probe – chart – monitor </a:t>
            </a:r>
            <a:endParaRPr lang="en-US" altLang="en-US" sz="1400" dirty="0" smtClean="0"/>
          </a:p>
          <a:p>
            <a:pPr marL="722313" lvl="1" indent="-384175" eaLnBrk="1" hangingPunct="1">
              <a:lnSpc>
                <a:spcPct val="90000"/>
              </a:lnSpc>
              <a:buFont typeface="Wingdings" pitchFamily="2" charset="2"/>
              <a:buChar char="Ø"/>
            </a:pPr>
            <a:endParaRPr lang="en-US" altLang="en-US" sz="2000" dirty="0" smtClean="0"/>
          </a:p>
          <a:p>
            <a:pPr marL="722313" lvl="1" indent="-384175" eaLnBrk="1" hangingPunct="1">
              <a:lnSpc>
                <a:spcPct val="90000"/>
              </a:lnSpc>
              <a:buFont typeface="Wingdings" pitchFamily="2" charset="2"/>
              <a:buChar char="Ø"/>
            </a:pPr>
            <a:r>
              <a:rPr lang="en-US" altLang="en-US" sz="2000" dirty="0" smtClean="0"/>
              <a:t>Evaluations on the training</a:t>
            </a:r>
          </a:p>
          <a:p>
            <a:pPr marL="722313" lvl="1" indent="-384175" eaLnBrk="1" hangingPunct="1">
              <a:lnSpc>
                <a:spcPct val="90000"/>
              </a:lnSpc>
              <a:buFont typeface="Wingdings" pitchFamily="2" charset="2"/>
              <a:buChar char="Ø"/>
            </a:pPr>
            <a:endParaRPr lang="en-US" altLang="en-US" sz="2000" dirty="0" smtClean="0"/>
          </a:p>
          <a:p>
            <a:pPr marL="738188" lvl="2" indent="0" eaLnBrk="1" hangingPunct="1">
              <a:lnSpc>
                <a:spcPct val="90000"/>
              </a:lnSpc>
              <a:buNone/>
            </a:pPr>
            <a:endParaRPr lang="en-US" altLang="en-US" sz="1600" dirty="0" smtClean="0"/>
          </a:p>
          <a:p>
            <a:pPr marL="738188" lvl="2" indent="0" eaLnBrk="1" hangingPunct="1">
              <a:lnSpc>
                <a:spcPct val="90000"/>
              </a:lnSpc>
              <a:buNone/>
            </a:pPr>
            <a:endParaRPr lang="en-US" altLang="en-US" sz="1600" dirty="0" smtClean="0"/>
          </a:p>
          <a:p>
            <a:pPr marL="738188" lvl="2" indent="0" eaLnBrk="1" hangingPunct="1">
              <a:lnSpc>
                <a:spcPct val="90000"/>
              </a:lnSpc>
              <a:buNone/>
            </a:pPr>
            <a:endParaRPr lang="en-US" altLang="en-US" sz="1600" dirty="0"/>
          </a:p>
          <a:p>
            <a:pPr marL="722313" lvl="1" indent="-384175" eaLnBrk="1" hangingPunct="1">
              <a:lnSpc>
                <a:spcPct val="90000"/>
              </a:lnSpc>
              <a:buFont typeface="Wingdings" pitchFamily="2" charset="2"/>
              <a:buChar char="Ø"/>
            </a:pPr>
            <a:endParaRPr lang="en-US" altLang="en-US" sz="2000" dirty="0" smtClean="0"/>
          </a:p>
          <a:p>
            <a:pPr marL="722313" lvl="1" indent="-384175" eaLnBrk="1" hangingPunct="1">
              <a:lnSpc>
                <a:spcPct val="90000"/>
              </a:lnSpc>
              <a:buFont typeface="Wingdings" pitchFamily="2" charset="2"/>
              <a:buChar char="Ø"/>
            </a:pPr>
            <a:endParaRPr lang="en-US" altLang="en-US" sz="2000" dirty="0" smtClean="0"/>
          </a:p>
          <a:p>
            <a:pPr marL="338138" lvl="1" indent="0" eaLnBrk="1" hangingPunct="1">
              <a:lnSpc>
                <a:spcPct val="90000"/>
              </a:lnSpc>
              <a:buNone/>
            </a:pPr>
            <a:endParaRPr lang="en-US" altLang="en-US" sz="2000" dirty="0" smtClean="0"/>
          </a:p>
          <a:p>
            <a:pPr lvl="2" indent="-342900" eaLnBrk="1" hangingPunct="1">
              <a:lnSpc>
                <a:spcPct val="90000"/>
              </a:lnSpc>
              <a:buFont typeface="Arial" panose="020B0604020202020204" pitchFamily="34" charset="0"/>
              <a:buChar char="•"/>
            </a:pPr>
            <a:endParaRPr lang="en-US" altLang="en-US" sz="1600" dirty="0"/>
          </a:p>
          <a:p>
            <a:pPr marL="738188" lvl="2" indent="0" eaLnBrk="1" hangingPunct="1">
              <a:lnSpc>
                <a:spcPct val="90000"/>
              </a:lnSpc>
              <a:buNone/>
            </a:pPr>
            <a:endParaRPr lang="en-US" altLang="en-US" sz="1600" dirty="0" smtClean="0"/>
          </a:p>
          <a:p>
            <a:pPr marL="738188" lvl="2" indent="0" eaLnBrk="1" hangingPunct="1">
              <a:lnSpc>
                <a:spcPct val="90000"/>
              </a:lnSpc>
              <a:buNone/>
            </a:pPr>
            <a:endParaRPr lang="en-US" altLang="en-US" sz="1600" dirty="0" smtClean="0"/>
          </a:p>
        </p:txBody>
      </p:sp>
    </p:spTree>
    <p:extLst>
      <p:ext uri="{BB962C8B-B14F-4D97-AF65-F5344CB8AC3E}">
        <p14:creationId xmlns:p14="http://schemas.microsoft.com/office/powerpoint/2010/main" val="1835301978"/>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p:cNvSpPr>
            <a:spLocks noGrp="1" noChangeArrowheads="1"/>
          </p:cNvSpPr>
          <p:nvPr>
            <p:ph type="title"/>
          </p:nvPr>
        </p:nvSpPr>
        <p:spPr>
          <a:xfrm>
            <a:off x="1279525" y="0"/>
            <a:ext cx="7086600" cy="1417638"/>
          </a:xfrm>
        </p:spPr>
        <p:txBody>
          <a:bodyPr rIns="31750" anchor="b"/>
          <a:lstStyle/>
          <a:p>
            <a:pPr indent="0" eaLnBrk="1" hangingPunct="1"/>
            <a:r>
              <a:rPr lang="en-US" altLang="en-US" u="sng" dirty="0" smtClean="0"/>
              <a:t>Preview of next sessions</a:t>
            </a:r>
          </a:p>
        </p:txBody>
      </p:sp>
      <p:sp>
        <p:nvSpPr>
          <p:cNvPr id="4099" name="Rectangle 2"/>
          <p:cNvSpPr>
            <a:spLocks noGrp="1" noChangeArrowheads="1"/>
          </p:cNvSpPr>
          <p:nvPr>
            <p:ph type="body" idx="1"/>
          </p:nvPr>
        </p:nvSpPr>
        <p:spPr/>
        <p:txBody>
          <a:bodyPr rIns="31750"/>
          <a:lstStyle/>
          <a:p>
            <a:pPr marL="423863" indent="-384175" eaLnBrk="1" hangingPunct="1">
              <a:lnSpc>
                <a:spcPct val="90000"/>
              </a:lnSpc>
              <a:buNone/>
            </a:pPr>
            <a:r>
              <a:rPr lang="en-US" altLang="en-US" sz="2400" dirty="0" smtClean="0"/>
              <a:t>Session 3 of 3</a:t>
            </a:r>
          </a:p>
          <a:p>
            <a:pPr marL="423863" indent="-384175" eaLnBrk="1" hangingPunct="1">
              <a:lnSpc>
                <a:spcPct val="90000"/>
              </a:lnSpc>
              <a:buNone/>
            </a:pPr>
            <a:endParaRPr lang="en-US" altLang="en-US" sz="2000" dirty="0" smtClean="0"/>
          </a:p>
          <a:p>
            <a:pPr marL="722313" lvl="1" indent="-384175" eaLnBrk="1" hangingPunct="1">
              <a:lnSpc>
                <a:spcPct val="90000"/>
              </a:lnSpc>
              <a:buFont typeface="Wingdings" pitchFamily="2" charset="2"/>
              <a:buChar char="Ø"/>
            </a:pPr>
            <a:r>
              <a:rPr lang="en-US" altLang="en-US" sz="2000" dirty="0" smtClean="0"/>
              <a:t>Peer supervision – sharing experiences, challenges and tips</a:t>
            </a:r>
          </a:p>
          <a:p>
            <a:pPr marL="338138" lvl="1" indent="0" eaLnBrk="1" hangingPunct="1">
              <a:lnSpc>
                <a:spcPct val="90000"/>
              </a:lnSpc>
              <a:buNone/>
            </a:pPr>
            <a:endParaRPr lang="en-US" altLang="en-US" sz="2000" dirty="0" smtClean="0"/>
          </a:p>
          <a:p>
            <a:pPr marL="722313" lvl="1" indent="-384175" eaLnBrk="1" hangingPunct="1">
              <a:lnSpc>
                <a:spcPct val="90000"/>
              </a:lnSpc>
              <a:buFont typeface="Wingdings" pitchFamily="2" charset="2"/>
              <a:buChar char="Ø"/>
            </a:pPr>
            <a:r>
              <a:rPr lang="en-US" altLang="en-US" sz="2000" dirty="0" smtClean="0"/>
              <a:t>Reflective discussions</a:t>
            </a:r>
          </a:p>
          <a:p>
            <a:pPr marL="1122363" lvl="2" indent="-384175" eaLnBrk="1" hangingPunct="1">
              <a:lnSpc>
                <a:spcPct val="90000"/>
              </a:lnSpc>
              <a:buFont typeface="Wingdings" pitchFamily="2" charset="2"/>
              <a:buChar char="Ø"/>
            </a:pPr>
            <a:r>
              <a:rPr lang="en-US" altLang="en-US" sz="1600" dirty="0"/>
              <a:t>How confident are we feeling about implementing </a:t>
            </a:r>
            <a:r>
              <a:rPr lang="en-US" altLang="en-US" sz="1600" dirty="0" smtClean="0"/>
              <a:t>PT independently?</a:t>
            </a:r>
            <a:endParaRPr lang="en-US" altLang="en-US" sz="1600" dirty="0"/>
          </a:p>
          <a:p>
            <a:pPr marL="738188" lvl="2" indent="0" eaLnBrk="1" hangingPunct="1">
              <a:lnSpc>
                <a:spcPct val="90000"/>
              </a:lnSpc>
              <a:buNone/>
            </a:pPr>
            <a:endParaRPr lang="en-US" altLang="en-US" sz="1600" dirty="0"/>
          </a:p>
          <a:p>
            <a:pPr marL="1122363" lvl="2" indent="-384175" eaLnBrk="1" hangingPunct="1">
              <a:lnSpc>
                <a:spcPct val="90000"/>
              </a:lnSpc>
              <a:buFont typeface="Wingdings" pitchFamily="2" charset="2"/>
              <a:buChar char="Ø"/>
            </a:pPr>
            <a:r>
              <a:rPr lang="en-US" altLang="en-US" sz="1600" dirty="0"/>
              <a:t>Our views on PT:</a:t>
            </a:r>
          </a:p>
          <a:p>
            <a:pPr marL="1481138" lvl="3" indent="-285750" eaLnBrk="1" hangingPunct="1">
              <a:lnSpc>
                <a:spcPct val="90000"/>
              </a:lnSpc>
              <a:buFont typeface="Arial" panose="020B0604020202020204" pitchFamily="34" charset="0"/>
              <a:buChar char="•"/>
            </a:pPr>
            <a:r>
              <a:rPr lang="en-US" altLang="en-US" sz="1400" dirty="0"/>
              <a:t>Academic </a:t>
            </a:r>
            <a:r>
              <a:rPr lang="en-US" altLang="en-US" sz="1400" dirty="0" smtClean="0"/>
              <a:t>impact</a:t>
            </a:r>
            <a:endParaRPr lang="en-US" altLang="en-US" sz="1400" dirty="0"/>
          </a:p>
          <a:p>
            <a:pPr marL="1481138" lvl="3" indent="-285750" eaLnBrk="1" hangingPunct="1">
              <a:lnSpc>
                <a:spcPct val="90000"/>
              </a:lnSpc>
              <a:buFont typeface="Arial" panose="020B0604020202020204" pitchFamily="34" charset="0"/>
              <a:buChar char="•"/>
            </a:pPr>
            <a:r>
              <a:rPr lang="en-US" altLang="en-US" sz="1400" dirty="0" smtClean="0"/>
              <a:t>Emotional/motivational impact</a:t>
            </a:r>
            <a:endParaRPr lang="en-US" altLang="en-US" sz="1400" dirty="0"/>
          </a:p>
          <a:p>
            <a:pPr marL="722313" lvl="1" indent="-384175" eaLnBrk="1" hangingPunct="1">
              <a:lnSpc>
                <a:spcPct val="90000"/>
              </a:lnSpc>
              <a:buFont typeface="Wingdings" pitchFamily="2" charset="2"/>
              <a:buChar char="Ø"/>
            </a:pPr>
            <a:endParaRPr lang="en-US" altLang="en-US" sz="2000" dirty="0" smtClean="0"/>
          </a:p>
          <a:p>
            <a:pPr marL="722313" lvl="1" indent="-384175" eaLnBrk="1" hangingPunct="1">
              <a:lnSpc>
                <a:spcPct val="90000"/>
              </a:lnSpc>
              <a:buFont typeface="Wingdings" pitchFamily="2" charset="2"/>
              <a:buChar char="Ø"/>
            </a:pPr>
            <a:r>
              <a:rPr lang="en-US" altLang="en-US" sz="2000" dirty="0" smtClean="0"/>
              <a:t>Evaluations on above</a:t>
            </a:r>
          </a:p>
          <a:p>
            <a:pPr marL="338138" lvl="1" indent="0" eaLnBrk="1" hangingPunct="1">
              <a:lnSpc>
                <a:spcPct val="90000"/>
              </a:lnSpc>
              <a:buNone/>
            </a:pPr>
            <a:endParaRPr lang="en-US" altLang="en-US" sz="2000" dirty="0" smtClean="0"/>
          </a:p>
          <a:p>
            <a:pPr marL="738188" lvl="2" indent="0" eaLnBrk="1" hangingPunct="1">
              <a:lnSpc>
                <a:spcPct val="90000"/>
              </a:lnSpc>
              <a:buNone/>
            </a:pPr>
            <a:endParaRPr lang="en-US" altLang="en-US" sz="1600" dirty="0" smtClean="0"/>
          </a:p>
          <a:p>
            <a:pPr marL="738188" lvl="2" indent="0" eaLnBrk="1" hangingPunct="1">
              <a:lnSpc>
                <a:spcPct val="90000"/>
              </a:lnSpc>
              <a:buNone/>
            </a:pPr>
            <a:endParaRPr lang="en-US" altLang="en-US" sz="1600" dirty="0" smtClean="0"/>
          </a:p>
          <a:p>
            <a:pPr marL="738188" lvl="2" indent="0" eaLnBrk="1" hangingPunct="1">
              <a:lnSpc>
                <a:spcPct val="90000"/>
              </a:lnSpc>
              <a:buNone/>
            </a:pPr>
            <a:endParaRPr lang="en-US" altLang="en-US" sz="1600" dirty="0" smtClean="0"/>
          </a:p>
          <a:p>
            <a:pPr marL="738188" lvl="2" indent="0" eaLnBrk="1" hangingPunct="1">
              <a:lnSpc>
                <a:spcPct val="90000"/>
              </a:lnSpc>
              <a:buNone/>
            </a:pPr>
            <a:endParaRPr lang="en-US" altLang="en-US" sz="1600" dirty="0"/>
          </a:p>
          <a:p>
            <a:pPr marL="722313" lvl="1" indent="-384175" eaLnBrk="1" hangingPunct="1">
              <a:lnSpc>
                <a:spcPct val="90000"/>
              </a:lnSpc>
              <a:buFont typeface="Wingdings" pitchFamily="2" charset="2"/>
              <a:buChar char="Ø"/>
            </a:pPr>
            <a:endParaRPr lang="en-US" altLang="en-US" sz="2000" dirty="0" smtClean="0"/>
          </a:p>
          <a:p>
            <a:pPr marL="722313" lvl="1" indent="-384175" eaLnBrk="1" hangingPunct="1">
              <a:lnSpc>
                <a:spcPct val="90000"/>
              </a:lnSpc>
              <a:buFont typeface="Wingdings" pitchFamily="2" charset="2"/>
              <a:buChar char="Ø"/>
            </a:pPr>
            <a:endParaRPr lang="en-US" altLang="en-US" sz="2000" dirty="0" smtClean="0"/>
          </a:p>
          <a:p>
            <a:pPr marL="338138" lvl="1" indent="0" eaLnBrk="1" hangingPunct="1">
              <a:lnSpc>
                <a:spcPct val="90000"/>
              </a:lnSpc>
              <a:buNone/>
            </a:pPr>
            <a:endParaRPr lang="en-US" altLang="en-US" sz="2000" dirty="0" smtClean="0"/>
          </a:p>
          <a:p>
            <a:pPr lvl="2" indent="-342900" eaLnBrk="1" hangingPunct="1">
              <a:lnSpc>
                <a:spcPct val="90000"/>
              </a:lnSpc>
              <a:buFont typeface="Arial" panose="020B0604020202020204" pitchFamily="34" charset="0"/>
              <a:buChar char="•"/>
            </a:pPr>
            <a:endParaRPr lang="en-US" altLang="en-US" sz="1600" dirty="0"/>
          </a:p>
          <a:p>
            <a:pPr marL="738188" lvl="2" indent="0" eaLnBrk="1" hangingPunct="1">
              <a:lnSpc>
                <a:spcPct val="90000"/>
              </a:lnSpc>
              <a:buNone/>
            </a:pPr>
            <a:endParaRPr lang="en-US" altLang="en-US" sz="1600" dirty="0" smtClean="0"/>
          </a:p>
          <a:p>
            <a:pPr marL="738188" lvl="2" indent="0" eaLnBrk="1" hangingPunct="1">
              <a:lnSpc>
                <a:spcPct val="90000"/>
              </a:lnSpc>
              <a:buNone/>
            </a:pPr>
            <a:endParaRPr lang="en-US" altLang="en-US" sz="1600" dirty="0" smtClean="0"/>
          </a:p>
        </p:txBody>
      </p:sp>
    </p:spTree>
    <p:extLst>
      <p:ext uri="{BB962C8B-B14F-4D97-AF65-F5344CB8AC3E}">
        <p14:creationId xmlns:p14="http://schemas.microsoft.com/office/powerpoint/2010/main" val="1940004474"/>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
          <p:cNvSpPr>
            <a:spLocks noGrp="1" noChangeArrowheads="1"/>
          </p:cNvSpPr>
          <p:nvPr>
            <p:ph type="title" idx="4294967295"/>
          </p:nvPr>
        </p:nvSpPr>
        <p:spPr>
          <a:xfrm>
            <a:off x="1187450" y="1052513"/>
            <a:ext cx="7086600" cy="731837"/>
          </a:xfrm>
        </p:spPr>
        <p:txBody>
          <a:bodyPr rIns="31750" anchor="b"/>
          <a:lstStyle/>
          <a:p>
            <a:pPr indent="0" eaLnBrk="1" hangingPunct="1"/>
            <a:r>
              <a:rPr lang="en-US" altLang="en-US" u="sng" smtClean="0"/>
              <a:t>PT Probe Generator</a:t>
            </a:r>
          </a:p>
        </p:txBody>
      </p:sp>
      <p:sp>
        <p:nvSpPr>
          <p:cNvPr id="20483" name="Rectangle 2"/>
          <p:cNvSpPr>
            <a:spLocks noGrp="1" noChangeArrowheads="1"/>
          </p:cNvSpPr>
          <p:nvPr>
            <p:ph type="body" idx="4294967295"/>
          </p:nvPr>
        </p:nvSpPr>
        <p:spPr>
          <a:xfrm>
            <a:off x="1187450" y="1196975"/>
            <a:ext cx="7416800" cy="4525963"/>
          </a:xfrm>
        </p:spPr>
        <p:txBody>
          <a:bodyPr rIns="31750"/>
          <a:lstStyle/>
          <a:p>
            <a:pPr marL="423863" indent="-384175" eaLnBrk="1" hangingPunct="1"/>
            <a:endParaRPr lang="en-US" altLang="en-US" dirty="0" smtClean="0"/>
          </a:p>
          <a:p>
            <a:pPr marL="423863" indent="-384175" eaLnBrk="1" hangingPunct="1"/>
            <a:endParaRPr lang="en-US" altLang="en-US" dirty="0" smtClean="0"/>
          </a:p>
          <a:p>
            <a:pPr marL="423863" indent="-384175" eaLnBrk="1" hangingPunct="1"/>
            <a:endParaRPr lang="en-US" altLang="en-US" dirty="0" smtClean="0"/>
          </a:p>
          <a:p>
            <a:pPr marL="423863" indent="-384175" eaLnBrk="1" hangingPunct="1">
              <a:buFont typeface="Century Gothic" pitchFamily="34" charset="0"/>
              <a:buNone/>
            </a:pPr>
            <a:r>
              <a:rPr lang="en-US" altLang="en-US" u="sng" dirty="0" smtClean="0">
                <a:solidFill>
                  <a:srgbClr val="009999"/>
                </a:solidFill>
                <a:hlinkClick r:id="rId3"/>
              </a:rPr>
              <a:t>http://johnandgwyn.co.uk/probe.html</a:t>
            </a:r>
            <a:r>
              <a:rPr lang="en-US" altLang="en-US" dirty="0" smtClean="0"/>
              <a:t> </a:t>
            </a:r>
          </a:p>
          <a:p>
            <a:pPr marL="423863" indent="-384175" eaLnBrk="1" hangingPunct="1">
              <a:buFont typeface="Century Gothic" pitchFamily="34" charset="0"/>
              <a:buNone/>
            </a:pPr>
            <a:endParaRPr lang="en-US" altLang="en-US" dirty="0" smtClean="0"/>
          </a:p>
          <a:p>
            <a:pPr marL="423863" indent="-384175" eaLnBrk="1" hangingPunct="1">
              <a:buFont typeface="Century Gothic" pitchFamily="34" charset="0"/>
              <a:buNone/>
            </a:pPr>
            <a:endParaRPr lang="en-US" altLang="en-US" dirty="0" smtClean="0"/>
          </a:p>
          <a:p>
            <a:pPr marL="423863" indent="-384175" eaLnBrk="1" hangingPunct="1">
              <a:buFont typeface="Century Gothic" pitchFamily="34" charset="0"/>
              <a:buNone/>
            </a:pPr>
            <a:endParaRPr lang="en-US" altLang="en-US" dirty="0" smtClean="0"/>
          </a:p>
          <a:p>
            <a:pPr marL="423863" indent="-384175" algn="ctr" eaLnBrk="1" hangingPunct="1">
              <a:buFont typeface="Century Gothic" pitchFamily="34" charset="0"/>
              <a:buNone/>
            </a:pPr>
            <a:endParaRPr lang="en-US" altLang="en-US" dirty="0" smtClean="0"/>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1"/>
          <p:cNvSpPr>
            <a:spLocks noGrp="1" noChangeArrowheads="1"/>
          </p:cNvSpPr>
          <p:nvPr>
            <p:ph type="body" idx="1"/>
          </p:nvPr>
        </p:nvSpPr>
        <p:spPr>
          <a:xfrm>
            <a:off x="1279525" y="1447800"/>
            <a:ext cx="5257800" cy="4864100"/>
          </a:xfrm>
        </p:spPr>
        <p:txBody>
          <a:bodyPr rIns="31750"/>
          <a:lstStyle/>
          <a:p>
            <a:pPr marL="423863" indent="-384175" eaLnBrk="1" hangingPunct="1">
              <a:lnSpc>
                <a:spcPct val="90000"/>
              </a:lnSpc>
              <a:buFont typeface="Century Gothic" pitchFamily="34" charset="0"/>
              <a:buNone/>
            </a:pPr>
            <a:r>
              <a:rPr lang="en-US" altLang="en-US" sz="2400" dirty="0" smtClean="0"/>
              <a:t>Step 3: Charting </a:t>
            </a:r>
          </a:p>
          <a:p>
            <a:pPr marL="423863" indent="-384175" eaLnBrk="1" hangingPunct="1">
              <a:lnSpc>
                <a:spcPct val="90000"/>
              </a:lnSpc>
              <a:buFont typeface="Century Gothic" pitchFamily="34" charset="0"/>
              <a:buNone/>
            </a:pPr>
            <a:r>
              <a:rPr lang="en-US" altLang="en-US" sz="2400" dirty="0" smtClean="0"/>
              <a:t>(For completion with the child)</a:t>
            </a:r>
          </a:p>
          <a:p>
            <a:pPr marL="423863" indent="-384175" eaLnBrk="1" hangingPunct="1">
              <a:lnSpc>
                <a:spcPct val="90000"/>
              </a:lnSpc>
              <a:buNone/>
            </a:pPr>
            <a:endParaRPr lang="en-US" altLang="en-US" sz="1800" dirty="0" smtClean="0"/>
          </a:p>
          <a:p>
            <a:pPr marL="423863" indent="-384175" eaLnBrk="1" hangingPunct="1">
              <a:lnSpc>
                <a:spcPct val="90000"/>
              </a:lnSpc>
              <a:buNone/>
            </a:pPr>
            <a:endParaRPr lang="en-US" altLang="en-US" sz="1800" dirty="0" smtClean="0"/>
          </a:p>
          <a:p>
            <a:pPr marL="423863" indent="-384175" eaLnBrk="1" hangingPunct="1">
              <a:lnSpc>
                <a:spcPct val="90000"/>
              </a:lnSpc>
              <a:buFont typeface="Wingdings" pitchFamily="2" charset="2"/>
              <a:buChar char="q"/>
            </a:pPr>
            <a:r>
              <a:rPr lang="en-US" altLang="en-US" sz="1800" dirty="0" smtClean="0"/>
              <a:t>Following a one minute probe…….</a:t>
            </a:r>
          </a:p>
          <a:p>
            <a:pPr marL="423863" indent="-384175" eaLnBrk="1" hangingPunct="1">
              <a:lnSpc>
                <a:spcPct val="90000"/>
              </a:lnSpc>
              <a:buFont typeface="Wingdings" pitchFamily="2" charset="2"/>
              <a:buChar char="q"/>
            </a:pPr>
            <a:endParaRPr lang="en-US" altLang="en-US" sz="1800" dirty="0" smtClean="0"/>
          </a:p>
          <a:p>
            <a:pPr marL="423863" indent="-384175" eaLnBrk="1" hangingPunct="1">
              <a:lnSpc>
                <a:spcPct val="90000"/>
              </a:lnSpc>
              <a:buFont typeface="Wingdings" pitchFamily="2" charset="2"/>
              <a:buChar char="q"/>
            </a:pPr>
            <a:r>
              <a:rPr lang="en-US" altLang="en-US" sz="1800" dirty="0" smtClean="0"/>
              <a:t>Date it!</a:t>
            </a:r>
          </a:p>
          <a:p>
            <a:pPr marL="423863" indent="-384175" eaLnBrk="1" hangingPunct="1">
              <a:lnSpc>
                <a:spcPct val="90000"/>
              </a:lnSpc>
              <a:buFont typeface="Wingdings" pitchFamily="2" charset="2"/>
              <a:buChar char="q"/>
            </a:pPr>
            <a:endParaRPr lang="en-US" altLang="en-US" sz="1800" dirty="0" smtClean="0"/>
          </a:p>
          <a:p>
            <a:pPr marL="423863" indent="-384175" eaLnBrk="1" hangingPunct="1">
              <a:lnSpc>
                <a:spcPct val="90000"/>
              </a:lnSpc>
              <a:buFont typeface="Wingdings" pitchFamily="2" charset="2"/>
              <a:buChar char="q"/>
            </a:pPr>
            <a:r>
              <a:rPr lang="en-US" altLang="en-US" sz="1800" dirty="0" smtClean="0"/>
              <a:t>Record number correct and incorrect responses</a:t>
            </a:r>
          </a:p>
          <a:p>
            <a:pPr marL="423863" indent="-384175" eaLnBrk="1" hangingPunct="1">
              <a:lnSpc>
                <a:spcPct val="90000"/>
              </a:lnSpc>
              <a:buFont typeface="Wingdings" pitchFamily="2" charset="2"/>
              <a:buChar char="q"/>
            </a:pPr>
            <a:endParaRPr lang="en-US" altLang="en-US" sz="1800" dirty="0" smtClean="0"/>
          </a:p>
          <a:p>
            <a:pPr marL="423863" indent="-384175" eaLnBrk="1" hangingPunct="1">
              <a:lnSpc>
                <a:spcPct val="90000"/>
              </a:lnSpc>
              <a:buFont typeface="Wingdings" pitchFamily="2" charset="2"/>
              <a:buChar char="q"/>
            </a:pPr>
            <a:r>
              <a:rPr lang="en-US" altLang="en-US" sz="1800" dirty="0" smtClean="0"/>
              <a:t>Now ready to chart the data!</a:t>
            </a:r>
          </a:p>
          <a:p>
            <a:pPr marL="423863" indent="-384175" eaLnBrk="1" hangingPunct="1">
              <a:lnSpc>
                <a:spcPct val="90000"/>
              </a:lnSpc>
              <a:buFont typeface="Wingdings" pitchFamily="2" charset="2"/>
              <a:buChar char="q"/>
            </a:pPr>
            <a:endParaRPr lang="en-US" altLang="en-US" sz="1800" dirty="0" smtClean="0"/>
          </a:p>
          <a:p>
            <a:pPr marL="423863" indent="-384175" eaLnBrk="1" hangingPunct="1">
              <a:lnSpc>
                <a:spcPct val="90000"/>
              </a:lnSpc>
              <a:buFont typeface="Wingdings" pitchFamily="2" charset="2"/>
              <a:buChar char="q"/>
            </a:pPr>
            <a:endParaRPr lang="en-US" altLang="en-US" sz="1800" dirty="0" smtClean="0"/>
          </a:p>
          <a:p>
            <a:pPr marL="423863" indent="-384175" eaLnBrk="1" hangingPunct="1">
              <a:lnSpc>
                <a:spcPct val="90000"/>
              </a:lnSpc>
              <a:buNone/>
            </a:pPr>
            <a:endParaRPr lang="en-US" altLang="en-US" sz="1800" dirty="0" smtClean="0"/>
          </a:p>
        </p:txBody>
      </p:sp>
      <p:sp>
        <p:nvSpPr>
          <p:cNvPr id="21507" name="Rectangle 2"/>
          <p:cNvSpPr>
            <a:spLocks/>
          </p:cNvSpPr>
          <p:nvPr/>
        </p:nvSpPr>
        <p:spPr bwMode="auto">
          <a:xfrm>
            <a:off x="1157288" y="942975"/>
            <a:ext cx="68707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82550" bIns="0" anchor="b"/>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r>
              <a:rPr lang="en-US" altLang="en-US" sz="3600" u="sng"/>
              <a:t>How do you do PT?</a:t>
            </a: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p:cNvSpPr>
          <p:nvPr/>
        </p:nvSpPr>
        <p:spPr bwMode="auto">
          <a:xfrm>
            <a:off x="2819400" y="1752600"/>
            <a:ext cx="3352800" cy="4419600"/>
          </a:xfrm>
          <a:prstGeom prst="rect">
            <a:avLst/>
          </a:prstGeom>
          <a:solidFill>
            <a:srgbClr val="F8F8F8"/>
          </a:solidFill>
          <a:ln w="12700">
            <a:solidFill>
              <a:schemeClr val="tx1"/>
            </a:solidFill>
            <a:miter lim="800000"/>
            <a:headEnd/>
            <a:tailEnd/>
          </a:ln>
        </p:spPr>
        <p:txBody>
          <a:bodyPr lIns="0" tIns="0" rIns="0" bIns="0"/>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endParaRPr lang="en-GB" altLang="en-US" sz="1200">
              <a:solidFill>
                <a:srgbClr val="000000"/>
              </a:solidFill>
              <a:latin typeface="Times New Roman" pitchFamily="18" charset="0"/>
              <a:sym typeface="Times New Roman" pitchFamily="18" charset="0"/>
            </a:endParaRPr>
          </a:p>
        </p:txBody>
      </p:sp>
      <p:sp>
        <p:nvSpPr>
          <p:cNvPr id="22531" name="Line 2"/>
          <p:cNvSpPr>
            <a:spLocks noChangeShapeType="1"/>
          </p:cNvSpPr>
          <p:nvPr/>
        </p:nvSpPr>
        <p:spPr bwMode="auto">
          <a:xfrm>
            <a:off x="3352800" y="2438400"/>
            <a:ext cx="1588" cy="27432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32" name="Line 3"/>
          <p:cNvSpPr>
            <a:spLocks noChangeShapeType="1"/>
          </p:cNvSpPr>
          <p:nvPr/>
        </p:nvSpPr>
        <p:spPr bwMode="auto">
          <a:xfrm>
            <a:off x="3352800" y="5181600"/>
            <a:ext cx="2057400" cy="1588"/>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33" name="Line 4"/>
          <p:cNvSpPr>
            <a:spLocks noChangeShapeType="1"/>
          </p:cNvSpPr>
          <p:nvPr/>
        </p:nvSpPr>
        <p:spPr bwMode="auto">
          <a:xfrm>
            <a:off x="3352800" y="5410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34" name="Line 5"/>
          <p:cNvSpPr>
            <a:spLocks noChangeShapeType="1"/>
          </p:cNvSpPr>
          <p:nvPr/>
        </p:nvSpPr>
        <p:spPr bwMode="auto">
          <a:xfrm>
            <a:off x="3352800" y="48006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35" name="Line 6"/>
          <p:cNvSpPr>
            <a:spLocks noChangeShapeType="1"/>
          </p:cNvSpPr>
          <p:nvPr/>
        </p:nvSpPr>
        <p:spPr bwMode="auto">
          <a:xfrm>
            <a:off x="3352800" y="44196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36" name="Line 7"/>
          <p:cNvSpPr>
            <a:spLocks noChangeShapeType="1"/>
          </p:cNvSpPr>
          <p:nvPr/>
        </p:nvSpPr>
        <p:spPr bwMode="auto">
          <a:xfrm>
            <a:off x="3352800" y="40386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37" name="Line 8"/>
          <p:cNvSpPr>
            <a:spLocks noChangeShapeType="1"/>
          </p:cNvSpPr>
          <p:nvPr/>
        </p:nvSpPr>
        <p:spPr bwMode="auto">
          <a:xfrm>
            <a:off x="3352800" y="36576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38" name="Line 9"/>
          <p:cNvSpPr>
            <a:spLocks noChangeShapeType="1"/>
          </p:cNvSpPr>
          <p:nvPr/>
        </p:nvSpPr>
        <p:spPr bwMode="auto">
          <a:xfrm>
            <a:off x="3352800" y="32766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39" name="Line 10"/>
          <p:cNvSpPr>
            <a:spLocks noChangeShapeType="1"/>
          </p:cNvSpPr>
          <p:nvPr/>
        </p:nvSpPr>
        <p:spPr bwMode="auto">
          <a:xfrm>
            <a:off x="3352800" y="28956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40" name="Rectangle 11"/>
          <p:cNvSpPr>
            <a:spLocks/>
          </p:cNvSpPr>
          <p:nvPr/>
        </p:nvSpPr>
        <p:spPr bwMode="auto">
          <a:xfrm>
            <a:off x="3352800" y="5562600"/>
            <a:ext cx="2057400" cy="152400"/>
          </a:xfrm>
          <a:prstGeom prst="rect">
            <a:avLst/>
          </a:prstGeom>
          <a:noFill/>
          <a:ln w="12700">
            <a:solidFill>
              <a:srgbClr val="FFB8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endParaRPr lang="en-GB" altLang="en-US" sz="1200">
              <a:solidFill>
                <a:srgbClr val="000000"/>
              </a:solidFill>
              <a:latin typeface="Times New Roman" pitchFamily="18" charset="0"/>
              <a:sym typeface="Times New Roman" pitchFamily="18" charset="0"/>
            </a:endParaRPr>
          </a:p>
        </p:txBody>
      </p:sp>
      <p:sp>
        <p:nvSpPr>
          <p:cNvPr id="22541" name="Line 12"/>
          <p:cNvSpPr>
            <a:spLocks noChangeShapeType="1"/>
          </p:cNvSpPr>
          <p:nvPr/>
        </p:nvSpPr>
        <p:spPr bwMode="auto">
          <a:xfrm>
            <a:off x="3352800" y="56388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42" name="Rectangle 13"/>
          <p:cNvSpPr>
            <a:spLocks/>
          </p:cNvSpPr>
          <p:nvPr/>
        </p:nvSpPr>
        <p:spPr bwMode="auto">
          <a:xfrm>
            <a:off x="2971800" y="24384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a:solidFill>
                  <a:srgbClr val="FFB800"/>
                </a:solidFill>
                <a:latin typeface="Arial" charset="0"/>
                <a:cs typeface="Arial" charset="0"/>
                <a:sym typeface="Arial" charset="0"/>
              </a:rPr>
              <a:t>100</a:t>
            </a:r>
          </a:p>
        </p:txBody>
      </p:sp>
      <p:sp>
        <p:nvSpPr>
          <p:cNvPr id="22543" name="Rectangle 14"/>
          <p:cNvSpPr>
            <a:spLocks/>
          </p:cNvSpPr>
          <p:nvPr/>
        </p:nvSpPr>
        <p:spPr bwMode="auto">
          <a:xfrm>
            <a:off x="3124200" y="50292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b="1">
                <a:solidFill>
                  <a:srgbClr val="FFB800"/>
                </a:solidFill>
                <a:latin typeface="Arial" charset="0"/>
                <a:cs typeface="Arial" charset="0"/>
                <a:sym typeface="Arial" charset="0"/>
              </a:rPr>
              <a:t>1</a:t>
            </a:r>
          </a:p>
        </p:txBody>
      </p:sp>
      <p:sp>
        <p:nvSpPr>
          <p:cNvPr id="22544" name="Rectangle 15"/>
          <p:cNvSpPr>
            <a:spLocks/>
          </p:cNvSpPr>
          <p:nvPr/>
        </p:nvSpPr>
        <p:spPr bwMode="auto">
          <a:xfrm>
            <a:off x="3124200" y="4648200"/>
            <a:ext cx="7620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b="1">
                <a:solidFill>
                  <a:srgbClr val="FFB800"/>
                </a:solidFill>
                <a:latin typeface="Arial" charset="0"/>
                <a:cs typeface="Arial" charset="0"/>
                <a:sym typeface="Arial" charset="0"/>
              </a:rPr>
              <a:t>2</a:t>
            </a:r>
          </a:p>
        </p:txBody>
      </p:sp>
      <p:sp>
        <p:nvSpPr>
          <p:cNvPr id="22545" name="Rectangle 16"/>
          <p:cNvSpPr>
            <a:spLocks/>
          </p:cNvSpPr>
          <p:nvPr/>
        </p:nvSpPr>
        <p:spPr bwMode="auto">
          <a:xfrm>
            <a:off x="3124200" y="42672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a:solidFill>
                  <a:srgbClr val="FFB800"/>
                </a:solidFill>
                <a:latin typeface="Arial" charset="0"/>
                <a:cs typeface="Arial" charset="0"/>
                <a:sym typeface="Arial" charset="0"/>
              </a:rPr>
              <a:t>4</a:t>
            </a:r>
          </a:p>
        </p:txBody>
      </p:sp>
      <p:sp>
        <p:nvSpPr>
          <p:cNvPr id="22546" name="Rectangle 17"/>
          <p:cNvSpPr>
            <a:spLocks/>
          </p:cNvSpPr>
          <p:nvPr/>
        </p:nvSpPr>
        <p:spPr bwMode="auto">
          <a:xfrm>
            <a:off x="3124200" y="38862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b="1">
                <a:solidFill>
                  <a:srgbClr val="FFB800"/>
                </a:solidFill>
                <a:latin typeface="Arial" charset="0"/>
                <a:cs typeface="Arial" charset="0"/>
                <a:sym typeface="Arial" charset="0"/>
              </a:rPr>
              <a:t>8</a:t>
            </a:r>
          </a:p>
        </p:txBody>
      </p:sp>
      <p:sp>
        <p:nvSpPr>
          <p:cNvPr id="22547" name="Rectangle 18"/>
          <p:cNvSpPr>
            <a:spLocks/>
          </p:cNvSpPr>
          <p:nvPr/>
        </p:nvSpPr>
        <p:spPr bwMode="auto">
          <a:xfrm>
            <a:off x="3048000" y="35052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a:solidFill>
                  <a:srgbClr val="FFB800"/>
                </a:solidFill>
                <a:latin typeface="Arial" charset="0"/>
                <a:cs typeface="Arial" charset="0"/>
                <a:sym typeface="Arial" charset="0"/>
              </a:rPr>
              <a:t>16</a:t>
            </a:r>
          </a:p>
        </p:txBody>
      </p:sp>
      <p:sp>
        <p:nvSpPr>
          <p:cNvPr id="22548" name="Rectangle 19"/>
          <p:cNvSpPr>
            <a:spLocks/>
          </p:cNvSpPr>
          <p:nvPr/>
        </p:nvSpPr>
        <p:spPr bwMode="auto">
          <a:xfrm>
            <a:off x="3048000" y="31242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a:solidFill>
                  <a:srgbClr val="FFB800"/>
                </a:solidFill>
                <a:latin typeface="Arial" charset="0"/>
                <a:cs typeface="Arial" charset="0"/>
                <a:sym typeface="Arial" charset="0"/>
              </a:rPr>
              <a:t>32</a:t>
            </a:r>
          </a:p>
        </p:txBody>
      </p:sp>
      <p:sp>
        <p:nvSpPr>
          <p:cNvPr id="22549" name="Rectangle 20"/>
          <p:cNvSpPr>
            <a:spLocks/>
          </p:cNvSpPr>
          <p:nvPr/>
        </p:nvSpPr>
        <p:spPr bwMode="auto">
          <a:xfrm>
            <a:off x="3048000" y="27432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a:solidFill>
                  <a:srgbClr val="FFB800"/>
                </a:solidFill>
                <a:latin typeface="Arial" charset="0"/>
                <a:cs typeface="Arial" charset="0"/>
                <a:sym typeface="Arial" charset="0"/>
              </a:rPr>
              <a:t>64</a:t>
            </a:r>
          </a:p>
        </p:txBody>
      </p:sp>
      <p:sp>
        <p:nvSpPr>
          <p:cNvPr id="22550" name="Line 21"/>
          <p:cNvSpPr>
            <a:spLocks noChangeShapeType="1"/>
          </p:cNvSpPr>
          <p:nvPr/>
        </p:nvSpPr>
        <p:spPr bwMode="auto">
          <a:xfrm>
            <a:off x="3352800" y="25908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51" name="Line 22"/>
          <p:cNvSpPr>
            <a:spLocks noChangeShapeType="1"/>
          </p:cNvSpPr>
          <p:nvPr/>
        </p:nvSpPr>
        <p:spPr bwMode="auto">
          <a:xfrm>
            <a:off x="3352800" y="44958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52" name="Line 23"/>
          <p:cNvSpPr>
            <a:spLocks noChangeShapeType="1"/>
          </p:cNvSpPr>
          <p:nvPr/>
        </p:nvSpPr>
        <p:spPr bwMode="auto">
          <a:xfrm>
            <a:off x="3276600" y="47244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53" name="Line 24"/>
          <p:cNvSpPr>
            <a:spLocks noChangeShapeType="1"/>
          </p:cNvSpPr>
          <p:nvPr/>
        </p:nvSpPr>
        <p:spPr bwMode="auto">
          <a:xfrm>
            <a:off x="3352800" y="4267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54" name="Line 25"/>
          <p:cNvSpPr>
            <a:spLocks noChangeShapeType="1"/>
          </p:cNvSpPr>
          <p:nvPr/>
        </p:nvSpPr>
        <p:spPr bwMode="auto">
          <a:xfrm>
            <a:off x="3352800" y="3886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55" name="Line 26"/>
          <p:cNvSpPr>
            <a:spLocks noChangeShapeType="1"/>
          </p:cNvSpPr>
          <p:nvPr/>
        </p:nvSpPr>
        <p:spPr bwMode="auto">
          <a:xfrm>
            <a:off x="3352800" y="3505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56" name="Line 27"/>
          <p:cNvSpPr>
            <a:spLocks noChangeShapeType="1"/>
          </p:cNvSpPr>
          <p:nvPr/>
        </p:nvSpPr>
        <p:spPr bwMode="auto">
          <a:xfrm>
            <a:off x="3352800" y="34290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57" name="Line 28"/>
          <p:cNvSpPr>
            <a:spLocks noChangeShapeType="1"/>
          </p:cNvSpPr>
          <p:nvPr/>
        </p:nvSpPr>
        <p:spPr bwMode="auto">
          <a:xfrm>
            <a:off x="3352800" y="32004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58" name="Line 29"/>
          <p:cNvSpPr>
            <a:spLocks noChangeShapeType="1"/>
          </p:cNvSpPr>
          <p:nvPr/>
        </p:nvSpPr>
        <p:spPr bwMode="auto">
          <a:xfrm>
            <a:off x="3352800" y="3124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59" name="Line 30"/>
          <p:cNvSpPr>
            <a:spLocks noChangeShapeType="1"/>
          </p:cNvSpPr>
          <p:nvPr/>
        </p:nvSpPr>
        <p:spPr bwMode="auto">
          <a:xfrm>
            <a:off x="3352800" y="29718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60" name="Line 31"/>
          <p:cNvSpPr>
            <a:spLocks noChangeShapeType="1"/>
          </p:cNvSpPr>
          <p:nvPr/>
        </p:nvSpPr>
        <p:spPr bwMode="auto">
          <a:xfrm>
            <a:off x="3352800" y="30480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61" name="Line 32"/>
          <p:cNvSpPr>
            <a:spLocks noChangeShapeType="1"/>
          </p:cNvSpPr>
          <p:nvPr/>
        </p:nvSpPr>
        <p:spPr bwMode="auto">
          <a:xfrm>
            <a:off x="3352800" y="26670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62" name="Line 33"/>
          <p:cNvSpPr>
            <a:spLocks noChangeShapeType="1"/>
          </p:cNvSpPr>
          <p:nvPr/>
        </p:nvSpPr>
        <p:spPr bwMode="auto">
          <a:xfrm>
            <a:off x="3352800" y="2743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63" name="Line 34"/>
          <p:cNvSpPr>
            <a:spLocks noChangeShapeType="1"/>
          </p:cNvSpPr>
          <p:nvPr/>
        </p:nvSpPr>
        <p:spPr bwMode="auto">
          <a:xfrm>
            <a:off x="3352800" y="28194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64" name="Line 35"/>
          <p:cNvSpPr>
            <a:spLocks noChangeShapeType="1"/>
          </p:cNvSpPr>
          <p:nvPr/>
        </p:nvSpPr>
        <p:spPr bwMode="auto">
          <a:xfrm>
            <a:off x="34290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65" name="Line 36"/>
          <p:cNvSpPr>
            <a:spLocks noChangeShapeType="1"/>
          </p:cNvSpPr>
          <p:nvPr/>
        </p:nvSpPr>
        <p:spPr bwMode="auto">
          <a:xfrm>
            <a:off x="35052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66" name="Line 37"/>
          <p:cNvSpPr>
            <a:spLocks noChangeShapeType="1"/>
          </p:cNvSpPr>
          <p:nvPr/>
        </p:nvSpPr>
        <p:spPr bwMode="auto">
          <a:xfrm>
            <a:off x="35814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67" name="Line 38"/>
          <p:cNvSpPr>
            <a:spLocks noChangeShapeType="1"/>
          </p:cNvSpPr>
          <p:nvPr/>
        </p:nvSpPr>
        <p:spPr bwMode="auto">
          <a:xfrm>
            <a:off x="36576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68" name="Line 39"/>
          <p:cNvSpPr>
            <a:spLocks noChangeShapeType="1"/>
          </p:cNvSpPr>
          <p:nvPr/>
        </p:nvSpPr>
        <p:spPr bwMode="auto">
          <a:xfrm>
            <a:off x="3733800" y="2438400"/>
            <a:ext cx="1588" cy="32766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69" name="Line 40"/>
          <p:cNvSpPr>
            <a:spLocks noChangeShapeType="1"/>
          </p:cNvSpPr>
          <p:nvPr/>
        </p:nvSpPr>
        <p:spPr bwMode="auto">
          <a:xfrm>
            <a:off x="38100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70" name="Line 41"/>
          <p:cNvSpPr>
            <a:spLocks noChangeShapeType="1"/>
          </p:cNvSpPr>
          <p:nvPr/>
        </p:nvSpPr>
        <p:spPr bwMode="auto">
          <a:xfrm>
            <a:off x="38862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71" name="Line 42"/>
          <p:cNvSpPr>
            <a:spLocks noChangeShapeType="1"/>
          </p:cNvSpPr>
          <p:nvPr/>
        </p:nvSpPr>
        <p:spPr bwMode="auto">
          <a:xfrm>
            <a:off x="39624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72" name="Line 43"/>
          <p:cNvSpPr>
            <a:spLocks noChangeShapeType="1"/>
          </p:cNvSpPr>
          <p:nvPr/>
        </p:nvSpPr>
        <p:spPr bwMode="auto">
          <a:xfrm>
            <a:off x="40386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73" name="Line 44"/>
          <p:cNvSpPr>
            <a:spLocks noChangeShapeType="1"/>
          </p:cNvSpPr>
          <p:nvPr/>
        </p:nvSpPr>
        <p:spPr bwMode="auto">
          <a:xfrm>
            <a:off x="4114800" y="2438400"/>
            <a:ext cx="1588" cy="32766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74" name="Line 45"/>
          <p:cNvSpPr>
            <a:spLocks noChangeShapeType="1"/>
          </p:cNvSpPr>
          <p:nvPr/>
        </p:nvSpPr>
        <p:spPr bwMode="auto">
          <a:xfrm>
            <a:off x="41910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75" name="Line 46"/>
          <p:cNvSpPr>
            <a:spLocks noChangeShapeType="1"/>
          </p:cNvSpPr>
          <p:nvPr/>
        </p:nvSpPr>
        <p:spPr bwMode="auto">
          <a:xfrm>
            <a:off x="42672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76" name="Line 47"/>
          <p:cNvSpPr>
            <a:spLocks noChangeShapeType="1"/>
          </p:cNvSpPr>
          <p:nvPr/>
        </p:nvSpPr>
        <p:spPr bwMode="auto">
          <a:xfrm>
            <a:off x="43434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77" name="Line 48"/>
          <p:cNvSpPr>
            <a:spLocks noChangeShapeType="1"/>
          </p:cNvSpPr>
          <p:nvPr/>
        </p:nvSpPr>
        <p:spPr bwMode="auto">
          <a:xfrm>
            <a:off x="44196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78" name="Line 49"/>
          <p:cNvSpPr>
            <a:spLocks noChangeShapeType="1"/>
          </p:cNvSpPr>
          <p:nvPr/>
        </p:nvSpPr>
        <p:spPr bwMode="auto">
          <a:xfrm>
            <a:off x="4495800" y="2438400"/>
            <a:ext cx="1588" cy="32766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79" name="Line 50"/>
          <p:cNvSpPr>
            <a:spLocks noChangeShapeType="1"/>
          </p:cNvSpPr>
          <p:nvPr/>
        </p:nvSpPr>
        <p:spPr bwMode="auto">
          <a:xfrm>
            <a:off x="45720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80" name="Line 51"/>
          <p:cNvSpPr>
            <a:spLocks noChangeShapeType="1"/>
          </p:cNvSpPr>
          <p:nvPr/>
        </p:nvSpPr>
        <p:spPr bwMode="auto">
          <a:xfrm>
            <a:off x="46482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81" name="Line 52"/>
          <p:cNvSpPr>
            <a:spLocks noChangeShapeType="1"/>
          </p:cNvSpPr>
          <p:nvPr/>
        </p:nvSpPr>
        <p:spPr bwMode="auto">
          <a:xfrm>
            <a:off x="47244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82" name="Line 53"/>
          <p:cNvSpPr>
            <a:spLocks noChangeShapeType="1"/>
          </p:cNvSpPr>
          <p:nvPr/>
        </p:nvSpPr>
        <p:spPr bwMode="auto">
          <a:xfrm>
            <a:off x="48006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83" name="Line 54"/>
          <p:cNvSpPr>
            <a:spLocks noChangeShapeType="1"/>
          </p:cNvSpPr>
          <p:nvPr/>
        </p:nvSpPr>
        <p:spPr bwMode="auto">
          <a:xfrm>
            <a:off x="4876800" y="2438400"/>
            <a:ext cx="1588" cy="32766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84" name="Line 55"/>
          <p:cNvSpPr>
            <a:spLocks noChangeShapeType="1"/>
          </p:cNvSpPr>
          <p:nvPr/>
        </p:nvSpPr>
        <p:spPr bwMode="auto">
          <a:xfrm>
            <a:off x="49530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85" name="Line 56"/>
          <p:cNvSpPr>
            <a:spLocks noChangeShapeType="1"/>
          </p:cNvSpPr>
          <p:nvPr/>
        </p:nvSpPr>
        <p:spPr bwMode="auto">
          <a:xfrm>
            <a:off x="50292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86" name="Line 57"/>
          <p:cNvSpPr>
            <a:spLocks noChangeShapeType="1"/>
          </p:cNvSpPr>
          <p:nvPr/>
        </p:nvSpPr>
        <p:spPr bwMode="auto">
          <a:xfrm>
            <a:off x="51054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87" name="Line 58"/>
          <p:cNvSpPr>
            <a:spLocks noChangeShapeType="1"/>
          </p:cNvSpPr>
          <p:nvPr/>
        </p:nvSpPr>
        <p:spPr bwMode="auto">
          <a:xfrm>
            <a:off x="51816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88" name="Line 59"/>
          <p:cNvSpPr>
            <a:spLocks noChangeShapeType="1"/>
          </p:cNvSpPr>
          <p:nvPr/>
        </p:nvSpPr>
        <p:spPr bwMode="auto">
          <a:xfrm>
            <a:off x="5257800" y="2438400"/>
            <a:ext cx="1588" cy="32766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89" name="Line 60"/>
          <p:cNvSpPr>
            <a:spLocks noChangeShapeType="1"/>
          </p:cNvSpPr>
          <p:nvPr/>
        </p:nvSpPr>
        <p:spPr bwMode="auto">
          <a:xfrm>
            <a:off x="5334000" y="24384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590" name="Rectangle 61"/>
          <p:cNvSpPr>
            <a:spLocks/>
          </p:cNvSpPr>
          <p:nvPr/>
        </p:nvSpPr>
        <p:spPr bwMode="auto">
          <a:xfrm>
            <a:off x="6372225" y="1844675"/>
            <a:ext cx="22352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1150"/>
              </a:spcBef>
              <a:buClrTx/>
              <a:buSzTx/>
              <a:buFontTx/>
              <a:buNone/>
            </a:pPr>
            <a:r>
              <a:rPr lang="en-US" altLang="en-US" sz="2000">
                <a:solidFill>
                  <a:srgbClr val="FF0000"/>
                </a:solidFill>
                <a:latin typeface="Arial" charset="0"/>
                <a:cs typeface="Arial" charset="0"/>
                <a:sym typeface="Arial" charset="0"/>
              </a:rPr>
              <a:t>Proportional chart - showing % gains</a:t>
            </a:r>
          </a:p>
        </p:txBody>
      </p:sp>
      <p:sp>
        <p:nvSpPr>
          <p:cNvPr id="22591" name="Rectangle 62"/>
          <p:cNvSpPr>
            <a:spLocks/>
          </p:cNvSpPr>
          <p:nvPr/>
        </p:nvSpPr>
        <p:spPr bwMode="auto">
          <a:xfrm>
            <a:off x="533400" y="4572000"/>
            <a:ext cx="16002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1150"/>
              </a:spcBef>
              <a:buClrTx/>
              <a:buSzTx/>
              <a:buFontTx/>
              <a:buNone/>
            </a:pPr>
            <a:r>
              <a:rPr lang="en-US" altLang="en-US" sz="2000" b="1">
                <a:latin typeface="Arial" charset="0"/>
                <a:cs typeface="Arial" charset="0"/>
                <a:sym typeface="Arial" charset="0"/>
              </a:rPr>
              <a:t>Correct</a:t>
            </a:r>
          </a:p>
          <a:p>
            <a:pPr eaLnBrk="1" hangingPunct="1">
              <a:spcBef>
                <a:spcPts val="1150"/>
              </a:spcBef>
              <a:buClrTx/>
              <a:buSzTx/>
              <a:buFontTx/>
              <a:buNone/>
            </a:pPr>
            <a:r>
              <a:rPr lang="en-US" altLang="en-US" sz="2000" b="1">
                <a:latin typeface="Arial" charset="0"/>
                <a:cs typeface="Arial" charset="0"/>
                <a:sym typeface="Arial" charset="0"/>
              </a:rPr>
              <a:t>Errors</a:t>
            </a:r>
          </a:p>
        </p:txBody>
      </p:sp>
      <p:sp>
        <p:nvSpPr>
          <p:cNvPr id="22592" name="Line 63"/>
          <p:cNvSpPr>
            <a:spLocks noChangeShapeType="1"/>
          </p:cNvSpPr>
          <p:nvPr/>
        </p:nvSpPr>
        <p:spPr bwMode="auto">
          <a:xfrm>
            <a:off x="1600200" y="4800600"/>
            <a:ext cx="1676400" cy="762000"/>
          </a:xfrm>
          <a:prstGeom prst="line">
            <a:avLst/>
          </a:prstGeom>
          <a:noFill/>
          <a:ln w="38100">
            <a:solidFill>
              <a:srgbClr val="FF0000"/>
            </a:solidFill>
            <a:round/>
            <a:headEnd/>
            <a:tailEnd type="stealth" w="sm" len="sm"/>
          </a:ln>
          <a:extLst>
            <a:ext uri="{909E8E84-426E-40DD-AFC4-6F175D3DCCD1}">
              <a14:hiddenFill xmlns:a14="http://schemas.microsoft.com/office/drawing/2010/main">
                <a:noFill/>
              </a14:hiddenFill>
            </a:ext>
          </a:extLst>
        </p:spPr>
        <p:txBody>
          <a:bodyPr/>
          <a:lstStyle/>
          <a:p>
            <a:endParaRPr lang="en-GB"/>
          </a:p>
        </p:txBody>
      </p:sp>
      <p:sp>
        <p:nvSpPr>
          <p:cNvPr id="22593" name="Line 64"/>
          <p:cNvSpPr>
            <a:spLocks noChangeShapeType="1"/>
          </p:cNvSpPr>
          <p:nvPr/>
        </p:nvSpPr>
        <p:spPr bwMode="auto">
          <a:xfrm>
            <a:off x="1447800" y="5334000"/>
            <a:ext cx="1828800" cy="304800"/>
          </a:xfrm>
          <a:prstGeom prst="line">
            <a:avLst/>
          </a:prstGeom>
          <a:noFill/>
          <a:ln w="38100">
            <a:solidFill>
              <a:srgbClr val="FF0000"/>
            </a:solidFill>
            <a:round/>
            <a:headEnd/>
            <a:tailEnd type="stealth" w="sm" len="sm"/>
          </a:ln>
          <a:extLst>
            <a:ext uri="{909E8E84-426E-40DD-AFC4-6F175D3DCCD1}">
              <a14:hiddenFill xmlns:a14="http://schemas.microsoft.com/office/drawing/2010/main">
                <a:noFill/>
              </a14:hiddenFill>
            </a:ext>
          </a:extLst>
        </p:spPr>
        <p:txBody>
          <a:bodyPr/>
          <a:lstStyle/>
          <a:p>
            <a:endParaRPr lang="en-GB"/>
          </a:p>
        </p:txBody>
      </p:sp>
      <p:sp>
        <p:nvSpPr>
          <p:cNvPr id="22594" name="Rectangle 65"/>
          <p:cNvSpPr>
            <a:spLocks/>
          </p:cNvSpPr>
          <p:nvPr/>
        </p:nvSpPr>
        <p:spPr bwMode="auto">
          <a:xfrm>
            <a:off x="5580063" y="836613"/>
            <a:ext cx="1905000"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1050"/>
              </a:spcBef>
              <a:buClrTx/>
              <a:buSzTx/>
              <a:buFontTx/>
              <a:buNone/>
            </a:pPr>
            <a:r>
              <a:rPr lang="en-US" altLang="en-US" sz="1800" b="1">
                <a:solidFill>
                  <a:srgbClr val="FF0000"/>
                </a:solidFill>
                <a:latin typeface="Arial" charset="0"/>
                <a:cs typeface="Arial" charset="0"/>
                <a:sym typeface="Arial" charset="0"/>
              </a:rPr>
              <a:t>Days of the week or ‘trials’ (5)</a:t>
            </a:r>
          </a:p>
        </p:txBody>
      </p:sp>
      <p:sp>
        <p:nvSpPr>
          <p:cNvPr id="22595" name="Line 66"/>
          <p:cNvSpPr>
            <a:spLocks noChangeShapeType="1"/>
          </p:cNvSpPr>
          <p:nvPr/>
        </p:nvSpPr>
        <p:spPr bwMode="auto">
          <a:xfrm flipH="1">
            <a:off x="3962400" y="1484313"/>
            <a:ext cx="1257300" cy="800100"/>
          </a:xfrm>
          <a:prstGeom prst="line">
            <a:avLst/>
          </a:prstGeom>
          <a:noFill/>
          <a:ln w="63500">
            <a:solidFill>
              <a:srgbClr val="FFB800"/>
            </a:solidFill>
            <a:round/>
            <a:headEnd/>
            <a:tailEnd type="triangle" w="sm" len="sm"/>
          </a:ln>
          <a:extLst>
            <a:ext uri="{909E8E84-426E-40DD-AFC4-6F175D3DCCD1}">
              <a14:hiddenFill xmlns:a14="http://schemas.microsoft.com/office/drawing/2010/main">
                <a:noFill/>
              </a14:hiddenFill>
            </a:ext>
          </a:extLst>
        </p:spPr>
        <p:txBody>
          <a:bodyPr/>
          <a:lstStyle/>
          <a:p>
            <a:endParaRPr lang="en-GB"/>
          </a:p>
        </p:txBody>
      </p:sp>
      <p:sp>
        <p:nvSpPr>
          <p:cNvPr id="22596" name="Line 67"/>
          <p:cNvSpPr>
            <a:spLocks noChangeShapeType="1"/>
          </p:cNvSpPr>
          <p:nvPr/>
        </p:nvSpPr>
        <p:spPr bwMode="auto">
          <a:xfrm>
            <a:off x="2819400" y="5334000"/>
            <a:ext cx="457200" cy="228600"/>
          </a:xfrm>
          <a:prstGeom prst="line">
            <a:avLst/>
          </a:prstGeom>
          <a:noFill/>
          <a:ln w="63500">
            <a:solidFill>
              <a:srgbClr val="FFB800"/>
            </a:solidFill>
            <a:round/>
            <a:headEnd/>
            <a:tailEnd type="stealth" w="sm" len="sm"/>
          </a:ln>
          <a:extLst>
            <a:ext uri="{909E8E84-426E-40DD-AFC4-6F175D3DCCD1}">
              <a14:hiddenFill xmlns:a14="http://schemas.microsoft.com/office/drawing/2010/main">
                <a:noFill/>
              </a14:hiddenFill>
            </a:ext>
          </a:extLst>
        </p:spPr>
        <p:txBody>
          <a:bodyPr/>
          <a:lstStyle/>
          <a:p>
            <a:endParaRPr lang="en-GB"/>
          </a:p>
        </p:txBody>
      </p:sp>
      <p:sp>
        <p:nvSpPr>
          <p:cNvPr id="22597" name="Line 68"/>
          <p:cNvSpPr>
            <a:spLocks noChangeShapeType="1"/>
          </p:cNvSpPr>
          <p:nvPr/>
        </p:nvSpPr>
        <p:spPr bwMode="auto">
          <a:xfrm>
            <a:off x="2819400" y="5562600"/>
            <a:ext cx="457200" cy="76200"/>
          </a:xfrm>
          <a:prstGeom prst="line">
            <a:avLst/>
          </a:prstGeom>
          <a:noFill/>
          <a:ln w="63500">
            <a:solidFill>
              <a:srgbClr val="FFB800"/>
            </a:solidFill>
            <a:round/>
            <a:headEnd/>
            <a:tailEnd type="stealth" w="sm" len="sm"/>
          </a:ln>
          <a:extLst>
            <a:ext uri="{909E8E84-426E-40DD-AFC4-6F175D3DCCD1}">
              <a14:hiddenFill xmlns:a14="http://schemas.microsoft.com/office/drawing/2010/main">
                <a:noFill/>
              </a14:hiddenFill>
            </a:ext>
          </a:extLst>
        </p:spPr>
        <p:txBody>
          <a:bodyPr/>
          <a:lstStyle/>
          <a:p>
            <a:endParaRPr lang="en-GB"/>
          </a:p>
        </p:txBody>
      </p:sp>
      <p:sp>
        <p:nvSpPr>
          <p:cNvPr id="22598" name="Rectangle 69"/>
          <p:cNvSpPr>
            <a:spLocks/>
          </p:cNvSpPr>
          <p:nvPr/>
        </p:nvSpPr>
        <p:spPr bwMode="auto">
          <a:xfrm>
            <a:off x="457200" y="3124200"/>
            <a:ext cx="1981200"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1050"/>
              </a:spcBef>
              <a:buClrTx/>
              <a:buSzTx/>
              <a:buFontTx/>
              <a:buNone/>
            </a:pPr>
            <a:r>
              <a:rPr lang="en-US" altLang="en-US" sz="1800" b="1">
                <a:solidFill>
                  <a:srgbClr val="FF0000"/>
                </a:solidFill>
                <a:latin typeface="Arial" charset="0"/>
                <a:cs typeface="Arial" charset="0"/>
                <a:sym typeface="Arial" charset="0"/>
              </a:rPr>
              <a:t>Responses per minute</a:t>
            </a:r>
          </a:p>
        </p:txBody>
      </p:sp>
      <p:sp>
        <p:nvSpPr>
          <p:cNvPr id="22599" name="Line 70"/>
          <p:cNvSpPr>
            <a:spLocks noChangeShapeType="1"/>
          </p:cNvSpPr>
          <p:nvPr/>
        </p:nvSpPr>
        <p:spPr bwMode="auto">
          <a:xfrm rot="10800000" flipH="1">
            <a:off x="1828800" y="3276600"/>
            <a:ext cx="1219200" cy="304800"/>
          </a:xfrm>
          <a:prstGeom prst="line">
            <a:avLst/>
          </a:prstGeom>
          <a:noFill/>
          <a:ln w="63500">
            <a:solidFill>
              <a:srgbClr val="FFB800"/>
            </a:solidFill>
            <a:round/>
            <a:headEnd/>
            <a:tailEnd type="triangle" w="sm" len="sm"/>
          </a:ln>
          <a:extLst>
            <a:ext uri="{909E8E84-426E-40DD-AFC4-6F175D3DCCD1}">
              <a14:hiddenFill xmlns:a14="http://schemas.microsoft.com/office/drawing/2010/main">
                <a:noFill/>
              </a14:hiddenFill>
            </a:ext>
          </a:extLst>
        </p:spPr>
        <p:txBody>
          <a:bodyPr/>
          <a:lstStyle/>
          <a:p>
            <a:endParaRPr lang="en-GB"/>
          </a:p>
        </p:txBody>
      </p:sp>
      <p:sp>
        <p:nvSpPr>
          <p:cNvPr id="22600" name="Line 71"/>
          <p:cNvSpPr>
            <a:spLocks noChangeShapeType="1"/>
          </p:cNvSpPr>
          <p:nvPr/>
        </p:nvSpPr>
        <p:spPr bwMode="auto">
          <a:xfrm flipH="1">
            <a:off x="1828800" y="3352800"/>
            <a:ext cx="838200" cy="22860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2601" name="Rectangle 72"/>
          <p:cNvSpPr>
            <a:spLocks/>
          </p:cNvSpPr>
          <p:nvPr/>
        </p:nvSpPr>
        <p:spPr bwMode="auto">
          <a:xfrm>
            <a:off x="1157288" y="942975"/>
            <a:ext cx="68707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82550" bIns="0" anchor="b"/>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r>
              <a:rPr lang="en-US" altLang="en-US" sz="3600" u="sng"/>
              <a:t>The Chart</a:t>
            </a: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
          <p:cNvSpPr>
            <a:spLocks/>
          </p:cNvSpPr>
          <p:nvPr/>
        </p:nvSpPr>
        <p:spPr bwMode="auto">
          <a:xfrm>
            <a:off x="1331913" y="889000"/>
            <a:ext cx="57658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1275" bIns="0" anchor="b"/>
          <a:lstStyle>
            <a:lvl1pPr marL="41275">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r>
              <a:rPr lang="en-US" altLang="en-US" sz="3600" u="sng"/>
              <a:t>Precision Teaching</a:t>
            </a:r>
          </a:p>
        </p:txBody>
      </p:sp>
      <p:sp>
        <p:nvSpPr>
          <p:cNvPr id="23555" name="Rectangle 2"/>
          <p:cNvSpPr>
            <a:spLocks/>
          </p:cNvSpPr>
          <p:nvPr/>
        </p:nvSpPr>
        <p:spPr bwMode="auto">
          <a:xfrm>
            <a:off x="3048000" y="1905000"/>
            <a:ext cx="3352800" cy="4419600"/>
          </a:xfrm>
          <a:prstGeom prst="rect">
            <a:avLst/>
          </a:prstGeom>
          <a:solidFill>
            <a:srgbClr val="F8F8F8"/>
          </a:solidFill>
          <a:ln w="12700">
            <a:solidFill>
              <a:schemeClr val="tx1"/>
            </a:solidFill>
            <a:miter lim="800000"/>
            <a:headEnd/>
            <a:tailEnd/>
          </a:ln>
        </p:spPr>
        <p:txBody>
          <a:bodyPr lIns="0" tIns="0" rIns="0" bIns="0"/>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endParaRPr lang="en-GB" altLang="en-US" sz="1200">
              <a:solidFill>
                <a:srgbClr val="000000"/>
              </a:solidFill>
              <a:latin typeface="Times New Roman" pitchFamily="18" charset="0"/>
              <a:sym typeface="Times New Roman" pitchFamily="18" charset="0"/>
            </a:endParaRPr>
          </a:p>
        </p:txBody>
      </p:sp>
      <p:sp>
        <p:nvSpPr>
          <p:cNvPr id="23556" name="Line 3"/>
          <p:cNvSpPr>
            <a:spLocks noChangeShapeType="1"/>
          </p:cNvSpPr>
          <p:nvPr/>
        </p:nvSpPr>
        <p:spPr bwMode="auto">
          <a:xfrm>
            <a:off x="3581400" y="2667000"/>
            <a:ext cx="1588" cy="27432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57" name="Line 4"/>
          <p:cNvSpPr>
            <a:spLocks noChangeShapeType="1"/>
          </p:cNvSpPr>
          <p:nvPr/>
        </p:nvSpPr>
        <p:spPr bwMode="auto">
          <a:xfrm>
            <a:off x="3581400" y="5410200"/>
            <a:ext cx="2057400" cy="1588"/>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58" name="Line 5"/>
          <p:cNvSpPr>
            <a:spLocks noChangeShapeType="1"/>
          </p:cNvSpPr>
          <p:nvPr/>
        </p:nvSpPr>
        <p:spPr bwMode="auto">
          <a:xfrm>
            <a:off x="3581400" y="56388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59" name="Line 6"/>
          <p:cNvSpPr>
            <a:spLocks noChangeShapeType="1"/>
          </p:cNvSpPr>
          <p:nvPr/>
        </p:nvSpPr>
        <p:spPr bwMode="auto">
          <a:xfrm>
            <a:off x="3581400" y="5029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60" name="Line 7"/>
          <p:cNvSpPr>
            <a:spLocks noChangeShapeType="1"/>
          </p:cNvSpPr>
          <p:nvPr/>
        </p:nvSpPr>
        <p:spPr bwMode="auto">
          <a:xfrm>
            <a:off x="3581400" y="4648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61" name="Line 8"/>
          <p:cNvSpPr>
            <a:spLocks noChangeShapeType="1"/>
          </p:cNvSpPr>
          <p:nvPr/>
        </p:nvSpPr>
        <p:spPr bwMode="auto">
          <a:xfrm>
            <a:off x="3581400" y="4267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62" name="Line 9"/>
          <p:cNvSpPr>
            <a:spLocks noChangeShapeType="1"/>
          </p:cNvSpPr>
          <p:nvPr/>
        </p:nvSpPr>
        <p:spPr bwMode="auto">
          <a:xfrm>
            <a:off x="3581400" y="3886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63" name="Line 10"/>
          <p:cNvSpPr>
            <a:spLocks noChangeShapeType="1"/>
          </p:cNvSpPr>
          <p:nvPr/>
        </p:nvSpPr>
        <p:spPr bwMode="auto">
          <a:xfrm>
            <a:off x="3581400" y="3505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64" name="Line 11"/>
          <p:cNvSpPr>
            <a:spLocks noChangeShapeType="1"/>
          </p:cNvSpPr>
          <p:nvPr/>
        </p:nvSpPr>
        <p:spPr bwMode="auto">
          <a:xfrm>
            <a:off x="3581400" y="31242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65" name="Rectangle 12"/>
          <p:cNvSpPr>
            <a:spLocks/>
          </p:cNvSpPr>
          <p:nvPr/>
        </p:nvSpPr>
        <p:spPr bwMode="auto">
          <a:xfrm>
            <a:off x="3581400" y="5791200"/>
            <a:ext cx="2057400" cy="152400"/>
          </a:xfrm>
          <a:prstGeom prst="rect">
            <a:avLst/>
          </a:prstGeom>
          <a:noFill/>
          <a:ln w="12700">
            <a:solidFill>
              <a:srgbClr val="FFB8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endParaRPr lang="en-GB" altLang="en-US" sz="1200">
              <a:solidFill>
                <a:srgbClr val="000000"/>
              </a:solidFill>
              <a:latin typeface="Times New Roman" pitchFamily="18" charset="0"/>
              <a:sym typeface="Times New Roman" pitchFamily="18" charset="0"/>
            </a:endParaRPr>
          </a:p>
        </p:txBody>
      </p:sp>
      <p:sp>
        <p:nvSpPr>
          <p:cNvPr id="23566" name="Line 13"/>
          <p:cNvSpPr>
            <a:spLocks noChangeShapeType="1"/>
          </p:cNvSpPr>
          <p:nvPr/>
        </p:nvSpPr>
        <p:spPr bwMode="auto">
          <a:xfrm>
            <a:off x="3581400" y="58674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67" name="Rectangle 14"/>
          <p:cNvSpPr>
            <a:spLocks/>
          </p:cNvSpPr>
          <p:nvPr/>
        </p:nvSpPr>
        <p:spPr bwMode="auto">
          <a:xfrm>
            <a:off x="3200400" y="26670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a:solidFill>
                  <a:srgbClr val="FFB800"/>
                </a:solidFill>
                <a:latin typeface="Arial" charset="0"/>
                <a:cs typeface="Arial" charset="0"/>
                <a:sym typeface="Arial" charset="0"/>
              </a:rPr>
              <a:t>100</a:t>
            </a:r>
          </a:p>
        </p:txBody>
      </p:sp>
      <p:sp>
        <p:nvSpPr>
          <p:cNvPr id="23568" name="Rectangle 15"/>
          <p:cNvSpPr>
            <a:spLocks/>
          </p:cNvSpPr>
          <p:nvPr/>
        </p:nvSpPr>
        <p:spPr bwMode="auto">
          <a:xfrm>
            <a:off x="3352800" y="52578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b="1">
                <a:solidFill>
                  <a:srgbClr val="FFB800"/>
                </a:solidFill>
                <a:latin typeface="Arial" charset="0"/>
                <a:cs typeface="Arial" charset="0"/>
                <a:sym typeface="Arial" charset="0"/>
              </a:rPr>
              <a:t>1</a:t>
            </a:r>
          </a:p>
        </p:txBody>
      </p:sp>
      <p:sp>
        <p:nvSpPr>
          <p:cNvPr id="23569" name="Rectangle 16"/>
          <p:cNvSpPr>
            <a:spLocks/>
          </p:cNvSpPr>
          <p:nvPr/>
        </p:nvSpPr>
        <p:spPr bwMode="auto">
          <a:xfrm>
            <a:off x="3352800" y="4876800"/>
            <a:ext cx="7620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b="1">
                <a:solidFill>
                  <a:srgbClr val="FFB800"/>
                </a:solidFill>
                <a:latin typeface="Arial" charset="0"/>
                <a:cs typeface="Arial" charset="0"/>
                <a:sym typeface="Arial" charset="0"/>
              </a:rPr>
              <a:t>2</a:t>
            </a:r>
          </a:p>
        </p:txBody>
      </p:sp>
      <p:sp>
        <p:nvSpPr>
          <p:cNvPr id="23570" name="Rectangle 17"/>
          <p:cNvSpPr>
            <a:spLocks/>
          </p:cNvSpPr>
          <p:nvPr/>
        </p:nvSpPr>
        <p:spPr bwMode="auto">
          <a:xfrm>
            <a:off x="3352800" y="44958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a:solidFill>
                  <a:srgbClr val="FFB800"/>
                </a:solidFill>
                <a:latin typeface="Arial" charset="0"/>
                <a:cs typeface="Arial" charset="0"/>
                <a:sym typeface="Arial" charset="0"/>
              </a:rPr>
              <a:t>4</a:t>
            </a:r>
          </a:p>
        </p:txBody>
      </p:sp>
      <p:sp>
        <p:nvSpPr>
          <p:cNvPr id="23571" name="Rectangle 18"/>
          <p:cNvSpPr>
            <a:spLocks/>
          </p:cNvSpPr>
          <p:nvPr/>
        </p:nvSpPr>
        <p:spPr bwMode="auto">
          <a:xfrm>
            <a:off x="3352800" y="41148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b="1">
                <a:solidFill>
                  <a:srgbClr val="FFB800"/>
                </a:solidFill>
                <a:latin typeface="Arial" charset="0"/>
                <a:cs typeface="Arial" charset="0"/>
                <a:sym typeface="Arial" charset="0"/>
              </a:rPr>
              <a:t>8</a:t>
            </a:r>
          </a:p>
        </p:txBody>
      </p:sp>
      <p:sp>
        <p:nvSpPr>
          <p:cNvPr id="23572" name="Rectangle 19"/>
          <p:cNvSpPr>
            <a:spLocks/>
          </p:cNvSpPr>
          <p:nvPr/>
        </p:nvSpPr>
        <p:spPr bwMode="auto">
          <a:xfrm>
            <a:off x="3276600" y="37338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a:solidFill>
                  <a:srgbClr val="FFB800"/>
                </a:solidFill>
                <a:latin typeface="Arial" charset="0"/>
                <a:cs typeface="Arial" charset="0"/>
                <a:sym typeface="Arial" charset="0"/>
              </a:rPr>
              <a:t>16</a:t>
            </a:r>
          </a:p>
        </p:txBody>
      </p:sp>
      <p:sp>
        <p:nvSpPr>
          <p:cNvPr id="23573" name="Rectangle 20"/>
          <p:cNvSpPr>
            <a:spLocks/>
          </p:cNvSpPr>
          <p:nvPr/>
        </p:nvSpPr>
        <p:spPr bwMode="auto">
          <a:xfrm>
            <a:off x="3276600" y="33528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a:solidFill>
                  <a:srgbClr val="FFB800"/>
                </a:solidFill>
                <a:latin typeface="Arial" charset="0"/>
                <a:cs typeface="Arial" charset="0"/>
                <a:sym typeface="Arial" charset="0"/>
              </a:rPr>
              <a:t>32</a:t>
            </a:r>
          </a:p>
        </p:txBody>
      </p:sp>
      <p:sp>
        <p:nvSpPr>
          <p:cNvPr id="23574" name="Rectangle 21"/>
          <p:cNvSpPr>
            <a:spLocks/>
          </p:cNvSpPr>
          <p:nvPr/>
        </p:nvSpPr>
        <p:spPr bwMode="auto">
          <a:xfrm>
            <a:off x="3276600" y="2971800"/>
            <a:ext cx="6858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a:solidFill>
                  <a:srgbClr val="FFB800"/>
                </a:solidFill>
                <a:latin typeface="Arial" charset="0"/>
                <a:cs typeface="Arial" charset="0"/>
                <a:sym typeface="Arial" charset="0"/>
              </a:rPr>
              <a:t>64</a:t>
            </a:r>
          </a:p>
        </p:txBody>
      </p:sp>
      <p:sp>
        <p:nvSpPr>
          <p:cNvPr id="23575" name="Line 22"/>
          <p:cNvSpPr>
            <a:spLocks noChangeShapeType="1"/>
          </p:cNvSpPr>
          <p:nvPr/>
        </p:nvSpPr>
        <p:spPr bwMode="auto">
          <a:xfrm>
            <a:off x="3581400" y="28194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76" name="Line 23"/>
          <p:cNvSpPr>
            <a:spLocks noChangeShapeType="1"/>
          </p:cNvSpPr>
          <p:nvPr/>
        </p:nvSpPr>
        <p:spPr bwMode="auto">
          <a:xfrm>
            <a:off x="3581400" y="47244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77" name="Line 24"/>
          <p:cNvSpPr>
            <a:spLocks noChangeShapeType="1"/>
          </p:cNvSpPr>
          <p:nvPr/>
        </p:nvSpPr>
        <p:spPr bwMode="auto">
          <a:xfrm>
            <a:off x="3505200" y="49530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78" name="Line 25"/>
          <p:cNvSpPr>
            <a:spLocks noChangeShapeType="1"/>
          </p:cNvSpPr>
          <p:nvPr/>
        </p:nvSpPr>
        <p:spPr bwMode="auto">
          <a:xfrm>
            <a:off x="3581400" y="44958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79" name="Line 26"/>
          <p:cNvSpPr>
            <a:spLocks noChangeShapeType="1"/>
          </p:cNvSpPr>
          <p:nvPr/>
        </p:nvSpPr>
        <p:spPr bwMode="auto">
          <a:xfrm>
            <a:off x="3581400" y="41148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80" name="Line 27"/>
          <p:cNvSpPr>
            <a:spLocks noChangeShapeType="1"/>
          </p:cNvSpPr>
          <p:nvPr/>
        </p:nvSpPr>
        <p:spPr bwMode="auto">
          <a:xfrm>
            <a:off x="3581400" y="37338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81" name="Line 28"/>
          <p:cNvSpPr>
            <a:spLocks noChangeShapeType="1"/>
          </p:cNvSpPr>
          <p:nvPr/>
        </p:nvSpPr>
        <p:spPr bwMode="auto">
          <a:xfrm>
            <a:off x="3581400" y="36576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82" name="Line 29"/>
          <p:cNvSpPr>
            <a:spLocks noChangeShapeType="1"/>
          </p:cNvSpPr>
          <p:nvPr/>
        </p:nvSpPr>
        <p:spPr bwMode="auto">
          <a:xfrm>
            <a:off x="3581400" y="34290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83" name="Line 30"/>
          <p:cNvSpPr>
            <a:spLocks noChangeShapeType="1"/>
          </p:cNvSpPr>
          <p:nvPr/>
        </p:nvSpPr>
        <p:spPr bwMode="auto">
          <a:xfrm>
            <a:off x="3581400" y="33528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84" name="Line 31"/>
          <p:cNvSpPr>
            <a:spLocks noChangeShapeType="1"/>
          </p:cNvSpPr>
          <p:nvPr/>
        </p:nvSpPr>
        <p:spPr bwMode="auto">
          <a:xfrm>
            <a:off x="3581400" y="32004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85" name="Line 32"/>
          <p:cNvSpPr>
            <a:spLocks noChangeShapeType="1"/>
          </p:cNvSpPr>
          <p:nvPr/>
        </p:nvSpPr>
        <p:spPr bwMode="auto">
          <a:xfrm>
            <a:off x="3581400" y="32766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86" name="Line 33"/>
          <p:cNvSpPr>
            <a:spLocks noChangeShapeType="1"/>
          </p:cNvSpPr>
          <p:nvPr/>
        </p:nvSpPr>
        <p:spPr bwMode="auto">
          <a:xfrm>
            <a:off x="3581400" y="28956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87" name="Line 34"/>
          <p:cNvSpPr>
            <a:spLocks noChangeShapeType="1"/>
          </p:cNvSpPr>
          <p:nvPr/>
        </p:nvSpPr>
        <p:spPr bwMode="auto">
          <a:xfrm>
            <a:off x="3581400" y="29718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88" name="Line 35"/>
          <p:cNvSpPr>
            <a:spLocks noChangeShapeType="1"/>
          </p:cNvSpPr>
          <p:nvPr/>
        </p:nvSpPr>
        <p:spPr bwMode="auto">
          <a:xfrm>
            <a:off x="3581400" y="3048000"/>
            <a:ext cx="2057400" cy="1588"/>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89" name="Line 36"/>
          <p:cNvSpPr>
            <a:spLocks noChangeShapeType="1"/>
          </p:cNvSpPr>
          <p:nvPr/>
        </p:nvSpPr>
        <p:spPr bwMode="auto">
          <a:xfrm>
            <a:off x="36576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90" name="Line 37"/>
          <p:cNvSpPr>
            <a:spLocks noChangeShapeType="1"/>
          </p:cNvSpPr>
          <p:nvPr/>
        </p:nvSpPr>
        <p:spPr bwMode="auto">
          <a:xfrm>
            <a:off x="37338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91" name="Line 38"/>
          <p:cNvSpPr>
            <a:spLocks noChangeShapeType="1"/>
          </p:cNvSpPr>
          <p:nvPr/>
        </p:nvSpPr>
        <p:spPr bwMode="auto">
          <a:xfrm>
            <a:off x="38100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92" name="Line 39"/>
          <p:cNvSpPr>
            <a:spLocks noChangeShapeType="1"/>
          </p:cNvSpPr>
          <p:nvPr/>
        </p:nvSpPr>
        <p:spPr bwMode="auto">
          <a:xfrm>
            <a:off x="38862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93" name="Line 40"/>
          <p:cNvSpPr>
            <a:spLocks noChangeShapeType="1"/>
          </p:cNvSpPr>
          <p:nvPr/>
        </p:nvSpPr>
        <p:spPr bwMode="auto">
          <a:xfrm>
            <a:off x="3962400" y="2667000"/>
            <a:ext cx="1588" cy="32766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94" name="Line 41"/>
          <p:cNvSpPr>
            <a:spLocks noChangeShapeType="1"/>
          </p:cNvSpPr>
          <p:nvPr/>
        </p:nvSpPr>
        <p:spPr bwMode="auto">
          <a:xfrm>
            <a:off x="40386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95" name="Line 42"/>
          <p:cNvSpPr>
            <a:spLocks noChangeShapeType="1"/>
          </p:cNvSpPr>
          <p:nvPr/>
        </p:nvSpPr>
        <p:spPr bwMode="auto">
          <a:xfrm>
            <a:off x="41148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96" name="Line 43"/>
          <p:cNvSpPr>
            <a:spLocks noChangeShapeType="1"/>
          </p:cNvSpPr>
          <p:nvPr/>
        </p:nvSpPr>
        <p:spPr bwMode="auto">
          <a:xfrm>
            <a:off x="41910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97" name="Line 44"/>
          <p:cNvSpPr>
            <a:spLocks noChangeShapeType="1"/>
          </p:cNvSpPr>
          <p:nvPr/>
        </p:nvSpPr>
        <p:spPr bwMode="auto">
          <a:xfrm>
            <a:off x="42672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98" name="Line 45"/>
          <p:cNvSpPr>
            <a:spLocks noChangeShapeType="1"/>
          </p:cNvSpPr>
          <p:nvPr/>
        </p:nvSpPr>
        <p:spPr bwMode="auto">
          <a:xfrm>
            <a:off x="4343400" y="2667000"/>
            <a:ext cx="1588" cy="32766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599" name="Line 46"/>
          <p:cNvSpPr>
            <a:spLocks noChangeShapeType="1"/>
          </p:cNvSpPr>
          <p:nvPr/>
        </p:nvSpPr>
        <p:spPr bwMode="auto">
          <a:xfrm>
            <a:off x="44196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00" name="Line 47"/>
          <p:cNvSpPr>
            <a:spLocks noChangeShapeType="1"/>
          </p:cNvSpPr>
          <p:nvPr/>
        </p:nvSpPr>
        <p:spPr bwMode="auto">
          <a:xfrm>
            <a:off x="44958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01" name="Line 48"/>
          <p:cNvSpPr>
            <a:spLocks noChangeShapeType="1"/>
          </p:cNvSpPr>
          <p:nvPr/>
        </p:nvSpPr>
        <p:spPr bwMode="auto">
          <a:xfrm>
            <a:off x="45720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02" name="Line 49"/>
          <p:cNvSpPr>
            <a:spLocks noChangeShapeType="1"/>
          </p:cNvSpPr>
          <p:nvPr/>
        </p:nvSpPr>
        <p:spPr bwMode="auto">
          <a:xfrm>
            <a:off x="46482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03" name="Line 50"/>
          <p:cNvSpPr>
            <a:spLocks noChangeShapeType="1"/>
          </p:cNvSpPr>
          <p:nvPr/>
        </p:nvSpPr>
        <p:spPr bwMode="auto">
          <a:xfrm>
            <a:off x="4724400" y="2667000"/>
            <a:ext cx="1588" cy="32766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04" name="Line 51"/>
          <p:cNvSpPr>
            <a:spLocks noChangeShapeType="1"/>
          </p:cNvSpPr>
          <p:nvPr/>
        </p:nvSpPr>
        <p:spPr bwMode="auto">
          <a:xfrm>
            <a:off x="48006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05" name="Line 52"/>
          <p:cNvSpPr>
            <a:spLocks noChangeShapeType="1"/>
          </p:cNvSpPr>
          <p:nvPr/>
        </p:nvSpPr>
        <p:spPr bwMode="auto">
          <a:xfrm>
            <a:off x="51054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06" name="Line 53"/>
          <p:cNvSpPr>
            <a:spLocks noChangeShapeType="1"/>
          </p:cNvSpPr>
          <p:nvPr/>
        </p:nvSpPr>
        <p:spPr bwMode="auto">
          <a:xfrm>
            <a:off x="49530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07" name="Line 54"/>
          <p:cNvSpPr>
            <a:spLocks noChangeShapeType="1"/>
          </p:cNvSpPr>
          <p:nvPr/>
        </p:nvSpPr>
        <p:spPr bwMode="auto">
          <a:xfrm>
            <a:off x="50292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08" name="Line 55"/>
          <p:cNvSpPr>
            <a:spLocks noChangeShapeType="1"/>
          </p:cNvSpPr>
          <p:nvPr/>
        </p:nvSpPr>
        <p:spPr bwMode="auto">
          <a:xfrm>
            <a:off x="5105400" y="2667000"/>
            <a:ext cx="1588" cy="32766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09" name="Line 56"/>
          <p:cNvSpPr>
            <a:spLocks noChangeShapeType="1"/>
          </p:cNvSpPr>
          <p:nvPr/>
        </p:nvSpPr>
        <p:spPr bwMode="auto">
          <a:xfrm>
            <a:off x="51816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10" name="Line 57"/>
          <p:cNvSpPr>
            <a:spLocks noChangeShapeType="1"/>
          </p:cNvSpPr>
          <p:nvPr/>
        </p:nvSpPr>
        <p:spPr bwMode="auto">
          <a:xfrm>
            <a:off x="52578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11" name="Line 58"/>
          <p:cNvSpPr>
            <a:spLocks noChangeShapeType="1"/>
          </p:cNvSpPr>
          <p:nvPr/>
        </p:nvSpPr>
        <p:spPr bwMode="auto">
          <a:xfrm>
            <a:off x="53340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12" name="Line 59"/>
          <p:cNvSpPr>
            <a:spLocks noChangeShapeType="1"/>
          </p:cNvSpPr>
          <p:nvPr/>
        </p:nvSpPr>
        <p:spPr bwMode="auto">
          <a:xfrm>
            <a:off x="54102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13" name="Line 60"/>
          <p:cNvSpPr>
            <a:spLocks noChangeShapeType="1"/>
          </p:cNvSpPr>
          <p:nvPr/>
        </p:nvSpPr>
        <p:spPr bwMode="auto">
          <a:xfrm>
            <a:off x="5486400" y="2667000"/>
            <a:ext cx="1588" cy="3276600"/>
          </a:xfrm>
          <a:prstGeom prst="line">
            <a:avLst/>
          </a:prstGeom>
          <a:noFill/>
          <a:ln w="381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14" name="Line 61"/>
          <p:cNvSpPr>
            <a:spLocks noChangeShapeType="1"/>
          </p:cNvSpPr>
          <p:nvPr/>
        </p:nvSpPr>
        <p:spPr bwMode="auto">
          <a:xfrm>
            <a:off x="4876800" y="2667000"/>
            <a:ext cx="1588" cy="3276600"/>
          </a:xfrm>
          <a:prstGeom prst="line">
            <a:avLst/>
          </a:prstGeom>
          <a:noFill/>
          <a:ln w="12700">
            <a:solidFill>
              <a:srgbClr val="FFB8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15" name="Line 62"/>
          <p:cNvSpPr>
            <a:spLocks noChangeShapeType="1"/>
          </p:cNvSpPr>
          <p:nvPr/>
        </p:nvSpPr>
        <p:spPr bwMode="auto">
          <a:xfrm>
            <a:off x="2133600" y="4419600"/>
            <a:ext cx="1676400" cy="762000"/>
          </a:xfrm>
          <a:prstGeom prst="line">
            <a:avLst/>
          </a:prstGeom>
          <a:noFill/>
          <a:ln w="38100">
            <a:solidFill>
              <a:srgbClr val="0066FF"/>
            </a:solidFill>
            <a:round/>
            <a:headEnd/>
            <a:tailEnd type="stealth" w="sm" len="sm"/>
          </a:ln>
          <a:extLst>
            <a:ext uri="{909E8E84-426E-40DD-AFC4-6F175D3DCCD1}">
              <a14:hiddenFill xmlns:a14="http://schemas.microsoft.com/office/drawing/2010/main">
                <a:noFill/>
              </a14:hiddenFill>
            </a:ext>
          </a:extLst>
        </p:spPr>
        <p:txBody>
          <a:bodyPr/>
          <a:lstStyle/>
          <a:p>
            <a:endParaRPr lang="en-GB"/>
          </a:p>
        </p:txBody>
      </p:sp>
      <p:sp>
        <p:nvSpPr>
          <p:cNvPr id="23616" name="Line 63"/>
          <p:cNvSpPr>
            <a:spLocks noChangeShapeType="1"/>
          </p:cNvSpPr>
          <p:nvPr/>
        </p:nvSpPr>
        <p:spPr bwMode="auto">
          <a:xfrm rot="10800000" flipH="1">
            <a:off x="2057400" y="3352800"/>
            <a:ext cx="1676400" cy="457200"/>
          </a:xfrm>
          <a:prstGeom prst="line">
            <a:avLst/>
          </a:prstGeom>
          <a:noFill/>
          <a:ln w="63500">
            <a:solidFill>
              <a:srgbClr val="0066FF"/>
            </a:solidFill>
            <a:round/>
            <a:headEnd/>
            <a:tailEnd type="triangle" w="sm" len="sm"/>
          </a:ln>
          <a:extLst>
            <a:ext uri="{909E8E84-426E-40DD-AFC4-6F175D3DCCD1}">
              <a14:hiddenFill xmlns:a14="http://schemas.microsoft.com/office/drawing/2010/main">
                <a:noFill/>
              </a14:hiddenFill>
            </a:ext>
          </a:extLst>
        </p:spPr>
        <p:txBody>
          <a:bodyPr/>
          <a:lstStyle/>
          <a:p>
            <a:endParaRPr lang="en-GB"/>
          </a:p>
        </p:txBody>
      </p:sp>
      <p:sp>
        <p:nvSpPr>
          <p:cNvPr id="23617" name="Line 64"/>
          <p:cNvSpPr>
            <a:spLocks noChangeShapeType="1"/>
          </p:cNvSpPr>
          <p:nvPr/>
        </p:nvSpPr>
        <p:spPr bwMode="auto">
          <a:xfrm rot="10800000" flipH="1">
            <a:off x="3810000" y="3124200"/>
            <a:ext cx="152400" cy="6096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18" name="Line 65"/>
          <p:cNvSpPr>
            <a:spLocks noChangeShapeType="1"/>
          </p:cNvSpPr>
          <p:nvPr/>
        </p:nvSpPr>
        <p:spPr bwMode="auto">
          <a:xfrm>
            <a:off x="3962400" y="3124200"/>
            <a:ext cx="304800" cy="158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19" name="Line 66"/>
          <p:cNvSpPr>
            <a:spLocks noChangeShapeType="1"/>
          </p:cNvSpPr>
          <p:nvPr/>
        </p:nvSpPr>
        <p:spPr bwMode="auto">
          <a:xfrm>
            <a:off x="3810000" y="4572000"/>
            <a:ext cx="228600" cy="106680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20" name="Line 67"/>
          <p:cNvSpPr>
            <a:spLocks noChangeShapeType="1"/>
          </p:cNvSpPr>
          <p:nvPr/>
        </p:nvSpPr>
        <p:spPr bwMode="auto">
          <a:xfrm rot="10800000" flipH="1">
            <a:off x="4038600" y="5562600"/>
            <a:ext cx="228600" cy="762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3621" name="Rectangle 68"/>
          <p:cNvSpPr>
            <a:spLocks/>
          </p:cNvSpPr>
          <p:nvPr/>
        </p:nvSpPr>
        <p:spPr bwMode="auto">
          <a:xfrm>
            <a:off x="1066800" y="1752600"/>
            <a:ext cx="220980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1400"/>
              </a:spcBef>
              <a:buClrTx/>
              <a:buSzTx/>
              <a:buFontTx/>
              <a:buNone/>
            </a:pPr>
            <a:r>
              <a:rPr lang="en-US" altLang="en-US" sz="2400" b="1">
                <a:solidFill>
                  <a:srgbClr val="FF0000"/>
                </a:solidFill>
                <a:latin typeface="Arial" charset="0"/>
                <a:cs typeface="Arial" charset="0"/>
                <a:sym typeface="Arial" charset="0"/>
              </a:rPr>
              <a:t>LEARNING CURVES</a:t>
            </a:r>
          </a:p>
        </p:txBody>
      </p:sp>
      <p:sp>
        <p:nvSpPr>
          <p:cNvPr id="23622" name="Rectangle 69"/>
          <p:cNvSpPr>
            <a:spLocks/>
          </p:cNvSpPr>
          <p:nvPr/>
        </p:nvSpPr>
        <p:spPr bwMode="auto">
          <a:xfrm>
            <a:off x="609600" y="3352800"/>
            <a:ext cx="13716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1050"/>
              </a:spcBef>
              <a:buClrTx/>
              <a:buSzTx/>
              <a:buFontTx/>
              <a:buNone/>
            </a:pPr>
            <a:r>
              <a:rPr lang="en-US" altLang="en-US" sz="1800" b="1">
                <a:latin typeface="Arial" charset="0"/>
                <a:cs typeface="Arial" charset="0"/>
                <a:sym typeface="Arial" charset="0"/>
              </a:rPr>
              <a:t>FLUENCY</a:t>
            </a:r>
          </a:p>
        </p:txBody>
      </p:sp>
      <p:sp>
        <p:nvSpPr>
          <p:cNvPr id="23623" name="Rectangle 70"/>
          <p:cNvSpPr>
            <a:spLocks/>
          </p:cNvSpPr>
          <p:nvPr/>
        </p:nvSpPr>
        <p:spPr bwMode="auto">
          <a:xfrm>
            <a:off x="609600" y="4267200"/>
            <a:ext cx="16764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1050"/>
              </a:spcBef>
              <a:buClrTx/>
              <a:buSzTx/>
              <a:buFontTx/>
              <a:buNone/>
            </a:pPr>
            <a:r>
              <a:rPr lang="en-US" altLang="en-US" sz="1800" b="1">
                <a:latin typeface="Arial" charset="0"/>
                <a:cs typeface="Arial" charset="0"/>
                <a:sym typeface="Arial" charset="0"/>
              </a:rPr>
              <a:t>ACCURACY</a:t>
            </a:r>
          </a:p>
        </p:txBody>
      </p:sp>
      <p:sp>
        <p:nvSpPr>
          <p:cNvPr id="23624" name="Rectangle 71"/>
          <p:cNvSpPr>
            <a:spLocks/>
          </p:cNvSpPr>
          <p:nvPr/>
        </p:nvSpPr>
        <p:spPr bwMode="auto">
          <a:xfrm>
            <a:off x="6705600" y="2362200"/>
            <a:ext cx="1752600"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1050"/>
              </a:spcBef>
              <a:buClrTx/>
              <a:buSzTx/>
              <a:buFontTx/>
              <a:buNone/>
            </a:pPr>
            <a:r>
              <a:rPr lang="en-US" altLang="en-US" sz="1800" b="1">
                <a:latin typeface="Arial" charset="0"/>
                <a:cs typeface="Arial" charset="0"/>
                <a:sym typeface="Arial" charset="0"/>
              </a:rPr>
              <a:t>MASTERY</a:t>
            </a:r>
          </a:p>
          <a:p>
            <a:pPr eaLnBrk="1" hangingPunct="1">
              <a:spcBef>
                <a:spcPts val="1050"/>
              </a:spcBef>
              <a:buClrTx/>
              <a:buSzTx/>
              <a:buFontTx/>
              <a:buNone/>
            </a:pPr>
            <a:r>
              <a:rPr lang="en-US" altLang="en-US" sz="1800" b="1">
                <a:latin typeface="Arial" charset="0"/>
                <a:cs typeface="Arial" charset="0"/>
                <a:sym typeface="Arial" charset="0"/>
              </a:rPr>
              <a:t>(aim rate)</a:t>
            </a:r>
          </a:p>
        </p:txBody>
      </p:sp>
      <p:sp>
        <p:nvSpPr>
          <p:cNvPr id="23625" name="Line 72"/>
          <p:cNvSpPr>
            <a:spLocks noChangeShapeType="1"/>
          </p:cNvSpPr>
          <p:nvPr/>
        </p:nvSpPr>
        <p:spPr bwMode="auto">
          <a:xfrm flipH="1">
            <a:off x="4191000" y="2590800"/>
            <a:ext cx="2514600" cy="381000"/>
          </a:xfrm>
          <a:prstGeom prst="line">
            <a:avLst/>
          </a:prstGeom>
          <a:noFill/>
          <a:ln w="63500">
            <a:solidFill>
              <a:srgbClr val="0066FF"/>
            </a:solidFill>
            <a:round/>
            <a:headEnd/>
            <a:tailEnd type="triangle" w="sm" len="sm"/>
          </a:ln>
          <a:extLst>
            <a:ext uri="{909E8E84-426E-40DD-AFC4-6F175D3DCCD1}">
              <a14:hiddenFill xmlns:a14="http://schemas.microsoft.com/office/drawing/2010/main">
                <a:noFill/>
              </a14:hiddenFill>
            </a:ext>
          </a:extLst>
        </p:spPr>
        <p:txBody>
          <a:bodyPr/>
          <a:lstStyle/>
          <a:p>
            <a:endParaRPr lang="en-GB"/>
          </a:p>
        </p:txBody>
      </p:sp>
      <p:sp>
        <p:nvSpPr>
          <p:cNvPr id="23626" name="Rectangle 73"/>
          <p:cNvSpPr>
            <a:spLocks/>
          </p:cNvSpPr>
          <p:nvPr/>
        </p:nvSpPr>
        <p:spPr bwMode="auto">
          <a:xfrm>
            <a:off x="3733800" y="2286000"/>
            <a:ext cx="2057400"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buClrTx/>
              <a:buSzTx/>
              <a:buFontTx/>
              <a:buNone/>
            </a:pPr>
            <a:r>
              <a:rPr lang="en-US" altLang="en-US" sz="1200" b="1">
                <a:solidFill>
                  <a:srgbClr val="FFB800"/>
                </a:solidFill>
                <a:latin typeface="Arial" charset="0"/>
                <a:cs typeface="Arial" charset="0"/>
                <a:sym typeface="Arial" charset="0"/>
              </a:rPr>
              <a:t>DAYS AND WEEKS</a:t>
            </a: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1"/>
          <p:cNvSpPr>
            <a:spLocks noGrp="1" noChangeArrowheads="1"/>
          </p:cNvSpPr>
          <p:nvPr>
            <p:ph type="body" idx="1"/>
          </p:nvPr>
        </p:nvSpPr>
        <p:spPr>
          <a:xfrm>
            <a:off x="1116013" y="1268413"/>
            <a:ext cx="7696200" cy="5334000"/>
          </a:xfrm>
        </p:spPr>
        <p:txBody>
          <a:bodyPr rIns="31750"/>
          <a:lstStyle/>
          <a:p>
            <a:pPr marL="690563" indent="-609600" eaLnBrk="1" hangingPunct="1">
              <a:buFont typeface="Century Gothic" pitchFamily="34" charset="0"/>
              <a:buNone/>
            </a:pPr>
            <a:endParaRPr lang="en-US" altLang="en-US" sz="1400" smtClean="0"/>
          </a:p>
          <a:p>
            <a:pPr marL="690563" indent="-609600" eaLnBrk="1" hangingPunct="1">
              <a:buFont typeface="Century Gothic" pitchFamily="34" charset="0"/>
              <a:buNone/>
            </a:pPr>
            <a:r>
              <a:rPr lang="en-US" altLang="en-US" sz="2400" smtClean="0"/>
              <a:t>Suggested minimum Fluency Markers:</a:t>
            </a:r>
          </a:p>
          <a:p>
            <a:pPr marL="690563" indent="-609600" eaLnBrk="1" hangingPunct="1">
              <a:buFont typeface="Century Gothic" pitchFamily="34" charset="0"/>
              <a:buNone/>
            </a:pPr>
            <a:r>
              <a:rPr lang="en-US" altLang="en-US" sz="1600" smtClean="0">
                <a:latin typeface="ヒラギノ明朝 ProN W3" charset="0"/>
                <a:sym typeface="ヒラギノ明朝 ProN W3" charset="0"/>
              </a:rPr>
              <a:t>			</a:t>
            </a:r>
            <a:r>
              <a:rPr lang="en-US" altLang="en-US" sz="1800" smtClean="0"/>
              <a:t>Infant Pupils</a:t>
            </a:r>
            <a:r>
              <a:rPr lang="en-US" altLang="en-US" sz="1800" smtClean="0">
                <a:latin typeface="ヒラギノ明朝 ProN W3" charset="0"/>
                <a:sym typeface="ヒラギノ明朝 ProN W3" charset="0"/>
              </a:rPr>
              <a:t>	</a:t>
            </a:r>
            <a:r>
              <a:rPr lang="en-US" altLang="en-US" sz="1800" smtClean="0"/>
              <a:t>=</a:t>
            </a:r>
            <a:r>
              <a:rPr lang="en-US" altLang="en-US" sz="1800" smtClean="0">
                <a:latin typeface="ヒラギノ明朝 ProN W3" charset="0"/>
                <a:sym typeface="ヒラギノ明朝 ProN W3" charset="0"/>
              </a:rPr>
              <a:t>	</a:t>
            </a:r>
            <a:r>
              <a:rPr lang="en-US" altLang="en-US" sz="1800" smtClean="0"/>
              <a:t>40 correct per minute</a:t>
            </a:r>
            <a:endParaRPr lang="en-US" altLang="en-US" smtClean="0"/>
          </a:p>
          <a:p>
            <a:pPr marL="690563" indent="-609600" eaLnBrk="1" hangingPunct="1">
              <a:buFont typeface="Century Gothic" pitchFamily="34" charset="0"/>
              <a:buNone/>
            </a:pPr>
            <a:r>
              <a:rPr lang="en-US" altLang="en-US" sz="1800" smtClean="0">
                <a:latin typeface="ヒラギノ明朝 ProN W3" charset="0"/>
                <a:sym typeface="ヒラギノ明朝 ProN W3" charset="0"/>
              </a:rPr>
              <a:t>			</a:t>
            </a:r>
            <a:r>
              <a:rPr lang="en-US" altLang="en-US" sz="1800" smtClean="0"/>
              <a:t>Junior Pupils</a:t>
            </a:r>
            <a:r>
              <a:rPr lang="en-US" altLang="en-US" sz="1800" smtClean="0">
                <a:latin typeface="ヒラギノ明朝 ProN W3" charset="0"/>
                <a:sym typeface="ヒラギノ明朝 ProN W3" charset="0"/>
              </a:rPr>
              <a:t>	</a:t>
            </a:r>
            <a:r>
              <a:rPr lang="en-US" altLang="en-US" sz="1800" smtClean="0"/>
              <a:t>=</a:t>
            </a:r>
            <a:r>
              <a:rPr lang="en-US" altLang="en-US" sz="1800" smtClean="0">
                <a:latin typeface="ヒラギノ明朝 ProN W3" charset="0"/>
                <a:sym typeface="ヒラギノ明朝 ProN W3" charset="0"/>
              </a:rPr>
              <a:t>	</a:t>
            </a:r>
            <a:r>
              <a:rPr lang="en-US" altLang="en-US" sz="1800" smtClean="0"/>
              <a:t>50 cpm</a:t>
            </a:r>
            <a:endParaRPr lang="en-US" altLang="en-US" smtClean="0"/>
          </a:p>
          <a:p>
            <a:pPr marL="690563" indent="-609600" eaLnBrk="1" hangingPunct="1">
              <a:buFont typeface="Century Gothic" pitchFamily="34" charset="0"/>
              <a:buNone/>
            </a:pPr>
            <a:r>
              <a:rPr lang="en-US" altLang="en-US" sz="1800" smtClean="0">
                <a:latin typeface="ヒラギノ明朝 ProN W3" charset="0"/>
                <a:sym typeface="ヒラギノ明朝 ProN W3" charset="0"/>
              </a:rPr>
              <a:t>			</a:t>
            </a:r>
            <a:r>
              <a:rPr lang="en-US" altLang="en-US" sz="1800" smtClean="0"/>
              <a:t>Secondary</a:t>
            </a:r>
            <a:r>
              <a:rPr lang="en-US" altLang="en-US" sz="1800" smtClean="0">
                <a:latin typeface="ヒラギノ明朝 ProN W3" charset="0"/>
                <a:sym typeface="ヒラギノ明朝 ProN W3" charset="0"/>
              </a:rPr>
              <a:t>	</a:t>
            </a:r>
            <a:r>
              <a:rPr lang="en-US" altLang="en-US" sz="1800" smtClean="0"/>
              <a:t>=</a:t>
            </a:r>
            <a:r>
              <a:rPr lang="en-US" altLang="en-US" sz="1800" smtClean="0">
                <a:latin typeface="ヒラギノ明朝 ProN W3" charset="0"/>
                <a:sym typeface="ヒラギノ明朝 ProN W3" charset="0"/>
              </a:rPr>
              <a:t>	</a:t>
            </a:r>
            <a:r>
              <a:rPr lang="en-US" altLang="en-US" sz="1800" smtClean="0"/>
              <a:t>60 cpm</a:t>
            </a:r>
            <a:endParaRPr lang="en-US" altLang="en-US" smtClean="0"/>
          </a:p>
          <a:p>
            <a:pPr marL="690563" indent="-609600" eaLnBrk="1" hangingPunct="1">
              <a:buFont typeface="Century Gothic" pitchFamily="34" charset="0"/>
              <a:buNone/>
            </a:pPr>
            <a:endParaRPr lang="en-US" altLang="en-US" sz="1600" smtClean="0"/>
          </a:p>
          <a:p>
            <a:pPr marL="690563" indent="-609600" eaLnBrk="1" hangingPunct="1">
              <a:buFont typeface="Century Gothic" pitchFamily="34" charset="0"/>
              <a:buNone/>
            </a:pPr>
            <a:r>
              <a:rPr lang="en-US" altLang="en-US" sz="2400" smtClean="0"/>
              <a:t>Suggested minimum </a:t>
            </a:r>
          </a:p>
          <a:p>
            <a:pPr marL="690563" indent="-609600" eaLnBrk="1" hangingPunct="1">
              <a:buFont typeface="Century Gothic" pitchFamily="34" charset="0"/>
              <a:buNone/>
            </a:pPr>
            <a:r>
              <a:rPr lang="en-US" altLang="en-US" sz="2400" smtClean="0"/>
              <a:t>Accuracy Markers:</a:t>
            </a:r>
          </a:p>
          <a:p>
            <a:pPr marL="690563" indent="-609600" eaLnBrk="1" hangingPunct="1">
              <a:buFont typeface="Century Gothic" pitchFamily="34" charset="0"/>
              <a:buNone/>
            </a:pPr>
            <a:r>
              <a:rPr lang="en-US" altLang="en-US" sz="1800" smtClean="0"/>
              <a:t>See-to-say</a:t>
            </a:r>
            <a:r>
              <a:rPr lang="en-US" altLang="en-US" sz="1800" smtClean="0">
                <a:latin typeface="ヒラギノ明朝 ProN W3" charset="0"/>
                <a:sym typeface="ヒラギノ明朝 ProN W3" charset="0"/>
              </a:rPr>
              <a:t>		</a:t>
            </a:r>
            <a:r>
              <a:rPr lang="en-US" altLang="en-US" sz="1800" smtClean="0"/>
              <a:t>=</a:t>
            </a:r>
            <a:r>
              <a:rPr lang="en-US" altLang="en-US" sz="1800" smtClean="0">
                <a:latin typeface="ヒラギノ明朝 ProN W3" charset="0"/>
                <a:sym typeface="ヒラギノ明朝 ProN W3" charset="0"/>
              </a:rPr>
              <a:t>	</a:t>
            </a:r>
            <a:r>
              <a:rPr lang="en-US" altLang="en-US" sz="1800" smtClean="0"/>
              <a:t>3 or less</a:t>
            </a:r>
            <a:endParaRPr lang="en-US" altLang="en-US" smtClean="0"/>
          </a:p>
          <a:p>
            <a:pPr marL="690563" indent="-609600" eaLnBrk="1" hangingPunct="1">
              <a:buFont typeface="Century Gothic" pitchFamily="34" charset="0"/>
              <a:buNone/>
            </a:pPr>
            <a:endParaRPr lang="en-US" altLang="en-US" smtClean="0"/>
          </a:p>
          <a:p>
            <a:pPr marL="690563" indent="-609600" eaLnBrk="1" hangingPunct="1">
              <a:buFont typeface="Century Gothic" pitchFamily="34" charset="0"/>
              <a:buNone/>
            </a:pPr>
            <a:r>
              <a:rPr lang="en-US" altLang="en-US" sz="1800" smtClean="0"/>
              <a:t>MAINTENANCE- ACHIEVE THE TARGET FOR 3 </a:t>
            </a:r>
          </a:p>
          <a:p>
            <a:pPr marL="690563" indent="-609600" eaLnBrk="1" hangingPunct="1">
              <a:buFont typeface="Century Gothic" pitchFamily="34" charset="0"/>
              <a:buNone/>
            </a:pPr>
            <a:r>
              <a:rPr lang="en-US" altLang="en-US" sz="1800" smtClean="0"/>
              <a:t>CONSECUTIVE DAYS</a:t>
            </a:r>
            <a:endParaRPr lang="en-US" altLang="en-US" smtClean="0"/>
          </a:p>
          <a:p>
            <a:pPr marL="690563" indent="-609600" eaLnBrk="1" hangingPunct="1">
              <a:buFont typeface="Century Gothic" pitchFamily="34" charset="0"/>
              <a:buNone/>
            </a:pPr>
            <a:endParaRPr lang="en-US" altLang="en-US" smtClean="0"/>
          </a:p>
        </p:txBody>
      </p:sp>
      <p:sp>
        <p:nvSpPr>
          <p:cNvPr id="25603" name="Rectangle 2"/>
          <p:cNvSpPr>
            <a:spLocks/>
          </p:cNvSpPr>
          <p:nvPr/>
        </p:nvSpPr>
        <p:spPr bwMode="auto">
          <a:xfrm>
            <a:off x="1258888" y="2276475"/>
            <a:ext cx="14478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ts val="1100"/>
              </a:spcBef>
              <a:buClrTx/>
              <a:buSzTx/>
              <a:buFontTx/>
              <a:buNone/>
            </a:pPr>
            <a:r>
              <a:rPr lang="en-US" altLang="en-US" sz="1800"/>
              <a:t>See-to-say</a:t>
            </a:r>
          </a:p>
        </p:txBody>
      </p:sp>
      <p:sp>
        <p:nvSpPr>
          <p:cNvPr id="25604" name="Rectangle 3"/>
          <p:cNvSpPr>
            <a:spLocks/>
          </p:cNvSpPr>
          <p:nvPr/>
        </p:nvSpPr>
        <p:spPr bwMode="auto">
          <a:xfrm>
            <a:off x="1157288" y="942975"/>
            <a:ext cx="68707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82550" bIns="0" anchor="b"/>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r>
              <a:rPr lang="en-US" altLang="en-US" sz="3600" u="sng"/>
              <a:t>Setting Aim Rates</a:t>
            </a:r>
          </a:p>
        </p:txBody>
      </p:sp>
      <p:sp>
        <p:nvSpPr>
          <p:cNvPr id="25605" name="AutoShape 4"/>
          <p:cNvSpPr>
            <a:spLocks/>
          </p:cNvSpPr>
          <p:nvPr/>
        </p:nvSpPr>
        <p:spPr bwMode="auto">
          <a:xfrm>
            <a:off x="2771775" y="2060575"/>
            <a:ext cx="144463" cy="863600"/>
          </a:xfrm>
          <a:custGeom>
            <a:avLst/>
            <a:gdLst>
              <a:gd name="T0" fmla="*/ 2147483647 w 21600"/>
              <a:gd name="T1" fmla="*/ 0 h 21600"/>
              <a:gd name="T2" fmla="*/ 2147483647 w 21600"/>
              <a:gd name="T3" fmla="*/ 2147483647 h 21600"/>
              <a:gd name="T4" fmla="*/ 2147483647 w 21600"/>
              <a:gd name="T5" fmla="*/ 2147483647 h 21600"/>
              <a:gd name="T6" fmla="*/ 0 w 21600"/>
              <a:gd name="T7" fmla="*/ 2147483647 h 21600"/>
              <a:gd name="T8" fmla="*/ 2147483647 w 21600"/>
              <a:gd name="T9" fmla="*/ 2147483647 h 21600"/>
              <a:gd name="T10" fmla="*/ 2147483647 w 21600"/>
              <a:gd name="T11" fmla="*/ 2147483647 h 21600"/>
              <a:gd name="T12" fmla="*/ 2147483647 w 21600"/>
              <a:gd name="T13" fmla="*/ 2147483647 h 21600"/>
              <a:gd name="T14" fmla="*/ 0 60000 65536"/>
              <a:gd name="T15" fmla="*/ 0 60000 65536"/>
              <a:gd name="T16" fmla="*/ 0 60000 65536"/>
              <a:gd name="T17" fmla="*/ 0 60000 65536"/>
              <a:gd name="T18" fmla="*/ 0 60000 65536"/>
              <a:gd name="T19" fmla="*/ 0 60000 65536"/>
              <a:gd name="T20" fmla="*/ 0 60000 65536"/>
              <a:gd name="T21" fmla="*/ 0 w 21600"/>
              <a:gd name="T22" fmla="*/ 0 h 21600"/>
              <a:gd name="T23" fmla="*/ 21600 w 21600"/>
              <a:gd name="T24" fmla="*/ 21600 h 216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600" h="21600">
                <a:moveTo>
                  <a:pt x="21600" y="0"/>
                </a:moveTo>
                <a:cubicBezTo>
                  <a:pt x="15635" y="0"/>
                  <a:pt x="10800" y="806"/>
                  <a:pt x="10800" y="1800"/>
                </a:cubicBezTo>
                <a:lnTo>
                  <a:pt x="10800" y="9000"/>
                </a:lnTo>
                <a:cubicBezTo>
                  <a:pt x="10800" y="9994"/>
                  <a:pt x="5965" y="10800"/>
                  <a:pt x="0" y="10800"/>
                </a:cubicBezTo>
                <a:cubicBezTo>
                  <a:pt x="5965" y="10800"/>
                  <a:pt x="10800" y="11606"/>
                  <a:pt x="10800" y="12600"/>
                </a:cubicBezTo>
                <a:lnTo>
                  <a:pt x="10800" y="19800"/>
                </a:lnTo>
                <a:cubicBezTo>
                  <a:pt x="10800" y="20794"/>
                  <a:pt x="15635" y="21600"/>
                  <a:pt x="21600" y="21600"/>
                </a:cubicBezTo>
              </a:path>
            </a:pathLst>
          </a:custGeom>
          <a:noFill/>
          <a:ln w="12700">
            <a:solidFill>
              <a:schemeClr val="tx1"/>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0" tIns="0" rIns="0" bIns="0"/>
          <a:lstStyle/>
          <a:p>
            <a:endParaRPr lang="en-GB"/>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
          <p:cNvSpPr>
            <a:spLocks noGrp="1" noChangeArrowheads="1"/>
          </p:cNvSpPr>
          <p:nvPr>
            <p:ph type="body" idx="1"/>
          </p:nvPr>
        </p:nvSpPr>
        <p:spPr>
          <a:xfrm>
            <a:off x="1279525" y="1600200"/>
            <a:ext cx="5257800" cy="4525963"/>
          </a:xfrm>
        </p:spPr>
        <p:txBody>
          <a:bodyPr rIns="81279"/>
          <a:lstStyle/>
          <a:p>
            <a:pPr eaLnBrk="1" hangingPunct="1">
              <a:buFont typeface="Century Gothic" pitchFamily="34" charset="0"/>
              <a:buNone/>
            </a:pPr>
            <a:r>
              <a:rPr lang="en-US" altLang="en-US" sz="3200" dirty="0" smtClean="0"/>
              <a:t>Charting Skills</a:t>
            </a:r>
          </a:p>
          <a:p>
            <a:pPr eaLnBrk="1" hangingPunct="1"/>
            <a:endParaRPr lang="en-US" altLang="en-US" sz="3200" dirty="0" smtClean="0"/>
          </a:p>
          <a:p>
            <a:pPr marL="1639888" lvl="3" eaLnBrk="1" hangingPunct="1"/>
            <a:r>
              <a:rPr lang="en-US" altLang="en-US" sz="2400" dirty="0" smtClean="0"/>
              <a:t>Activity: Let’s try one!</a:t>
            </a:r>
          </a:p>
        </p:txBody>
      </p:sp>
      <p:sp>
        <p:nvSpPr>
          <p:cNvPr id="26627" name="Rectangle 2"/>
          <p:cNvSpPr>
            <a:spLocks/>
          </p:cNvSpPr>
          <p:nvPr/>
        </p:nvSpPr>
        <p:spPr bwMode="auto">
          <a:xfrm>
            <a:off x="1157288" y="942975"/>
            <a:ext cx="68707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82550" bIns="0" anchor="b"/>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r>
              <a:rPr lang="en-US" altLang="en-US" sz="3600" u="sng" dirty="0">
                <a:solidFill>
                  <a:srgbClr val="000000"/>
                </a:solidFill>
              </a:rPr>
              <a:t>How do you do PT?</a:t>
            </a: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
          <p:cNvSpPr>
            <a:spLocks noGrp="1" noChangeArrowheads="1"/>
          </p:cNvSpPr>
          <p:nvPr>
            <p:ph type="title"/>
          </p:nvPr>
        </p:nvSpPr>
        <p:spPr>
          <a:xfrm>
            <a:off x="971600" y="260648"/>
            <a:ext cx="8424813" cy="1584176"/>
          </a:xfrm>
        </p:spPr>
        <p:txBody>
          <a:bodyPr rIns="31750" anchor="b"/>
          <a:lstStyle/>
          <a:p>
            <a:pPr indent="0" eaLnBrk="1" hangingPunct="1"/>
            <a:r>
              <a:rPr lang="en-US" altLang="en-US" u="sng" dirty="0" smtClean="0"/>
              <a:t/>
            </a:r>
            <a:br>
              <a:rPr lang="en-US" altLang="en-US" u="sng" dirty="0" smtClean="0"/>
            </a:br>
            <a:r>
              <a:rPr lang="en-US" altLang="en-US" u="sng" dirty="0" smtClean="0"/>
              <a:t>Monitoring</a:t>
            </a:r>
            <a:r>
              <a:rPr lang="en-US" altLang="en-US" u="sng" dirty="0" smtClean="0"/>
              <a:t/>
            </a:r>
            <a:br>
              <a:rPr lang="en-US" altLang="en-US" u="sng" dirty="0" smtClean="0"/>
            </a:br>
            <a:r>
              <a:rPr lang="en-US" altLang="en-US" sz="3200" dirty="0" smtClean="0"/>
              <a:t>When do I change the probe?</a:t>
            </a:r>
            <a:endParaRPr lang="en-US" altLang="en-US" u="sng" dirty="0" smtClean="0"/>
          </a:p>
        </p:txBody>
      </p:sp>
      <p:sp>
        <p:nvSpPr>
          <p:cNvPr id="27651" name="Rectangle 2"/>
          <p:cNvSpPr>
            <a:spLocks noGrp="1" noChangeArrowheads="1"/>
          </p:cNvSpPr>
          <p:nvPr>
            <p:ph type="body" idx="1"/>
          </p:nvPr>
        </p:nvSpPr>
        <p:spPr>
          <a:xfrm>
            <a:off x="971600" y="1916832"/>
            <a:ext cx="7777113" cy="3024336"/>
          </a:xfrm>
        </p:spPr>
        <p:txBody>
          <a:bodyPr rIns="31750"/>
          <a:lstStyle/>
          <a:p>
            <a:pPr marL="423863" indent="-384175" eaLnBrk="1" hangingPunct="1">
              <a:spcBef>
                <a:spcPts val="0"/>
              </a:spcBef>
              <a:buFont typeface="Century Gothic" pitchFamily="34" charset="0"/>
              <a:buNone/>
            </a:pPr>
            <a:r>
              <a:rPr lang="en-US" altLang="en-US" sz="2400" dirty="0" smtClean="0"/>
              <a:t>You must continue to teach and </a:t>
            </a:r>
          </a:p>
          <a:p>
            <a:pPr marL="423863" indent="-384175" eaLnBrk="1" hangingPunct="1">
              <a:spcBef>
                <a:spcPts val="0"/>
              </a:spcBef>
              <a:buFont typeface="Century Gothic" pitchFamily="34" charset="0"/>
              <a:buNone/>
            </a:pPr>
            <a:r>
              <a:rPr lang="en-US" altLang="en-US" sz="2400" dirty="0" smtClean="0"/>
              <a:t>probe the same set of new </a:t>
            </a:r>
          </a:p>
          <a:p>
            <a:pPr marL="423863" indent="-384175" eaLnBrk="1" hangingPunct="1">
              <a:spcBef>
                <a:spcPts val="0"/>
              </a:spcBef>
              <a:buFont typeface="Century Gothic" pitchFamily="34" charset="0"/>
              <a:buNone/>
            </a:pPr>
            <a:r>
              <a:rPr lang="en-US" altLang="en-US" sz="2400" dirty="0" smtClean="0"/>
              <a:t>letters/words/numbers until the </a:t>
            </a:r>
          </a:p>
          <a:p>
            <a:pPr marL="423863" indent="-384175" eaLnBrk="1" hangingPunct="1">
              <a:spcBef>
                <a:spcPts val="0"/>
              </a:spcBef>
              <a:buFont typeface="Century Gothic" pitchFamily="34" charset="0"/>
              <a:buNone/>
            </a:pPr>
            <a:r>
              <a:rPr lang="en-US" altLang="en-US" sz="2400" dirty="0" smtClean="0"/>
              <a:t>target has been met for 3 </a:t>
            </a:r>
          </a:p>
          <a:p>
            <a:pPr marL="423863" indent="-384175" eaLnBrk="1" hangingPunct="1">
              <a:spcBef>
                <a:spcPts val="0"/>
              </a:spcBef>
              <a:buFont typeface="Century Gothic" pitchFamily="34" charset="0"/>
              <a:buNone/>
            </a:pPr>
            <a:r>
              <a:rPr lang="en-US" altLang="en-US" sz="2400" dirty="0" smtClean="0"/>
              <a:t>consecutive days, </a:t>
            </a:r>
          </a:p>
          <a:p>
            <a:pPr marL="423863" indent="-384175" eaLnBrk="1" hangingPunct="1">
              <a:spcBef>
                <a:spcPts val="0"/>
              </a:spcBef>
              <a:buFont typeface="Century Gothic" pitchFamily="34" charset="0"/>
              <a:buNone/>
            </a:pPr>
            <a:r>
              <a:rPr lang="en-US" altLang="en-US" sz="2400" dirty="0" smtClean="0"/>
              <a:t>which indicates the skill </a:t>
            </a:r>
          </a:p>
          <a:p>
            <a:pPr marL="423863" indent="-384175" eaLnBrk="1" hangingPunct="1">
              <a:spcBef>
                <a:spcPts val="0"/>
              </a:spcBef>
              <a:buFont typeface="Century Gothic" pitchFamily="34" charset="0"/>
              <a:buNone/>
            </a:pPr>
            <a:r>
              <a:rPr lang="en-US" altLang="en-US" sz="2400" dirty="0" smtClean="0"/>
              <a:t>has been mastered.</a:t>
            </a:r>
          </a:p>
          <a:p>
            <a:pPr marL="423863" indent="-384175" eaLnBrk="1" hangingPunct="1">
              <a:buFont typeface="Century Gothic" pitchFamily="34" charset="0"/>
              <a:buNone/>
            </a:pPr>
            <a:endParaRPr lang="en-US" altLang="en-US" sz="2400" b="1" dirty="0" smtClean="0"/>
          </a:p>
          <a:p>
            <a:pPr marL="423863" indent="-384175" eaLnBrk="1" hangingPunct="1">
              <a:buFont typeface="Century Gothic" pitchFamily="34" charset="0"/>
              <a:buNone/>
            </a:pPr>
            <a:r>
              <a:rPr lang="en-US" altLang="en-US" sz="2400" b="1" dirty="0" smtClean="0"/>
              <a:t>Remember…</a:t>
            </a:r>
          </a:p>
          <a:p>
            <a:pPr marL="423863" indent="-384175" eaLnBrk="1" hangingPunct="1">
              <a:buFont typeface="Century Gothic" pitchFamily="34" charset="0"/>
              <a:buNone/>
            </a:pPr>
            <a:r>
              <a:rPr lang="en-US" altLang="en-US" sz="2400" b="1" dirty="0" smtClean="0"/>
              <a:t>New Probe – New Chart!</a:t>
            </a:r>
            <a:endParaRPr lang="en-US" altLang="en-US" b="1" dirty="0" smtClean="0"/>
          </a:p>
          <a:p>
            <a:pPr marL="423863" indent="-384175" eaLnBrk="1" hangingPunct="1">
              <a:buFont typeface="Century Gothic" pitchFamily="34" charset="0"/>
              <a:buNone/>
            </a:pPr>
            <a:endParaRPr lang="en-US" altLang="en-US" sz="2400" dirty="0" smtClean="0"/>
          </a:p>
          <a:p>
            <a:pPr marL="423863" indent="-384175" eaLnBrk="1" hangingPunct="1">
              <a:buFont typeface="Century Gothic" pitchFamily="34" charset="0"/>
              <a:buNone/>
            </a:pPr>
            <a:r>
              <a:rPr lang="en-US" altLang="en-US" sz="2400" dirty="0" smtClean="0">
                <a:latin typeface="ヒラギノ明朝 ProN W3" charset="0"/>
                <a:sym typeface="ヒラギノ明朝 ProN W3" charset="0"/>
              </a:rPr>
              <a:t>	</a:t>
            </a:r>
            <a:endParaRPr lang="en-US" altLang="en-US" sz="2400" dirty="0" smtClean="0"/>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
          <p:cNvSpPr>
            <a:spLocks/>
          </p:cNvSpPr>
          <p:nvPr/>
        </p:nvSpPr>
        <p:spPr bwMode="auto">
          <a:xfrm>
            <a:off x="1187450" y="658813"/>
            <a:ext cx="75946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nchor="ctr"/>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r>
              <a:rPr lang="en-US" altLang="en-US" sz="3600" u="sng"/>
              <a:t>Interleaving (Solity et al., 2000)</a:t>
            </a:r>
          </a:p>
        </p:txBody>
      </p:sp>
      <p:grpSp>
        <p:nvGrpSpPr>
          <p:cNvPr id="2" name="Group 2"/>
          <p:cNvGrpSpPr>
            <a:grpSpLocks/>
          </p:cNvGrpSpPr>
          <p:nvPr/>
        </p:nvGrpSpPr>
        <p:grpSpPr bwMode="auto">
          <a:xfrm>
            <a:off x="1039813" y="1916113"/>
            <a:ext cx="5535612" cy="2555875"/>
            <a:chOff x="0" y="0"/>
            <a:chExt cx="3487" cy="1610"/>
          </a:xfrm>
        </p:grpSpPr>
        <p:grpSp>
          <p:nvGrpSpPr>
            <p:cNvPr id="3" name="Group 3"/>
            <p:cNvGrpSpPr>
              <a:grpSpLocks/>
            </p:cNvGrpSpPr>
            <p:nvPr/>
          </p:nvGrpSpPr>
          <p:grpSpPr bwMode="auto">
            <a:xfrm>
              <a:off x="0" y="0"/>
              <a:ext cx="649" cy="1605"/>
              <a:chOff x="0" y="0"/>
              <a:chExt cx="649" cy="1605"/>
            </a:xfrm>
          </p:grpSpPr>
          <p:sp>
            <p:nvSpPr>
              <p:cNvPr id="30740" name="Rectangle 4"/>
              <p:cNvSpPr>
                <a:spLocks/>
              </p:cNvSpPr>
              <p:nvPr/>
            </p:nvSpPr>
            <p:spPr bwMode="auto">
              <a:xfrm>
                <a:off x="0" y="0"/>
                <a:ext cx="649" cy="1605"/>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endParaRPr lang="en-GB" altLang="en-US" sz="1200">
                  <a:solidFill>
                    <a:srgbClr val="000000"/>
                  </a:solidFill>
                  <a:latin typeface="Times New Roman" pitchFamily="18" charset="0"/>
                  <a:sym typeface="Times New Roman" pitchFamily="18" charset="0"/>
                </a:endParaRPr>
              </a:p>
            </p:txBody>
          </p:sp>
          <p:sp>
            <p:nvSpPr>
              <p:cNvPr id="30741" name="Rectangle 5"/>
              <p:cNvSpPr>
                <a:spLocks/>
              </p:cNvSpPr>
              <p:nvPr/>
            </p:nvSpPr>
            <p:spPr bwMode="auto">
              <a:xfrm>
                <a:off x="0" y="0"/>
                <a:ext cx="648" cy="1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82588" indent="-342900">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algn="ctr" eaLnBrk="1" hangingPunct="1">
                  <a:lnSpc>
                    <a:spcPct val="70000"/>
                  </a:lnSpc>
                  <a:spcBef>
                    <a:spcPts val="875"/>
                  </a:spcBef>
                  <a:buClrTx/>
                  <a:buSzTx/>
                  <a:buFontTx/>
                  <a:buNone/>
                </a:pPr>
                <a:r>
                  <a:rPr lang="en-US" altLang="en-US" sz="2400" b="1" i="1">
                    <a:solidFill>
                      <a:srgbClr val="FF0000"/>
                    </a:solidFill>
                    <a:latin typeface="Arial" charset="0"/>
                    <a:cs typeface="Arial" charset="0"/>
                    <a:sym typeface="Arial" charset="0"/>
                  </a:rPr>
                  <a:t>List 1</a:t>
                </a:r>
              </a:p>
              <a:p>
                <a:pPr algn="ctr" eaLnBrk="1" hangingPunct="1">
                  <a:lnSpc>
                    <a:spcPct val="70000"/>
                  </a:lnSpc>
                  <a:spcBef>
                    <a:spcPts val="875"/>
                  </a:spcBef>
                  <a:buClrTx/>
                  <a:buSzTx/>
                  <a:buFontTx/>
                  <a:buNone/>
                </a:pPr>
                <a:r>
                  <a:rPr lang="en-US" altLang="en-US" sz="2400">
                    <a:latin typeface="Arial Unicode MS" pitchFamily="34" charset="-128"/>
                    <a:ea typeface="Arial Unicode MS" pitchFamily="34" charset="-128"/>
                    <a:cs typeface="Arial Unicode MS" pitchFamily="34" charset="-128"/>
                    <a:sym typeface="Arial Unicode MS" pitchFamily="34" charset="-128"/>
                  </a:rPr>
                  <a:t>and</a:t>
                </a:r>
              </a:p>
              <a:p>
                <a:pPr algn="ctr" eaLnBrk="1" hangingPunct="1">
                  <a:lnSpc>
                    <a:spcPct val="70000"/>
                  </a:lnSpc>
                  <a:spcBef>
                    <a:spcPts val="875"/>
                  </a:spcBef>
                  <a:buClrTx/>
                  <a:buSzTx/>
                  <a:buFontTx/>
                  <a:buNone/>
                </a:pPr>
                <a:r>
                  <a:rPr lang="en-US" altLang="en-US" sz="2400">
                    <a:latin typeface="Arial Unicode MS" pitchFamily="34" charset="-128"/>
                    <a:ea typeface="Arial Unicode MS" pitchFamily="34" charset="-128"/>
                    <a:cs typeface="Arial Unicode MS" pitchFamily="34" charset="-128"/>
                    <a:sym typeface="Arial Unicode MS" pitchFamily="34" charset="-128"/>
                  </a:rPr>
                  <a:t>the</a:t>
                </a:r>
              </a:p>
              <a:p>
                <a:pPr algn="ctr" eaLnBrk="1" hangingPunct="1">
                  <a:lnSpc>
                    <a:spcPct val="70000"/>
                  </a:lnSpc>
                  <a:spcBef>
                    <a:spcPts val="875"/>
                  </a:spcBef>
                  <a:buClrTx/>
                  <a:buSzTx/>
                  <a:buFontTx/>
                  <a:buNone/>
                </a:pPr>
                <a:r>
                  <a:rPr lang="en-US" altLang="en-US" sz="2400">
                    <a:latin typeface="Arial Unicode MS" pitchFamily="34" charset="-128"/>
                    <a:ea typeface="Arial Unicode MS" pitchFamily="34" charset="-128"/>
                    <a:cs typeface="Arial Unicode MS" pitchFamily="34" charset="-128"/>
                    <a:sym typeface="Arial Unicode MS" pitchFamily="34" charset="-128"/>
                  </a:rPr>
                  <a:t>a</a:t>
                </a:r>
              </a:p>
              <a:p>
                <a:pPr algn="ctr" eaLnBrk="1" hangingPunct="1">
                  <a:lnSpc>
                    <a:spcPct val="70000"/>
                  </a:lnSpc>
                  <a:spcBef>
                    <a:spcPts val="875"/>
                  </a:spcBef>
                  <a:buClrTx/>
                  <a:buSzTx/>
                  <a:buFontTx/>
                  <a:buNone/>
                </a:pPr>
                <a:r>
                  <a:rPr lang="en-US" altLang="en-US" sz="2400">
                    <a:latin typeface="Arial Unicode MS" pitchFamily="34" charset="-128"/>
                    <a:ea typeface="Arial Unicode MS" pitchFamily="34" charset="-128"/>
                    <a:cs typeface="Arial Unicode MS" pitchFamily="34" charset="-128"/>
                    <a:sym typeface="Arial Unicode MS" pitchFamily="34" charset="-128"/>
                  </a:rPr>
                  <a:t>I</a:t>
                </a:r>
              </a:p>
              <a:p>
                <a:pPr algn="ctr" eaLnBrk="1" hangingPunct="1">
                  <a:lnSpc>
                    <a:spcPct val="70000"/>
                  </a:lnSpc>
                  <a:spcBef>
                    <a:spcPts val="875"/>
                  </a:spcBef>
                  <a:buClrTx/>
                  <a:buSzTx/>
                  <a:buFontTx/>
                  <a:buNone/>
                </a:pPr>
                <a:r>
                  <a:rPr lang="en-US" altLang="en-US" sz="2400">
                    <a:latin typeface="Arial Unicode MS" pitchFamily="34" charset="-128"/>
                    <a:ea typeface="Arial Unicode MS" pitchFamily="34" charset="-128"/>
                    <a:cs typeface="Arial Unicode MS" pitchFamily="34" charset="-128"/>
                    <a:sym typeface="Arial Unicode MS" pitchFamily="34" charset="-128"/>
                  </a:rPr>
                  <a:t>to</a:t>
                </a:r>
              </a:p>
            </p:txBody>
          </p:sp>
        </p:grpSp>
        <p:grpSp>
          <p:nvGrpSpPr>
            <p:cNvPr id="4" name="Group 6"/>
            <p:cNvGrpSpPr>
              <a:grpSpLocks/>
            </p:cNvGrpSpPr>
            <p:nvPr/>
          </p:nvGrpSpPr>
          <p:grpSpPr bwMode="auto">
            <a:xfrm>
              <a:off x="748" y="0"/>
              <a:ext cx="624" cy="1610"/>
              <a:chOff x="0" y="0"/>
              <a:chExt cx="624" cy="1610"/>
            </a:xfrm>
          </p:grpSpPr>
          <p:sp>
            <p:nvSpPr>
              <p:cNvPr id="30738" name="Rectangle 7"/>
              <p:cNvSpPr>
                <a:spLocks/>
              </p:cNvSpPr>
              <p:nvPr/>
            </p:nvSpPr>
            <p:spPr bwMode="auto">
              <a:xfrm>
                <a:off x="3" y="0"/>
                <a:ext cx="618" cy="161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endParaRPr lang="en-GB" altLang="en-US" sz="1200">
                  <a:solidFill>
                    <a:srgbClr val="000000"/>
                  </a:solidFill>
                  <a:latin typeface="Times New Roman" pitchFamily="18" charset="0"/>
                  <a:sym typeface="Times New Roman" pitchFamily="18" charset="0"/>
                </a:endParaRPr>
              </a:p>
            </p:txBody>
          </p:sp>
          <p:sp>
            <p:nvSpPr>
              <p:cNvPr id="30739" name="Rectangle 8"/>
              <p:cNvSpPr>
                <a:spLocks/>
              </p:cNvSpPr>
              <p:nvPr/>
            </p:nvSpPr>
            <p:spPr bwMode="auto">
              <a:xfrm>
                <a:off x="0" y="0"/>
                <a:ext cx="624" cy="1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algn="ctr" eaLnBrk="1" hangingPunct="1">
                  <a:spcBef>
                    <a:spcPct val="0"/>
                  </a:spcBef>
                  <a:buClrTx/>
                  <a:buSzTx/>
                  <a:buFontTx/>
                  <a:buNone/>
                </a:pPr>
                <a:r>
                  <a:rPr lang="en-US" altLang="en-US" sz="2400" b="1" i="1">
                    <a:solidFill>
                      <a:srgbClr val="FF0000"/>
                    </a:solidFill>
                    <a:latin typeface="Arial" charset="0"/>
                    <a:cs typeface="Arial" charset="0"/>
                    <a:sym typeface="Arial" charset="0"/>
                  </a:rPr>
                  <a:t>List 2</a:t>
                </a:r>
              </a:p>
              <a:p>
                <a:pPr algn="ctr" eaLnBrk="1" hangingPunct="1">
                  <a:spcBef>
                    <a:spcPct val="0"/>
                  </a:spcBef>
                  <a:buClrTx/>
                  <a:buSzTx/>
                  <a:buFontTx/>
                  <a:buNone/>
                </a:pPr>
                <a:r>
                  <a:rPr lang="en-US" altLang="en-US" sz="2400" i="1">
                    <a:latin typeface="Arial" charset="0"/>
                    <a:cs typeface="Arial" charset="0"/>
                    <a:sym typeface="Arial" charset="0"/>
                  </a:rPr>
                  <a:t>it</a:t>
                </a:r>
              </a:p>
              <a:p>
                <a:pPr algn="ctr" eaLnBrk="1" hangingPunct="1">
                  <a:spcBef>
                    <a:spcPct val="0"/>
                  </a:spcBef>
                  <a:buClrTx/>
                  <a:buSzTx/>
                  <a:buFontTx/>
                  <a:buNone/>
                </a:pPr>
                <a:r>
                  <a:rPr lang="en-US" altLang="en-US" sz="2400" i="1">
                    <a:latin typeface="Arial" charset="0"/>
                    <a:cs typeface="Arial" charset="0"/>
                    <a:sym typeface="Arial" charset="0"/>
                  </a:rPr>
                  <a:t>is</a:t>
                </a:r>
              </a:p>
              <a:p>
                <a:pPr algn="ctr" eaLnBrk="1" hangingPunct="1">
                  <a:spcBef>
                    <a:spcPct val="0"/>
                  </a:spcBef>
                  <a:buClrTx/>
                  <a:buSzTx/>
                  <a:buFontTx/>
                  <a:buNone/>
                </a:pPr>
                <a:r>
                  <a:rPr lang="en-US" altLang="en-US" sz="2400" i="1">
                    <a:latin typeface="Arial" charset="0"/>
                    <a:cs typeface="Arial" charset="0"/>
                    <a:sym typeface="Arial" charset="0"/>
                  </a:rPr>
                  <a:t>my</a:t>
                </a:r>
              </a:p>
              <a:p>
                <a:pPr algn="ctr" eaLnBrk="1" hangingPunct="1">
                  <a:spcBef>
                    <a:spcPct val="0"/>
                  </a:spcBef>
                  <a:buClrTx/>
                  <a:buSzTx/>
                  <a:buFontTx/>
                  <a:buNone/>
                </a:pPr>
                <a:r>
                  <a:rPr lang="en-US" altLang="en-US" sz="2400" i="1">
                    <a:latin typeface="Arial" charset="0"/>
                    <a:cs typeface="Arial" charset="0"/>
                    <a:sym typeface="Arial" charset="0"/>
                  </a:rPr>
                  <a:t>go</a:t>
                </a:r>
              </a:p>
              <a:p>
                <a:pPr algn="ctr" eaLnBrk="1" hangingPunct="1">
                  <a:spcBef>
                    <a:spcPct val="0"/>
                  </a:spcBef>
                  <a:buClrTx/>
                  <a:buSzTx/>
                  <a:buFontTx/>
                  <a:buNone/>
                </a:pPr>
                <a:r>
                  <a:rPr lang="en-US" altLang="en-US" sz="2400" i="1">
                    <a:latin typeface="Arial" charset="0"/>
                    <a:cs typeface="Arial" charset="0"/>
                    <a:sym typeface="Arial" charset="0"/>
                  </a:rPr>
                  <a:t>went</a:t>
                </a:r>
              </a:p>
            </p:txBody>
          </p:sp>
        </p:grpSp>
        <p:grpSp>
          <p:nvGrpSpPr>
            <p:cNvPr id="5" name="Group 9"/>
            <p:cNvGrpSpPr>
              <a:grpSpLocks/>
            </p:cNvGrpSpPr>
            <p:nvPr/>
          </p:nvGrpSpPr>
          <p:grpSpPr bwMode="auto">
            <a:xfrm>
              <a:off x="1442" y="0"/>
              <a:ext cx="624" cy="1610"/>
              <a:chOff x="0" y="0"/>
              <a:chExt cx="624" cy="1610"/>
            </a:xfrm>
          </p:grpSpPr>
          <p:sp>
            <p:nvSpPr>
              <p:cNvPr id="30736" name="Rectangle 10"/>
              <p:cNvSpPr>
                <a:spLocks/>
              </p:cNvSpPr>
              <p:nvPr/>
            </p:nvSpPr>
            <p:spPr bwMode="auto">
              <a:xfrm>
                <a:off x="2" y="0"/>
                <a:ext cx="619" cy="161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endParaRPr lang="en-GB" altLang="en-US" sz="1200">
                  <a:solidFill>
                    <a:srgbClr val="000000"/>
                  </a:solidFill>
                  <a:latin typeface="Times New Roman" pitchFamily="18" charset="0"/>
                  <a:sym typeface="Times New Roman" pitchFamily="18" charset="0"/>
                </a:endParaRPr>
              </a:p>
            </p:txBody>
          </p:sp>
          <p:sp>
            <p:nvSpPr>
              <p:cNvPr id="30737" name="Rectangle 11"/>
              <p:cNvSpPr>
                <a:spLocks/>
              </p:cNvSpPr>
              <p:nvPr/>
            </p:nvSpPr>
            <p:spPr bwMode="auto">
              <a:xfrm>
                <a:off x="0" y="0"/>
                <a:ext cx="624" cy="1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algn="ctr" eaLnBrk="1" hangingPunct="1">
                  <a:spcBef>
                    <a:spcPct val="0"/>
                  </a:spcBef>
                  <a:buClrTx/>
                  <a:buSzTx/>
                  <a:buFontTx/>
                  <a:buNone/>
                </a:pPr>
                <a:r>
                  <a:rPr lang="en-US" altLang="en-US" sz="2400" b="1" i="1">
                    <a:solidFill>
                      <a:srgbClr val="FF0000"/>
                    </a:solidFill>
                    <a:latin typeface="Arial" charset="0"/>
                    <a:cs typeface="Arial" charset="0"/>
                    <a:sym typeface="Arial" charset="0"/>
                  </a:rPr>
                  <a:t>List 3</a:t>
                </a:r>
              </a:p>
              <a:p>
                <a:pPr algn="ctr" eaLnBrk="1" hangingPunct="1">
                  <a:spcBef>
                    <a:spcPct val="0"/>
                  </a:spcBef>
                  <a:buClrTx/>
                  <a:buSzTx/>
                  <a:buFontTx/>
                  <a:buNone/>
                </a:pPr>
                <a:r>
                  <a:rPr lang="en-US" altLang="en-US" sz="2400" i="1">
                    <a:latin typeface="Arial" charset="0"/>
                    <a:cs typeface="Arial" charset="0"/>
                    <a:sym typeface="Arial" charset="0"/>
                  </a:rPr>
                  <a:t>in</a:t>
                </a:r>
              </a:p>
              <a:p>
                <a:pPr algn="ctr" eaLnBrk="1" hangingPunct="1">
                  <a:spcBef>
                    <a:spcPct val="0"/>
                  </a:spcBef>
                  <a:buClrTx/>
                  <a:buSzTx/>
                  <a:buFontTx/>
                  <a:buNone/>
                </a:pPr>
                <a:r>
                  <a:rPr lang="en-US" altLang="en-US" sz="2400" b="1" i="1">
                    <a:solidFill>
                      <a:srgbClr val="FF99FF"/>
                    </a:solidFill>
                    <a:latin typeface="Arial" charset="0"/>
                    <a:cs typeface="Arial" charset="0"/>
                    <a:sym typeface="Arial" charset="0"/>
                  </a:rPr>
                  <a:t>and</a:t>
                </a:r>
              </a:p>
              <a:p>
                <a:pPr algn="ctr" eaLnBrk="1" hangingPunct="1">
                  <a:spcBef>
                    <a:spcPct val="0"/>
                  </a:spcBef>
                  <a:buClrTx/>
                  <a:buSzTx/>
                  <a:buFontTx/>
                  <a:buNone/>
                </a:pPr>
                <a:r>
                  <a:rPr lang="en-US" altLang="en-US" sz="2400" i="1">
                    <a:latin typeface="Arial" charset="0"/>
                    <a:cs typeface="Arial" charset="0"/>
                    <a:sym typeface="Arial" charset="0"/>
                  </a:rPr>
                  <a:t>on</a:t>
                </a:r>
              </a:p>
              <a:p>
                <a:pPr algn="ctr" eaLnBrk="1" hangingPunct="1">
                  <a:spcBef>
                    <a:spcPct val="0"/>
                  </a:spcBef>
                  <a:buClrTx/>
                  <a:buSzTx/>
                  <a:buFontTx/>
                  <a:buNone/>
                </a:pPr>
                <a:r>
                  <a:rPr lang="en-US" altLang="en-US" sz="2400" b="1" i="1">
                    <a:solidFill>
                      <a:srgbClr val="FF99FF"/>
                    </a:solidFill>
                    <a:latin typeface="Arial" charset="0"/>
                    <a:cs typeface="Arial" charset="0"/>
                    <a:sym typeface="Arial" charset="0"/>
                  </a:rPr>
                  <a:t>the</a:t>
                </a:r>
              </a:p>
              <a:p>
                <a:pPr algn="ctr" eaLnBrk="1" hangingPunct="1">
                  <a:spcBef>
                    <a:spcPct val="0"/>
                  </a:spcBef>
                  <a:buClrTx/>
                  <a:buSzTx/>
                  <a:buFontTx/>
                  <a:buNone/>
                </a:pPr>
                <a:r>
                  <a:rPr lang="en-US" altLang="en-US" sz="2400" i="1">
                    <a:latin typeface="Arial" charset="0"/>
                    <a:cs typeface="Arial" charset="0"/>
                    <a:sym typeface="Arial" charset="0"/>
                  </a:rPr>
                  <a:t>we</a:t>
                </a:r>
              </a:p>
            </p:txBody>
          </p:sp>
        </p:grpSp>
        <p:grpSp>
          <p:nvGrpSpPr>
            <p:cNvPr id="6" name="Group 12"/>
            <p:cNvGrpSpPr>
              <a:grpSpLocks/>
            </p:cNvGrpSpPr>
            <p:nvPr/>
          </p:nvGrpSpPr>
          <p:grpSpPr bwMode="auto">
            <a:xfrm>
              <a:off x="2153" y="0"/>
              <a:ext cx="624" cy="1610"/>
              <a:chOff x="0" y="0"/>
              <a:chExt cx="624" cy="1610"/>
            </a:xfrm>
          </p:grpSpPr>
          <p:sp>
            <p:nvSpPr>
              <p:cNvPr id="30734" name="Rectangle 13"/>
              <p:cNvSpPr>
                <a:spLocks/>
              </p:cNvSpPr>
              <p:nvPr/>
            </p:nvSpPr>
            <p:spPr bwMode="auto">
              <a:xfrm>
                <a:off x="2" y="0"/>
                <a:ext cx="619" cy="161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endParaRPr lang="en-GB" altLang="en-US" sz="1200">
                  <a:solidFill>
                    <a:srgbClr val="000000"/>
                  </a:solidFill>
                  <a:latin typeface="Times New Roman" pitchFamily="18" charset="0"/>
                  <a:sym typeface="Times New Roman" pitchFamily="18" charset="0"/>
                </a:endParaRPr>
              </a:p>
            </p:txBody>
          </p:sp>
          <p:sp>
            <p:nvSpPr>
              <p:cNvPr id="30735" name="Rectangle 14"/>
              <p:cNvSpPr>
                <a:spLocks/>
              </p:cNvSpPr>
              <p:nvPr/>
            </p:nvSpPr>
            <p:spPr bwMode="auto">
              <a:xfrm>
                <a:off x="0" y="0"/>
                <a:ext cx="624" cy="1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algn="ctr" eaLnBrk="1" hangingPunct="1">
                  <a:spcBef>
                    <a:spcPct val="0"/>
                  </a:spcBef>
                  <a:buClrTx/>
                  <a:buSzTx/>
                  <a:buFontTx/>
                  <a:buNone/>
                </a:pPr>
                <a:r>
                  <a:rPr lang="en-US" altLang="en-US" sz="2400" b="1" i="1">
                    <a:solidFill>
                      <a:srgbClr val="FF0000"/>
                    </a:solidFill>
                    <a:latin typeface="Arial" charset="0"/>
                    <a:cs typeface="Arial" charset="0"/>
                    <a:sym typeface="Arial" charset="0"/>
                  </a:rPr>
                  <a:t>List 4</a:t>
                </a:r>
              </a:p>
              <a:p>
                <a:pPr algn="ctr" eaLnBrk="1" hangingPunct="1">
                  <a:spcBef>
                    <a:spcPct val="0"/>
                  </a:spcBef>
                  <a:buClrTx/>
                  <a:buSzTx/>
                  <a:buFontTx/>
                  <a:buNone/>
                </a:pPr>
                <a:r>
                  <a:rPr lang="en-US" altLang="en-US" sz="2400" i="1">
                    <a:latin typeface="Arial" charset="0"/>
                    <a:cs typeface="Arial" charset="0"/>
                    <a:sym typeface="Arial" charset="0"/>
                  </a:rPr>
                  <a:t>with</a:t>
                </a:r>
              </a:p>
              <a:p>
                <a:pPr algn="ctr" eaLnBrk="1" hangingPunct="1">
                  <a:spcBef>
                    <a:spcPct val="0"/>
                  </a:spcBef>
                  <a:buClrTx/>
                  <a:buSzTx/>
                  <a:buFontTx/>
                  <a:buNone/>
                </a:pPr>
                <a:r>
                  <a:rPr lang="en-US" altLang="en-US" sz="2400" b="1" i="1">
                    <a:solidFill>
                      <a:srgbClr val="FF99FF"/>
                    </a:solidFill>
                    <a:latin typeface="Arial" charset="0"/>
                    <a:cs typeface="Arial" charset="0"/>
                    <a:sym typeface="Arial" charset="0"/>
                  </a:rPr>
                  <a:t>a</a:t>
                </a:r>
              </a:p>
              <a:p>
                <a:pPr algn="ctr" eaLnBrk="1" hangingPunct="1">
                  <a:spcBef>
                    <a:spcPct val="0"/>
                  </a:spcBef>
                  <a:buClrTx/>
                  <a:buSzTx/>
                  <a:buFontTx/>
                  <a:buNone/>
                </a:pPr>
                <a:r>
                  <a:rPr lang="en-US" altLang="en-US" sz="2400" i="1">
                    <a:latin typeface="Arial" charset="0"/>
                    <a:cs typeface="Arial" charset="0"/>
                    <a:sym typeface="Arial" charset="0"/>
                  </a:rPr>
                  <a:t>he</a:t>
                </a:r>
              </a:p>
              <a:p>
                <a:pPr algn="ctr" eaLnBrk="1" hangingPunct="1">
                  <a:spcBef>
                    <a:spcPct val="0"/>
                  </a:spcBef>
                  <a:buClrTx/>
                  <a:buSzTx/>
                  <a:buFontTx/>
                  <a:buNone/>
                </a:pPr>
                <a:r>
                  <a:rPr lang="en-US" altLang="en-US" sz="2400" b="1" i="1">
                    <a:solidFill>
                      <a:srgbClr val="FF99FF"/>
                    </a:solidFill>
                    <a:latin typeface="Arial" charset="0"/>
                    <a:cs typeface="Arial" charset="0"/>
                    <a:sym typeface="Arial" charset="0"/>
                  </a:rPr>
                  <a:t>I</a:t>
                </a:r>
              </a:p>
              <a:p>
                <a:pPr algn="ctr" eaLnBrk="1" hangingPunct="1">
                  <a:spcBef>
                    <a:spcPct val="0"/>
                  </a:spcBef>
                  <a:buClrTx/>
                  <a:buSzTx/>
                  <a:buFontTx/>
                  <a:buNone/>
                </a:pPr>
                <a:r>
                  <a:rPr lang="en-US" altLang="en-US" sz="2400" i="1">
                    <a:latin typeface="Arial" charset="0"/>
                    <a:cs typeface="Arial" charset="0"/>
                    <a:sym typeface="Arial" charset="0"/>
                  </a:rPr>
                  <a:t>was</a:t>
                </a:r>
              </a:p>
            </p:txBody>
          </p:sp>
        </p:grpSp>
        <p:grpSp>
          <p:nvGrpSpPr>
            <p:cNvPr id="7" name="Group 15"/>
            <p:cNvGrpSpPr>
              <a:grpSpLocks/>
            </p:cNvGrpSpPr>
            <p:nvPr/>
          </p:nvGrpSpPr>
          <p:grpSpPr bwMode="auto">
            <a:xfrm>
              <a:off x="2863" y="0"/>
              <a:ext cx="624" cy="1610"/>
              <a:chOff x="0" y="0"/>
              <a:chExt cx="624" cy="1610"/>
            </a:xfrm>
          </p:grpSpPr>
          <p:sp>
            <p:nvSpPr>
              <p:cNvPr id="30732" name="Rectangle 16"/>
              <p:cNvSpPr>
                <a:spLocks/>
              </p:cNvSpPr>
              <p:nvPr/>
            </p:nvSpPr>
            <p:spPr bwMode="auto">
              <a:xfrm>
                <a:off x="2" y="0"/>
                <a:ext cx="619" cy="161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endParaRPr lang="en-GB" altLang="en-US" sz="1200">
                  <a:solidFill>
                    <a:srgbClr val="000000"/>
                  </a:solidFill>
                  <a:latin typeface="Times New Roman" pitchFamily="18" charset="0"/>
                  <a:sym typeface="Times New Roman" pitchFamily="18" charset="0"/>
                </a:endParaRPr>
              </a:p>
            </p:txBody>
          </p:sp>
          <p:sp>
            <p:nvSpPr>
              <p:cNvPr id="30733" name="Rectangle 17"/>
              <p:cNvSpPr>
                <a:spLocks/>
              </p:cNvSpPr>
              <p:nvPr/>
            </p:nvSpPr>
            <p:spPr bwMode="auto">
              <a:xfrm>
                <a:off x="0" y="0"/>
                <a:ext cx="624" cy="1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algn="ctr" eaLnBrk="1" hangingPunct="1">
                  <a:spcBef>
                    <a:spcPct val="0"/>
                  </a:spcBef>
                  <a:buClrTx/>
                  <a:buSzTx/>
                  <a:buFontTx/>
                  <a:buNone/>
                </a:pPr>
                <a:r>
                  <a:rPr lang="en-US" altLang="en-US" sz="2400" b="1" i="1">
                    <a:solidFill>
                      <a:srgbClr val="FF0000"/>
                    </a:solidFill>
                    <a:latin typeface="Arial" charset="0"/>
                    <a:cs typeface="Arial" charset="0"/>
                    <a:sym typeface="Arial" charset="0"/>
                  </a:rPr>
                  <a:t>List 5</a:t>
                </a:r>
              </a:p>
              <a:p>
                <a:pPr algn="ctr" eaLnBrk="1" hangingPunct="1">
                  <a:spcBef>
                    <a:spcPct val="0"/>
                  </a:spcBef>
                  <a:buClrTx/>
                  <a:buSzTx/>
                  <a:buFontTx/>
                  <a:buNone/>
                </a:pPr>
                <a:r>
                  <a:rPr lang="en-US" altLang="en-US" sz="2400" i="1">
                    <a:latin typeface="Arial" charset="0"/>
                    <a:cs typeface="Arial" charset="0"/>
                    <a:sym typeface="Arial" charset="0"/>
                  </a:rPr>
                  <a:t>have</a:t>
                </a:r>
              </a:p>
              <a:p>
                <a:pPr algn="ctr" eaLnBrk="1" hangingPunct="1">
                  <a:spcBef>
                    <a:spcPct val="0"/>
                  </a:spcBef>
                  <a:buClrTx/>
                  <a:buSzTx/>
                  <a:buFontTx/>
                  <a:buNone/>
                </a:pPr>
                <a:r>
                  <a:rPr lang="en-US" altLang="en-US" sz="2400" b="1" i="1">
                    <a:solidFill>
                      <a:srgbClr val="FF99FF"/>
                    </a:solidFill>
                    <a:latin typeface="Arial" charset="0"/>
                    <a:cs typeface="Arial" charset="0"/>
                    <a:sym typeface="Arial" charset="0"/>
                  </a:rPr>
                  <a:t>to</a:t>
                </a:r>
              </a:p>
              <a:p>
                <a:pPr algn="ctr" eaLnBrk="1" hangingPunct="1">
                  <a:spcBef>
                    <a:spcPct val="0"/>
                  </a:spcBef>
                  <a:buClrTx/>
                  <a:buSzTx/>
                  <a:buFontTx/>
                  <a:buNone/>
                </a:pPr>
                <a:r>
                  <a:rPr lang="en-US" altLang="en-US" sz="2400" i="1">
                    <a:latin typeface="Arial" charset="0"/>
                    <a:cs typeface="Arial" charset="0"/>
                    <a:sym typeface="Arial" charset="0"/>
                  </a:rPr>
                  <a:t>play</a:t>
                </a:r>
              </a:p>
              <a:p>
                <a:pPr algn="ctr" eaLnBrk="1" hangingPunct="1">
                  <a:spcBef>
                    <a:spcPct val="0"/>
                  </a:spcBef>
                  <a:buClrTx/>
                  <a:buSzTx/>
                  <a:buFontTx/>
                  <a:buNone/>
                </a:pPr>
                <a:r>
                  <a:rPr lang="en-US" altLang="en-US" sz="2400" b="1" i="1">
                    <a:solidFill>
                      <a:srgbClr val="FF99FF"/>
                    </a:solidFill>
                    <a:latin typeface="Arial" charset="0"/>
                    <a:cs typeface="Arial" charset="0"/>
                    <a:sym typeface="Arial" charset="0"/>
                  </a:rPr>
                  <a:t>it</a:t>
                </a:r>
              </a:p>
              <a:p>
                <a:pPr algn="ctr" eaLnBrk="1" hangingPunct="1">
                  <a:spcBef>
                    <a:spcPct val="0"/>
                  </a:spcBef>
                  <a:buClrTx/>
                  <a:buSzTx/>
                  <a:buFontTx/>
                  <a:buNone/>
                </a:pPr>
                <a:r>
                  <a:rPr lang="en-US" altLang="en-US" sz="2400" i="1">
                    <a:latin typeface="Arial" charset="0"/>
                    <a:cs typeface="Arial" charset="0"/>
                    <a:sym typeface="Arial" charset="0"/>
                  </a:rPr>
                  <a:t>of</a:t>
                </a:r>
              </a:p>
            </p:txBody>
          </p:sp>
        </p:grpSp>
      </p:grpSp>
      <p:grpSp>
        <p:nvGrpSpPr>
          <p:cNvPr id="8" name="Group 18"/>
          <p:cNvGrpSpPr>
            <a:grpSpLocks/>
          </p:cNvGrpSpPr>
          <p:nvPr/>
        </p:nvGrpSpPr>
        <p:grpSpPr bwMode="auto">
          <a:xfrm>
            <a:off x="611188" y="5229225"/>
            <a:ext cx="6096000" cy="863600"/>
            <a:chOff x="0" y="0"/>
            <a:chExt cx="3840" cy="544"/>
          </a:xfrm>
        </p:grpSpPr>
        <p:sp>
          <p:nvSpPr>
            <p:cNvPr id="30725" name="Rectangle 19"/>
            <p:cNvSpPr>
              <a:spLocks/>
            </p:cNvSpPr>
            <p:nvPr/>
          </p:nvSpPr>
          <p:spPr bwMode="auto">
            <a:xfrm>
              <a:off x="0" y="0"/>
              <a:ext cx="3840" cy="544"/>
            </a:xfrm>
            <a:prstGeom prst="rect">
              <a:avLst/>
            </a:prstGeom>
            <a:noFill/>
            <a:ln w="12700">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endParaRPr lang="en-GB" altLang="en-US" sz="1200">
                <a:solidFill>
                  <a:srgbClr val="000000"/>
                </a:solidFill>
                <a:latin typeface="Times New Roman" pitchFamily="18" charset="0"/>
                <a:sym typeface="Times New Roman" pitchFamily="18" charset="0"/>
              </a:endParaRPr>
            </a:p>
          </p:txBody>
        </p:sp>
        <p:sp>
          <p:nvSpPr>
            <p:cNvPr id="30726" name="Rectangle 20"/>
            <p:cNvSpPr>
              <a:spLocks/>
            </p:cNvSpPr>
            <p:nvPr/>
          </p:nvSpPr>
          <p:spPr bwMode="auto">
            <a:xfrm>
              <a:off x="0" y="0"/>
              <a:ext cx="3840" cy="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40639" bIns="0"/>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algn="ctr" eaLnBrk="1" hangingPunct="1">
                <a:spcBef>
                  <a:spcPts val="1450"/>
                </a:spcBef>
                <a:buClrTx/>
                <a:buSzTx/>
                <a:buFontTx/>
                <a:buNone/>
              </a:pPr>
              <a:r>
                <a:rPr lang="en-US" altLang="en-US" sz="2400" dirty="0"/>
                <a:t>Built in review </a:t>
              </a:r>
              <a:r>
                <a:rPr lang="en-US" altLang="en-US" sz="2400" dirty="0" smtClean="0"/>
                <a:t>increases </a:t>
              </a:r>
              <a:r>
                <a:rPr lang="en-US" altLang="en-US" sz="2400" dirty="0"/>
                <a:t>retention and confidence</a:t>
              </a:r>
            </a:p>
          </p:txBody>
        </p:sp>
      </p:gr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
          <p:cNvSpPr>
            <a:spLocks noGrp="1" noChangeArrowheads="1"/>
          </p:cNvSpPr>
          <p:nvPr>
            <p:ph type="body" idx="1"/>
          </p:nvPr>
        </p:nvSpPr>
        <p:spPr>
          <a:xfrm>
            <a:off x="1042988" y="1828800"/>
            <a:ext cx="7643812" cy="5029200"/>
          </a:xfrm>
        </p:spPr>
        <p:txBody>
          <a:bodyPr rIns="31750"/>
          <a:lstStyle/>
          <a:p>
            <a:pPr marL="690563" indent="-650875" eaLnBrk="1" hangingPunct="1">
              <a:lnSpc>
                <a:spcPct val="80000"/>
              </a:lnSpc>
              <a:buFont typeface="Century Gothic" pitchFamily="34" charset="0"/>
              <a:buNone/>
            </a:pPr>
            <a:r>
              <a:rPr lang="en-US" altLang="en-US" sz="2400" smtClean="0"/>
              <a:t>Rule 1: 3 Day Rule</a:t>
            </a:r>
          </a:p>
          <a:p>
            <a:pPr marL="690563" indent="-650875" eaLnBrk="1" hangingPunct="1">
              <a:lnSpc>
                <a:spcPct val="80000"/>
              </a:lnSpc>
              <a:buFont typeface="Century Gothic" pitchFamily="34" charset="0"/>
              <a:buNone/>
            </a:pPr>
            <a:endParaRPr lang="en-US" altLang="en-US" sz="2400" smtClean="0"/>
          </a:p>
          <a:p>
            <a:pPr marL="690563" indent="-650875" eaLnBrk="1" hangingPunct="1">
              <a:lnSpc>
                <a:spcPct val="80000"/>
              </a:lnSpc>
              <a:buFont typeface="Century Gothic" pitchFamily="34" charset="0"/>
              <a:buNone/>
            </a:pPr>
            <a:r>
              <a:rPr lang="en-US" altLang="en-US" sz="2000" smtClean="0"/>
              <a:t>If noticeable progress is not made within the first three days</a:t>
            </a:r>
          </a:p>
          <a:p>
            <a:pPr marL="690563" indent="-650875" eaLnBrk="1" hangingPunct="1">
              <a:lnSpc>
                <a:spcPct val="80000"/>
              </a:lnSpc>
              <a:buFont typeface="Century Gothic" pitchFamily="34" charset="0"/>
              <a:buNone/>
            </a:pPr>
            <a:r>
              <a:rPr lang="en-US" altLang="en-US" sz="2000" smtClean="0"/>
              <a:t>then the task is too hard</a:t>
            </a:r>
          </a:p>
          <a:p>
            <a:pPr marL="690563" indent="-650875" eaLnBrk="1" hangingPunct="1">
              <a:lnSpc>
                <a:spcPct val="80000"/>
              </a:lnSpc>
              <a:buFont typeface="Century Gothic" pitchFamily="34" charset="0"/>
              <a:buNone/>
            </a:pPr>
            <a:endParaRPr lang="en-US" altLang="en-US" sz="2400" smtClean="0"/>
          </a:p>
          <a:p>
            <a:pPr marL="690563" indent="-650875" eaLnBrk="1" hangingPunct="1">
              <a:lnSpc>
                <a:spcPct val="80000"/>
              </a:lnSpc>
              <a:buFont typeface="Century Gothic" pitchFamily="34" charset="0"/>
              <a:buNone/>
            </a:pPr>
            <a:r>
              <a:rPr lang="en-US" altLang="en-US" sz="2400" smtClean="0"/>
              <a:t>Options:</a:t>
            </a:r>
          </a:p>
          <a:p>
            <a:pPr marL="782638" lvl="1" eaLnBrk="1" hangingPunct="1">
              <a:lnSpc>
                <a:spcPct val="80000"/>
              </a:lnSpc>
              <a:buFont typeface="Century Gothic" pitchFamily="34" charset="0"/>
              <a:buNone/>
            </a:pPr>
            <a:r>
              <a:rPr lang="en-US" altLang="en-US" sz="1800" b="1" smtClean="0"/>
              <a:t>Change task or skill slices:</a:t>
            </a:r>
            <a:r>
              <a:rPr lang="en-US" altLang="en-US" sz="1800" smtClean="0">
                <a:latin typeface="ヒラギノ明朝 ProN W6" charset="0"/>
                <a:sym typeface="ヒラギノ明朝 ProN W6" charset="0"/>
              </a:rPr>
              <a:t>	</a:t>
            </a:r>
          </a:p>
          <a:p>
            <a:pPr marL="1182688" lvl="2" eaLnBrk="1" hangingPunct="1">
              <a:lnSpc>
                <a:spcPct val="80000"/>
              </a:lnSpc>
            </a:pPr>
            <a:r>
              <a:rPr lang="en-US" altLang="en-US" sz="1800" smtClean="0"/>
              <a:t>size of the task (number of items)</a:t>
            </a:r>
          </a:p>
          <a:p>
            <a:pPr marL="1182688" lvl="2" eaLnBrk="1" hangingPunct="1">
              <a:lnSpc>
                <a:spcPct val="80000"/>
              </a:lnSpc>
            </a:pPr>
            <a:r>
              <a:rPr lang="en-US" altLang="en-US" sz="1800" smtClean="0"/>
              <a:t>Task difficulty (reduce range/interleave)</a:t>
            </a:r>
          </a:p>
          <a:p>
            <a:pPr marL="782638" lvl="1" eaLnBrk="1" hangingPunct="1">
              <a:lnSpc>
                <a:spcPct val="80000"/>
              </a:lnSpc>
              <a:buFont typeface="Century Gothic" pitchFamily="34" charset="0"/>
              <a:buNone/>
            </a:pPr>
            <a:endParaRPr lang="en-US" altLang="en-US" sz="1800" smtClean="0"/>
          </a:p>
          <a:p>
            <a:pPr marL="782638" lvl="1" eaLnBrk="1" hangingPunct="1">
              <a:lnSpc>
                <a:spcPct val="80000"/>
              </a:lnSpc>
              <a:buFont typeface="Century Gothic" pitchFamily="34" charset="0"/>
              <a:buNone/>
            </a:pPr>
            <a:r>
              <a:rPr lang="en-US" altLang="en-US" i="1" smtClean="0"/>
              <a:t>Do not change the aim rate!</a:t>
            </a:r>
          </a:p>
        </p:txBody>
      </p:sp>
      <p:sp>
        <p:nvSpPr>
          <p:cNvPr id="28675" name="Rectangle 2"/>
          <p:cNvSpPr>
            <a:spLocks/>
          </p:cNvSpPr>
          <p:nvPr/>
        </p:nvSpPr>
        <p:spPr bwMode="auto">
          <a:xfrm>
            <a:off x="1157288" y="942975"/>
            <a:ext cx="68707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82550" bIns="0" anchor="b"/>
          <a:lstStyle>
            <a:lvl1pPr marL="39688">
              <a:spcBef>
                <a:spcPts val="700"/>
              </a:spcBef>
              <a:buClr>
                <a:srgbClr val="000000"/>
              </a:buClr>
              <a:buSzPct val="100000"/>
              <a:buFont typeface="Century Gothic" pitchFamily="34" charset="0"/>
              <a:buChar char="•"/>
              <a:defRPr sz="2800">
                <a:solidFill>
                  <a:schemeClr val="tx1"/>
                </a:solidFill>
                <a:latin typeface="Century Gothic" pitchFamily="34" charset="0"/>
                <a:ea typeface="ヒラギノ明朝 ProN W3" charset="0"/>
                <a:cs typeface="ヒラギノ明朝 ProN W3" charset="0"/>
                <a:sym typeface="Century Gothic" pitchFamily="34" charset="0"/>
              </a:defRPr>
            </a:lvl1pPr>
            <a:lvl2pPr marL="742950" indent="-285750">
              <a:spcBef>
                <a:spcPts val="600"/>
              </a:spcBef>
              <a:buClr>
                <a:srgbClr val="000000"/>
              </a:buClr>
              <a:buSzPct val="100000"/>
              <a:buFont typeface="Century Gothic" pitchFamily="34" charset="0"/>
              <a:buChar char="–"/>
              <a:defRPr sz="2400">
                <a:solidFill>
                  <a:schemeClr val="tx1"/>
                </a:solidFill>
                <a:latin typeface="Century Gothic" pitchFamily="34" charset="0"/>
                <a:ea typeface="ヒラギノ明朝 ProN W3" charset="0"/>
                <a:cs typeface="ヒラギノ明朝 ProN W3" charset="0"/>
                <a:sym typeface="Century Gothic" pitchFamily="34" charset="0"/>
              </a:defRPr>
            </a:lvl2pPr>
            <a:lvl3pPr marL="1143000" indent="-228600">
              <a:spcBef>
                <a:spcPts val="500"/>
              </a:spcBef>
              <a:buClr>
                <a:srgbClr val="000000"/>
              </a:buClr>
              <a:buSzPct val="100000"/>
              <a:buFont typeface="Century Gothic" pitchFamily="34" charset="0"/>
              <a:buChar char="•"/>
              <a:defRPr sz="2000">
                <a:solidFill>
                  <a:schemeClr val="tx1"/>
                </a:solidFill>
                <a:latin typeface="Century Gothic" pitchFamily="34" charset="0"/>
                <a:ea typeface="ヒラギノ明朝 ProN W3" charset="0"/>
                <a:cs typeface="ヒラギノ明朝 ProN W3" charset="0"/>
                <a:sym typeface="Century Gothic" pitchFamily="34" charset="0"/>
              </a:defRPr>
            </a:lvl3pPr>
            <a:lvl4pPr marL="1600200" indent="-228600">
              <a:spcBef>
                <a:spcPts val="400"/>
              </a:spcBef>
              <a:buClr>
                <a:srgbClr val="000000"/>
              </a:buClr>
              <a:buSzPct val="100000"/>
              <a:buFont typeface="Century Gothic" pitchFamily="34" charset="0"/>
              <a:buChar char="–"/>
              <a:defRPr>
                <a:solidFill>
                  <a:schemeClr val="tx1"/>
                </a:solidFill>
                <a:latin typeface="Century Gothic" pitchFamily="34" charset="0"/>
                <a:ea typeface="ヒラギノ明朝 ProN W3" charset="0"/>
                <a:cs typeface="ヒラギノ明朝 ProN W3" charset="0"/>
                <a:sym typeface="Century Gothic" pitchFamily="34" charset="0"/>
              </a:defRPr>
            </a:lvl4pPr>
            <a:lvl5pPr marL="2057400" indent="-228600">
              <a:spcBef>
                <a:spcPts val="400"/>
              </a:spcBef>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5pPr>
            <a:lvl6pPr marL="25146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6pPr>
            <a:lvl7pPr marL="29718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7pPr>
            <a:lvl8pPr marL="34290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8pPr>
            <a:lvl9pPr marL="3886200" indent="-228600" eaLnBrk="0" fontAlgn="base" hangingPunct="0">
              <a:spcBef>
                <a:spcPts val="400"/>
              </a:spcBef>
              <a:spcAft>
                <a:spcPct val="0"/>
              </a:spcAft>
              <a:buClr>
                <a:srgbClr val="000000"/>
              </a:buClr>
              <a:buSzPct val="100000"/>
              <a:buFont typeface="Century Gothic" pitchFamily="34" charset="0"/>
              <a:buChar char="»"/>
              <a:defRPr sz="1600">
                <a:solidFill>
                  <a:schemeClr val="tx1"/>
                </a:solidFill>
                <a:latin typeface="Century Gothic" pitchFamily="34" charset="0"/>
                <a:ea typeface="ヒラギノ明朝 ProN W3" charset="0"/>
                <a:cs typeface="ヒラギノ明朝 ProN W3" charset="0"/>
                <a:sym typeface="Century Gothic" pitchFamily="34" charset="0"/>
              </a:defRPr>
            </a:lvl9pPr>
          </a:lstStyle>
          <a:p>
            <a:pPr eaLnBrk="1" hangingPunct="1">
              <a:spcBef>
                <a:spcPct val="0"/>
              </a:spcBef>
              <a:buClrTx/>
              <a:buSzTx/>
              <a:buFontTx/>
              <a:buNone/>
            </a:pPr>
            <a:r>
              <a:rPr lang="en-US" altLang="en-US" sz="3600" u="sng"/>
              <a:t>Two rules of thumb:</a:t>
            </a: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
          <p:cNvSpPr>
            <a:spLocks noGrp="1" noChangeArrowheads="1"/>
          </p:cNvSpPr>
          <p:nvPr>
            <p:ph type="body" idx="1"/>
          </p:nvPr>
        </p:nvSpPr>
        <p:spPr>
          <a:xfrm>
            <a:off x="1116013" y="1828800"/>
            <a:ext cx="6191250" cy="5029200"/>
          </a:xfrm>
        </p:spPr>
        <p:txBody>
          <a:bodyPr rIns="31750"/>
          <a:lstStyle/>
          <a:p>
            <a:pPr marL="423863" indent="-384175" eaLnBrk="1" hangingPunct="1">
              <a:lnSpc>
                <a:spcPct val="90000"/>
              </a:lnSpc>
              <a:buFont typeface="Century Gothic" pitchFamily="34" charset="0"/>
              <a:buNone/>
            </a:pPr>
            <a:r>
              <a:rPr lang="en-US" altLang="en-US" sz="2400" smtClean="0"/>
              <a:t>Rule 2: 8 Day Rule</a:t>
            </a:r>
          </a:p>
          <a:p>
            <a:pPr marL="423863" indent="-384175" eaLnBrk="1" hangingPunct="1">
              <a:lnSpc>
                <a:spcPct val="90000"/>
              </a:lnSpc>
              <a:buFont typeface="Century Gothic" pitchFamily="34" charset="0"/>
              <a:buNone/>
            </a:pPr>
            <a:endParaRPr lang="en-US" altLang="en-US" sz="2400" smtClean="0"/>
          </a:p>
          <a:p>
            <a:pPr marL="423863" indent="-384175" eaLnBrk="1" hangingPunct="1">
              <a:lnSpc>
                <a:spcPct val="90000"/>
              </a:lnSpc>
              <a:buFont typeface="Century Gothic" pitchFamily="34" charset="0"/>
              <a:buNone/>
            </a:pPr>
            <a:r>
              <a:rPr lang="en-US" altLang="en-US" sz="2000" smtClean="0"/>
              <a:t>If the child is not at or very near to the aim rate after 8 days </a:t>
            </a:r>
          </a:p>
          <a:p>
            <a:pPr marL="423863" indent="-384175" eaLnBrk="1" hangingPunct="1">
              <a:lnSpc>
                <a:spcPct val="90000"/>
              </a:lnSpc>
              <a:buFont typeface="Century Gothic" pitchFamily="34" charset="0"/>
              <a:buNone/>
            </a:pPr>
            <a:endParaRPr lang="en-US" altLang="en-US" sz="2400" b="1" smtClean="0"/>
          </a:p>
          <a:p>
            <a:pPr marL="423863" indent="-384175" eaLnBrk="1" hangingPunct="1">
              <a:lnSpc>
                <a:spcPct val="90000"/>
              </a:lnSpc>
              <a:buFont typeface="Century Gothic" pitchFamily="34" charset="0"/>
              <a:buNone/>
            </a:pPr>
            <a:r>
              <a:rPr lang="en-US" altLang="en-US" sz="2400" smtClean="0"/>
              <a:t>Options:</a:t>
            </a:r>
          </a:p>
          <a:p>
            <a:pPr marL="1182688" lvl="2" eaLnBrk="1" hangingPunct="1">
              <a:lnSpc>
                <a:spcPct val="90000"/>
              </a:lnSpc>
            </a:pPr>
            <a:r>
              <a:rPr lang="en-US" altLang="en-US" b="1" smtClean="0"/>
              <a:t>change</a:t>
            </a:r>
            <a:r>
              <a:rPr lang="en-US" altLang="en-US" smtClean="0"/>
              <a:t> the teaching method, </a:t>
            </a:r>
          </a:p>
          <a:p>
            <a:pPr marL="1182688" lvl="2" eaLnBrk="1" hangingPunct="1">
              <a:lnSpc>
                <a:spcPct val="90000"/>
              </a:lnSpc>
            </a:pPr>
            <a:r>
              <a:rPr lang="en-US" altLang="en-US" b="1" smtClean="0"/>
              <a:t>reduce </a:t>
            </a:r>
            <a:r>
              <a:rPr lang="en-US" altLang="en-US" smtClean="0"/>
              <a:t>the size of the task, or </a:t>
            </a:r>
          </a:p>
          <a:p>
            <a:pPr marL="1182688" lvl="2" eaLnBrk="1" hangingPunct="1">
              <a:lnSpc>
                <a:spcPct val="90000"/>
              </a:lnSpc>
            </a:pPr>
            <a:r>
              <a:rPr lang="en-US" altLang="en-US" b="1" smtClean="0"/>
              <a:t>aim to increase</a:t>
            </a:r>
            <a:r>
              <a:rPr lang="en-US" altLang="en-US" smtClean="0"/>
              <a:t> pupil motivation</a:t>
            </a:r>
          </a:p>
          <a:p>
            <a:pPr marL="1182688" lvl="2" eaLnBrk="1" hangingPunct="1">
              <a:lnSpc>
                <a:spcPct val="90000"/>
              </a:lnSpc>
            </a:pPr>
            <a:endParaRPr lang="en-US" altLang="en-US" smtClean="0"/>
          </a:p>
          <a:p>
            <a:pPr marL="782638" lvl="1" eaLnBrk="1" hangingPunct="1">
              <a:lnSpc>
                <a:spcPct val="90000"/>
              </a:lnSpc>
              <a:buFont typeface="Century Gothic" pitchFamily="34" charset="0"/>
              <a:buNone/>
            </a:pPr>
            <a:r>
              <a:rPr lang="en-US" altLang="en-US" i="1" smtClean="0"/>
              <a:t>Do not change the aim rate!</a:t>
            </a:r>
          </a:p>
        </p:txBody>
      </p:sp>
      <p:sp>
        <p:nvSpPr>
          <p:cNvPr id="29699" name="Rectangle 2"/>
          <p:cNvSpPr>
            <a:spLocks noGrp="1" noChangeArrowheads="1"/>
          </p:cNvSpPr>
          <p:nvPr>
            <p:ph type="title"/>
          </p:nvPr>
        </p:nvSpPr>
        <p:spPr>
          <a:xfrm>
            <a:off x="1258888" y="407988"/>
            <a:ext cx="7086600" cy="1420812"/>
          </a:xfrm>
        </p:spPr>
        <p:txBody>
          <a:bodyPr rIns="81279"/>
          <a:lstStyle/>
          <a:p>
            <a:pPr indent="0" eaLnBrk="1" hangingPunct="1"/>
            <a:r>
              <a:rPr lang="en-US" altLang="en-US" u="sng" smtClean="0"/>
              <a:t>Two rules of thumb:</a:t>
            </a: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p:cNvSpPr>
            <a:spLocks noGrp="1" noChangeArrowheads="1"/>
          </p:cNvSpPr>
          <p:nvPr>
            <p:ph type="title"/>
          </p:nvPr>
        </p:nvSpPr>
        <p:spPr>
          <a:xfrm>
            <a:off x="1279525" y="0"/>
            <a:ext cx="7086600" cy="1417638"/>
          </a:xfrm>
        </p:spPr>
        <p:txBody>
          <a:bodyPr rIns="31750" anchor="b"/>
          <a:lstStyle/>
          <a:p>
            <a:pPr indent="0" eaLnBrk="1" hangingPunct="1"/>
            <a:r>
              <a:rPr lang="en-US" altLang="en-US" sz="2400" u="sng" dirty="0" smtClean="0"/>
              <a:t>Goals between now and the next session</a:t>
            </a:r>
          </a:p>
        </p:txBody>
      </p:sp>
      <p:sp>
        <p:nvSpPr>
          <p:cNvPr id="4099" name="Rectangle 2"/>
          <p:cNvSpPr>
            <a:spLocks noGrp="1" noChangeArrowheads="1"/>
          </p:cNvSpPr>
          <p:nvPr>
            <p:ph type="body" idx="1"/>
          </p:nvPr>
        </p:nvSpPr>
        <p:spPr/>
        <p:txBody>
          <a:bodyPr rIns="31750"/>
          <a:lstStyle/>
          <a:p>
            <a:pPr marL="795338" lvl="1" indent="-457200" eaLnBrk="1" hangingPunct="1">
              <a:lnSpc>
                <a:spcPct val="90000"/>
              </a:lnSpc>
              <a:spcBef>
                <a:spcPts val="0"/>
              </a:spcBef>
              <a:spcAft>
                <a:spcPts val="600"/>
              </a:spcAft>
              <a:buNone/>
            </a:pPr>
            <a:endParaRPr lang="en-US" altLang="en-US" sz="1800" dirty="0" smtClean="0"/>
          </a:p>
          <a:p>
            <a:pPr marL="795338" lvl="1" indent="-457200" eaLnBrk="1" hangingPunct="1">
              <a:lnSpc>
                <a:spcPct val="90000"/>
              </a:lnSpc>
              <a:spcBef>
                <a:spcPts val="0"/>
              </a:spcBef>
              <a:spcAft>
                <a:spcPts val="600"/>
              </a:spcAft>
              <a:buNone/>
            </a:pPr>
            <a:r>
              <a:rPr lang="en-US" altLang="en-US" dirty="0" smtClean="0"/>
              <a:t>Have a go at Precision Teaching!</a:t>
            </a:r>
          </a:p>
          <a:p>
            <a:pPr marL="795338" lvl="1" indent="-457200" eaLnBrk="1" hangingPunct="1">
              <a:lnSpc>
                <a:spcPct val="90000"/>
              </a:lnSpc>
              <a:spcBef>
                <a:spcPts val="0"/>
              </a:spcBef>
              <a:spcAft>
                <a:spcPts val="600"/>
              </a:spcAft>
              <a:buNone/>
            </a:pPr>
            <a:endParaRPr lang="en-US" altLang="en-US" dirty="0" smtClean="0"/>
          </a:p>
          <a:p>
            <a:pPr marL="795338" lvl="1" indent="-457200" eaLnBrk="1" hangingPunct="1">
              <a:lnSpc>
                <a:spcPct val="90000"/>
              </a:lnSpc>
              <a:spcBef>
                <a:spcPts val="0"/>
              </a:spcBef>
              <a:spcAft>
                <a:spcPts val="600"/>
              </a:spcAft>
              <a:buNone/>
            </a:pPr>
            <a:endParaRPr lang="en-US" altLang="en-US" dirty="0" smtClean="0"/>
          </a:p>
          <a:p>
            <a:pPr marL="795338" lvl="1" indent="-457200" eaLnBrk="1" hangingPunct="1">
              <a:lnSpc>
                <a:spcPct val="90000"/>
              </a:lnSpc>
              <a:spcBef>
                <a:spcPts val="0"/>
              </a:spcBef>
              <a:spcAft>
                <a:spcPts val="600"/>
              </a:spcAft>
              <a:buNone/>
            </a:pPr>
            <a:r>
              <a:rPr lang="en-US" altLang="en-US" dirty="0" smtClean="0"/>
              <a:t>Teach – Probe – Chart – Monitor</a:t>
            </a:r>
          </a:p>
          <a:p>
            <a:pPr marL="795338" lvl="1" indent="-457200" eaLnBrk="1" hangingPunct="1">
              <a:lnSpc>
                <a:spcPct val="90000"/>
              </a:lnSpc>
              <a:spcBef>
                <a:spcPts val="0"/>
              </a:spcBef>
              <a:spcAft>
                <a:spcPts val="600"/>
              </a:spcAft>
              <a:buNone/>
            </a:pPr>
            <a:endParaRPr lang="en-US" altLang="en-US" dirty="0" smtClean="0"/>
          </a:p>
          <a:p>
            <a:pPr marL="795338" lvl="1" indent="-457200" algn="ctr" eaLnBrk="1" hangingPunct="1">
              <a:lnSpc>
                <a:spcPct val="90000"/>
              </a:lnSpc>
              <a:spcBef>
                <a:spcPts val="0"/>
              </a:spcBef>
              <a:spcAft>
                <a:spcPts val="600"/>
              </a:spcAft>
              <a:buNone/>
            </a:pPr>
            <a:endParaRPr lang="en-US" altLang="en-US" dirty="0" smtClean="0"/>
          </a:p>
          <a:p>
            <a:pPr marL="795338" lvl="1" indent="-457200" algn="ctr" eaLnBrk="1" hangingPunct="1">
              <a:lnSpc>
                <a:spcPct val="90000"/>
              </a:lnSpc>
              <a:spcBef>
                <a:spcPts val="0"/>
              </a:spcBef>
              <a:spcAft>
                <a:spcPts val="600"/>
              </a:spcAft>
              <a:buNone/>
            </a:pPr>
            <a:r>
              <a:rPr lang="en-US" altLang="en-US" dirty="0" smtClean="0"/>
              <a:t>Feel free to contact me:</a:t>
            </a:r>
          </a:p>
          <a:p>
            <a:pPr marL="795338" lvl="1" indent="-457200" eaLnBrk="1" hangingPunct="1">
              <a:lnSpc>
                <a:spcPct val="90000"/>
              </a:lnSpc>
              <a:spcBef>
                <a:spcPts val="0"/>
              </a:spcBef>
              <a:spcAft>
                <a:spcPts val="600"/>
              </a:spcAft>
              <a:buNone/>
            </a:pPr>
            <a:endParaRPr lang="en-US" altLang="en-US" dirty="0" smtClean="0"/>
          </a:p>
          <a:p>
            <a:pPr marL="795338" lvl="1" indent="-457200" eaLnBrk="1" hangingPunct="1">
              <a:lnSpc>
                <a:spcPct val="90000"/>
              </a:lnSpc>
              <a:spcBef>
                <a:spcPts val="0"/>
              </a:spcBef>
              <a:spcAft>
                <a:spcPts val="600"/>
              </a:spcAft>
              <a:buNone/>
            </a:pPr>
            <a:r>
              <a:rPr lang="en-US" altLang="en-US" dirty="0" smtClean="0">
                <a:hlinkClick r:id="rId3"/>
              </a:rPr>
              <a:t>Sharon.McKenzie@rbwm.gov.uk</a:t>
            </a:r>
            <a:r>
              <a:rPr lang="en-US" altLang="en-US" dirty="0" smtClean="0"/>
              <a:t> </a:t>
            </a:r>
          </a:p>
          <a:p>
            <a:pPr marL="795338" lvl="1" indent="-457200" eaLnBrk="1" hangingPunct="1">
              <a:lnSpc>
                <a:spcPct val="90000"/>
              </a:lnSpc>
              <a:buNone/>
            </a:pPr>
            <a:endParaRPr lang="en-US" altLang="en-US" sz="2000" dirty="0" smtClean="0"/>
          </a:p>
          <a:p>
            <a:pPr marL="795338" lvl="1" indent="-457200" eaLnBrk="1" hangingPunct="1">
              <a:lnSpc>
                <a:spcPct val="90000"/>
              </a:lnSpc>
              <a:buFont typeface="+mj-lt"/>
              <a:buAutoNum type="arabicPeriod"/>
            </a:pPr>
            <a:endParaRPr lang="en-US" altLang="en-US" sz="2000" dirty="0" smtClean="0"/>
          </a:p>
          <a:p>
            <a:pPr marL="795338" lvl="1" indent="-457200" eaLnBrk="1" hangingPunct="1">
              <a:lnSpc>
                <a:spcPct val="90000"/>
              </a:lnSpc>
              <a:buNone/>
            </a:pPr>
            <a:endParaRPr lang="en-US" altLang="en-US" sz="2000" dirty="0" smtClean="0"/>
          </a:p>
          <a:p>
            <a:pPr marL="795338" lvl="1" indent="-457200" eaLnBrk="1" hangingPunct="1">
              <a:lnSpc>
                <a:spcPct val="90000"/>
              </a:lnSpc>
              <a:buFont typeface="+mj-lt"/>
              <a:buAutoNum type="arabicPeriod"/>
            </a:pPr>
            <a:endParaRPr lang="en-US" altLang="en-US" sz="2000" dirty="0" smtClean="0"/>
          </a:p>
          <a:p>
            <a:pPr marL="795338" lvl="1" indent="-457200" eaLnBrk="1" hangingPunct="1">
              <a:lnSpc>
                <a:spcPct val="90000"/>
              </a:lnSpc>
              <a:buNone/>
            </a:pPr>
            <a:endParaRPr lang="en-US" altLang="en-US" sz="2000" dirty="0" smtClean="0"/>
          </a:p>
          <a:p>
            <a:pPr marL="795338" lvl="1" indent="-457200" eaLnBrk="1" hangingPunct="1">
              <a:lnSpc>
                <a:spcPct val="90000"/>
              </a:lnSpc>
              <a:buFont typeface="+mj-lt"/>
              <a:buAutoNum type="arabicPeriod"/>
            </a:pPr>
            <a:endParaRPr lang="en-US" altLang="en-US" sz="2000" dirty="0" smtClean="0"/>
          </a:p>
          <a:p>
            <a:pPr marL="338138" lvl="1" indent="0" eaLnBrk="1" hangingPunct="1">
              <a:lnSpc>
                <a:spcPct val="90000"/>
              </a:lnSpc>
              <a:buNone/>
            </a:pPr>
            <a:endParaRPr lang="en-US" altLang="en-US" sz="2000" dirty="0"/>
          </a:p>
          <a:p>
            <a:pPr marL="338138" lvl="1" indent="0" eaLnBrk="1" hangingPunct="1">
              <a:lnSpc>
                <a:spcPct val="90000"/>
              </a:lnSpc>
              <a:buNone/>
            </a:pPr>
            <a:endParaRPr lang="en-US" altLang="en-US" sz="2000" dirty="0" smtClean="0"/>
          </a:p>
          <a:p>
            <a:pPr marL="722313" lvl="1" indent="-384175" eaLnBrk="1" hangingPunct="1">
              <a:lnSpc>
                <a:spcPct val="90000"/>
              </a:lnSpc>
              <a:buFont typeface="Wingdings" pitchFamily="2" charset="2"/>
              <a:buChar char="Ø"/>
            </a:pPr>
            <a:endParaRPr lang="en-US" altLang="en-US" sz="2000" dirty="0" smtClean="0"/>
          </a:p>
          <a:p>
            <a:pPr marL="722313" lvl="1" indent="-384175" eaLnBrk="1" hangingPunct="1">
              <a:lnSpc>
                <a:spcPct val="90000"/>
              </a:lnSpc>
              <a:buFont typeface="Wingdings" pitchFamily="2" charset="2"/>
              <a:buChar char="Ø"/>
            </a:pPr>
            <a:endParaRPr lang="en-US" altLang="en-US" sz="2000" dirty="0" smtClean="0"/>
          </a:p>
          <a:p>
            <a:pPr marL="338138" lvl="1" indent="0" eaLnBrk="1" hangingPunct="1">
              <a:lnSpc>
                <a:spcPct val="90000"/>
              </a:lnSpc>
              <a:buNone/>
            </a:pPr>
            <a:endParaRPr lang="en-US" altLang="en-US" sz="2000" dirty="0" smtClean="0"/>
          </a:p>
          <a:p>
            <a:pPr marL="338138" lvl="1" indent="0" eaLnBrk="1" hangingPunct="1">
              <a:lnSpc>
                <a:spcPct val="90000"/>
              </a:lnSpc>
              <a:buNone/>
            </a:pPr>
            <a:endParaRPr lang="en-US" altLang="en-US" sz="2000" dirty="0" smtClean="0"/>
          </a:p>
          <a:p>
            <a:pPr marL="738188" lvl="2" indent="0" eaLnBrk="1" hangingPunct="1">
              <a:lnSpc>
                <a:spcPct val="90000"/>
              </a:lnSpc>
              <a:buNone/>
            </a:pPr>
            <a:endParaRPr lang="en-US" altLang="en-US" sz="1600" dirty="0" smtClean="0"/>
          </a:p>
          <a:p>
            <a:pPr marL="738188" lvl="2" indent="0" eaLnBrk="1" hangingPunct="1">
              <a:lnSpc>
                <a:spcPct val="90000"/>
              </a:lnSpc>
              <a:buNone/>
            </a:pPr>
            <a:endParaRPr lang="en-US" altLang="en-US" sz="1600" dirty="0" smtClean="0"/>
          </a:p>
          <a:p>
            <a:pPr marL="738188" lvl="2" indent="0" eaLnBrk="1" hangingPunct="1">
              <a:lnSpc>
                <a:spcPct val="90000"/>
              </a:lnSpc>
              <a:buNone/>
            </a:pPr>
            <a:endParaRPr lang="en-US" altLang="en-US" sz="1600" dirty="0" smtClean="0"/>
          </a:p>
          <a:p>
            <a:pPr marL="738188" lvl="2" indent="0" eaLnBrk="1" hangingPunct="1">
              <a:lnSpc>
                <a:spcPct val="90000"/>
              </a:lnSpc>
              <a:buNone/>
            </a:pPr>
            <a:endParaRPr lang="en-US" altLang="en-US" sz="1600" dirty="0"/>
          </a:p>
          <a:p>
            <a:pPr marL="722313" lvl="1" indent="-384175" eaLnBrk="1" hangingPunct="1">
              <a:lnSpc>
                <a:spcPct val="90000"/>
              </a:lnSpc>
              <a:buFont typeface="Wingdings" pitchFamily="2" charset="2"/>
              <a:buChar char="Ø"/>
            </a:pPr>
            <a:endParaRPr lang="en-US" altLang="en-US" sz="2000" dirty="0" smtClean="0"/>
          </a:p>
          <a:p>
            <a:pPr marL="722313" lvl="1" indent="-384175" eaLnBrk="1" hangingPunct="1">
              <a:lnSpc>
                <a:spcPct val="90000"/>
              </a:lnSpc>
              <a:buFont typeface="Wingdings" pitchFamily="2" charset="2"/>
              <a:buChar char="Ø"/>
            </a:pPr>
            <a:endParaRPr lang="en-US" altLang="en-US" sz="2000" dirty="0" smtClean="0"/>
          </a:p>
          <a:p>
            <a:pPr marL="338138" lvl="1" indent="0" eaLnBrk="1" hangingPunct="1">
              <a:lnSpc>
                <a:spcPct val="90000"/>
              </a:lnSpc>
              <a:buNone/>
            </a:pPr>
            <a:endParaRPr lang="en-US" altLang="en-US" sz="2000" dirty="0" smtClean="0"/>
          </a:p>
          <a:p>
            <a:pPr lvl="2" indent="-342900" eaLnBrk="1" hangingPunct="1">
              <a:lnSpc>
                <a:spcPct val="90000"/>
              </a:lnSpc>
              <a:buFont typeface="Arial" panose="020B0604020202020204" pitchFamily="34" charset="0"/>
              <a:buChar char="•"/>
            </a:pPr>
            <a:endParaRPr lang="en-US" altLang="en-US" sz="1600" dirty="0"/>
          </a:p>
          <a:p>
            <a:pPr marL="738188" lvl="2" indent="0" eaLnBrk="1" hangingPunct="1">
              <a:lnSpc>
                <a:spcPct val="90000"/>
              </a:lnSpc>
              <a:buNone/>
            </a:pPr>
            <a:endParaRPr lang="en-US" altLang="en-US" sz="1600" dirty="0" smtClean="0"/>
          </a:p>
          <a:p>
            <a:pPr marL="738188" lvl="2" indent="0" eaLnBrk="1" hangingPunct="1">
              <a:lnSpc>
                <a:spcPct val="90000"/>
              </a:lnSpc>
              <a:buNone/>
            </a:pPr>
            <a:endParaRPr lang="en-US" altLang="en-US" sz="1600" dirty="0" smtClean="0"/>
          </a:p>
        </p:txBody>
      </p:sp>
    </p:spTree>
    <p:extLst>
      <p:ext uri="{BB962C8B-B14F-4D97-AF65-F5344CB8AC3E}">
        <p14:creationId xmlns:p14="http://schemas.microsoft.com/office/powerpoint/2010/main" val="495527847"/>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endParaRPr lang="en-GB" altLang="en-US" dirty="0" smtClean="0"/>
          </a:p>
        </p:txBody>
      </p:sp>
      <p:sp>
        <p:nvSpPr>
          <p:cNvPr id="31747" name="Rectangle 3"/>
          <p:cNvSpPr>
            <a:spLocks noGrp="1" noChangeArrowheads="1"/>
          </p:cNvSpPr>
          <p:nvPr>
            <p:ph type="body" idx="1"/>
          </p:nvPr>
        </p:nvSpPr>
        <p:spPr/>
        <p:txBody>
          <a:bodyPr/>
          <a:lstStyle/>
          <a:p>
            <a:pPr>
              <a:buFont typeface="Century Gothic" pitchFamily="34" charset="0"/>
              <a:buNone/>
            </a:pPr>
            <a:endParaRPr lang="en-GB" altLang="en-US" dirty="0" smtClean="0"/>
          </a:p>
          <a:p>
            <a:pPr algn="ctr">
              <a:buFont typeface="Century Gothic" pitchFamily="34" charset="0"/>
              <a:buNone/>
            </a:pPr>
            <a:r>
              <a:rPr lang="en-GB" altLang="en-US" sz="4800" dirty="0" smtClean="0"/>
              <a:t>Thank you and</a:t>
            </a:r>
          </a:p>
          <a:p>
            <a:pPr algn="ctr">
              <a:buFont typeface="Century Gothic" pitchFamily="34" charset="0"/>
              <a:buNone/>
            </a:pPr>
            <a:r>
              <a:rPr lang="en-GB" altLang="en-US" sz="4800" dirty="0" smtClean="0"/>
              <a:t>see you on </a:t>
            </a:r>
          </a:p>
          <a:p>
            <a:pPr algn="ctr">
              <a:buFont typeface="Century Gothic" pitchFamily="34" charset="0"/>
              <a:buNone/>
            </a:pPr>
            <a:r>
              <a:rPr lang="en-GB" altLang="en-US" sz="4800" dirty="0" smtClean="0"/>
              <a:t>9</a:t>
            </a:r>
            <a:r>
              <a:rPr lang="en-GB" altLang="en-US" sz="4800" baseline="30000" dirty="0" smtClean="0"/>
              <a:t>th</a:t>
            </a:r>
            <a:r>
              <a:rPr lang="en-GB" altLang="en-US" sz="4800" dirty="0" smtClean="0"/>
              <a:t> December! </a:t>
            </a: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TS001159440">
  <a:themeElements>
    <a:clrScheme name="">
      <a:dk1>
        <a:srgbClr val="000000"/>
      </a:dk1>
      <a:lt1>
        <a:srgbClr val="FFFFFF"/>
      </a:lt1>
      <a:dk2>
        <a:srgbClr val="000000"/>
      </a:dk2>
      <a:lt2>
        <a:srgbClr val="808080"/>
      </a:lt2>
      <a:accent1>
        <a:srgbClr val="FFEF66"/>
      </a:accent1>
      <a:accent2>
        <a:srgbClr val="333399"/>
      </a:accent2>
      <a:accent3>
        <a:srgbClr val="FFFFFF"/>
      </a:accent3>
      <a:accent4>
        <a:srgbClr val="000000"/>
      </a:accent4>
      <a:accent5>
        <a:srgbClr val="FFF6B8"/>
      </a:accent5>
      <a:accent6>
        <a:srgbClr val="2D2D8A"/>
      </a:accent6>
      <a:hlink>
        <a:srgbClr val="009999"/>
      </a:hlink>
      <a:folHlink>
        <a:srgbClr val="99CC00"/>
      </a:folHlink>
    </a:clrScheme>
    <a:fontScheme name="TS001159440">
      <a:majorFont>
        <a:latin typeface="Century Gothic"/>
        <a:ea typeface="ヒラギノ明朝 ProN W3"/>
        <a:cs typeface="ヒラギノ明朝 ProN W3"/>
      </a:majorFont>
      <a:minorFont>
        <a:latin typeface="Century Gothic"/>
        <a:ea typeface="ヒラギノ明朝 ProN W3"/>
        <a:cs typeface="ヒラギノ明朝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EF66"/>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rgbClr val="000000"/>
            </a:solidFill>
            <a:effectLst/>
            <a:latin typeface="Times New Roman" charset="0"/>
            <a:ea typeface="ヒラギノ明朝 ProN W3" charset="0"/>
            <a:cs typeface="ヒラギノ明朝 ProN W3" charset="0"/>
            <a:sym typeface="Times New Roman" charset="0"/>
          </a:defRPr>
        </a:defPPr>
      </a:lstStyle>
    </a:spDef>
    <a:lnDef>
      <a:spPr bwMode="auto">
        <a:xfrm>
          <a:off x="0" y="0"/>
          <a:ext cx="1" cy="1"/>
        </a:xfrm>
        <a:custGeom>
          <a:avLst/>
          <a:gdLst/>
          <a:ahLst/>
          <a:cxnLst/>
          <a:rect l="0" t="0" r="0" b="0"/>
          <a:pathLst/>
        </a:custGeom>
        <a:solidFill>
          <a:srgbClr val="FFEF66"/>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rgbClr val="000000"/>
            </a:solidFill>
            <a:effectLst/>
            <a:latin typeface="Times New Roman" charset="0"/>
            <a:ea typeface="ヒラギノ明朝 ProN W3" charset="0"/>
            <a:cs typeface="ヒラギノ明朝 ProN W3" charset="0"/>
            <a:sym typeface="Times New Roman" charset="0"/>
          </a:defRPr>
        </a:defPPr>
      </a:lstStyle>
    </a:lnDef>
  </a:objectDefaults>
  <a:extraClrSchemeLst>
    <a:extraClrScheme>
      <a:clrScheme name="TS001159440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itle &amp; Subtitle">
  <a:themeElements>
    <a:clrScheme name="">
      <a:dk1>
        <a:srgbClr val="000000"/>
      </a:dk1>
      <a:lt1>
        <a:srgbClr val="FFFFFF"/>
      </a:lt1>
      <a:dk2>
        <a:srgbClr val="000000"/>
      </a:dk2>
      <a:lt2>
        <a:srgbClr val="808080"/>
      </a:lt2>
      <a:accent1>
        <a:srgbClr val="FFEF66"/>
      </a:accent1>
      <a:accent2>
        <a:srgbClr val="333399"/>
      </a:accent2>
      <a:accent3>
        <a:srgbClr val="FFFFFF"/>
      </a:accent3>
      <a:accent4>
        <a:srgbClr val="000000"/>
      </a:accent4>
      <a:accent5>
        <a:srgbClr val="FFF6B8"/>
      </a:accent5>
      <a:accent6>
        <a:srgbClr val="2D2D8A"/>
      </a:accent6>
      <a:hlink>
        <a:srgbClr val="009999"/>
      </a:hlink>
      <a:folHlink>
        <a:srgbClr val="99CC00"/>
      </a:folHlink>
    </a:clrScheme>
    <a:fontScheme name="Title &amp; Subtitle">
      <a:majorFont>
        <a:latin typeface="Century Gothic"/>
        <a:ea typeface="ヒラギノ明朝 ProN W3"/>
        <a:cs typeface="ヒラギノ明朝 ProN W3"/>
      </a:majorFont>
      <a:minorFont>
        <a:latin typeface="Century Gothic"/>
        <a:ea typeface="ヒラギノ明朝 ProN W3"/>
        <a:cs typeface="ヒラギノ明朝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EF66"/>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rgbClr val="000000"/>
            </a:solidFill>
            <a:effectLst/>
            <a:latin typeface="Times New Roman" charset="0"/>
            <a:ea typeface="ヒラギノ明朝 ProN W3" charset="0"/>
            <a:cs typeface="ヒラギノ明朝 ProN W3" charset="0"/>
            <a:sym typeface="Times New Roman" charset="0"/>
          </a:defRPr>
        </a:defPPr>
      </a:lstStyle>
    </a:spDef>
    <a:lnDef>
      <a:spPr bwMode="auto">
        <a:xfrm>
          <a:off x="0" y="0"/>
          <a:ext cx="1" cy="1"/>
        </a:xfrm>
        <a:custGeom>
          <a:avLst/>
          <a:gdLst/>
          <a:ahLst/>
          <a:cxnLst/>
          <a:rect l="0" t="0" r="0" b="0"/>
          <a:pathLst/>
        </a:custGeom>
        <a:solidFill>
          <a:srgbClr val="FFEF66"/>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200" b="0" i="0" u="none" strike="noStrike" cap="none" normalizeH="0" baseline="0" smtClean="0">
            <a:ln>
              <a:noFill/>
            </a:ln>
            <a:solidFill>
              <a:srgbClr val="000000"/>
            </a:solidFill>
            <a:effectLst/>
            <a:latin typeface="Times New Roman" charset="0"/>
            <a:ea typeface="ヒラギノ明朝 ProN W3" charset="0"/>
            <a:cs typeface="ヒラギノ明朝 ProN W3" charset="0"/>
            <a:sym typeface="Times New Roman" charset="0"/>
          </a:defRPr>
        </a:defPPr>
      </a:lstStyle>
    </a:lnDef>
  </a:objectDefaults>
  <a:extraClrSchemeLst>
    <a:extraClrScheme>
      <a:clrScheme name="Title &amp; Subtitl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2846</TotalTime>
  <Pages>0</Pages>
  <Words>1922</Words>
  <Characters>0</Characters>
  <Application>Microsoft Office PowerPoint</Application>
  <PresentationFormat>On-screen Show (4:3)</PresentationFormat>
  <Lines>0</Lines>
  <Paragraphs>392</Paragraphs>
  <Slides>16</Slides>
  <Notes>16</Notes>
  <HiddenSlides>0</HiddenSlides>
  <MMClips>0</MMClips>
  <ScaleCrop>false</ScaleCrop>
  <HeadingPairs>
    <vt:vector size="4" baseType="variant">
      <vt:variant>
        <vt:lpstr>Theme</vt:lpstr>
      </vt:variant>
      <vt:variant>
        <vt:i4>2</vt:i4>
      </vt:variant>
      <vt:variant>
        <vt:lpstr>Slide Titles</vt:lpstr>
      </vt:variant>
      <vt:variant>
        <vt:i4>16</vt:i4>
      </vt:variant>
    </vt:vector>
  </HeadingPairs>
  <TitlesOfParts>
    <vt:vector size="18" baseType="lpstr">
      <vt:lpstr>TS001159440</vt:lpstr>
      <vt:lpstr>Title &amp; Subtitle</vt:lpstr>
      <vt:lpstr>Precision Teaching:</vt:lpstr>
      <vt:lpstr>Review of first session:</vt:lpstr>
      <vt:lpstr>Aims for Today</vt:lpstr>
      <vt:lpstr>Preview of next sessions</vt:lpstr>
      <vt:lpstr>PT Probe Generator</vt:lpstr>
      <vt:lpstr>PowerPoint Presentation</vt:lpstr>
      <vt:lpstr>PowerPoint Presentation</vt:lpstr>
      <vt:lpstr>PowerPoint Presentation</vt:lpstr>
      <vt:lpstr>PowerPoint Presentation</vt:lpstr>
      <vt:lpstr>PowerPoint Presentation</vt:lpstr>
      <vt:lpstr> Monitoring When do I change the probe?</vt:lpstr>
      <vt:lpstr>PowerPoint Presentation</vt:lpstr>
      <vt:lpstr>PowerPoint Presentation</vt:lpstr>
      <vt:lpstr>Two rules of thumb:</vt:lpstr>
      <vt:lpstr>Goals between now and the next session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Precision Teaching</dc:title>
  <dc:creator>David Lee</dc:creator>
  <cp:lastModifiedBy>localprofile</cp:lastModifiedBy>
  <cp:revision>452</cp:revision>
  <cp:lastPrinted>2014-11-18T09:49:11Z</cp:lastPrinted>
  <dcterms:modified xsi:type="dcterms:W3CDTF">2017-06-13T19:07:18Z</dcterms:modified>
</cp:coreProperties>
</file>