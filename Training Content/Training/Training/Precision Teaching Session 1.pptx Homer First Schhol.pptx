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Masters/slideMaster4.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theme/theme2.xml" ContentType="application/vnd.openxmlformats-officedocument.theme+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theme/theme3.xml" ContentType="application/vnd.openxmlformats-officedocument.theme+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slideLayouts/slideLayout45.xml" ContentType="application/vnd.openxmlformats-officedocument.presentationml.slideLayout+xml"/>
  <Override PartName="/ppt/slideLayouts/slideLayout46.xml" ContentType="application/vnd.openxmlformats-officedocument.presentationml.slideLayout+xml"/>
  <Override PartName="/ppt/slideLayouts/slideLayout47.xml" ContentType="application/vnd.openxmlformats-officedocument.presentationml.slideLayout+xml"/>
  <Override PartName="/ppt/theme/theme4.xml" ContentType="application/vnd.openxmlformats-officedocument.theme+xml"/>
  <Override PartName="/ppt/theme/theme5.xml" ContentType="application/vnd.openxmlformats-officedocument.theme+xml"/>
  <Override PartName="/ppt/theme/theme6.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 id="2147483673" r:id="rId2"/>
    <p:sldMasterId id="2147483661" r:id="rId3"/>
    <p:sldMasterId id="2147483698" r:id="rId4"/>
  </p:sldMasterIdLst>
  <p:notesMasterIdLst>
    <p:notesMasterId r:id="rId25"/>
  </p:notesMasterIdLst>
  <p:handoutMasterIdLst>
    <p:handoutMasterId r:id="rId26"/>
  </p:handoutMasterIdLst>
  <p:sldIdLst>
    <p:sldId id="320" r:id="rId5"/>
    <p:sldId id="321" r:id="rId6"/>
    <p:sldId id="322" r:id="rId7"/>
    <p:sldId id="323" r:id="rId8"/>
    <p:sldId id="324" r:id="rId9"/>
    <p:sldId id="325" r:id="rId10"/>
    <p:sldId id="326" r:id="rId11"/>
    <p:sldId id="327" r:id="rId12"/>
    <p:sldId id="328" r:id="rId13"/>
    <p:sldId id="329" r:id="rId14"/>
    <p:sldId id="330" r:id="rId15"/>
    <p:sldId id="331" r:id="rId16"/>
    <p:sldId id="332" r:id="rId17"/>
    <p:sldId id="333" r:id="rId18"/>
    <p:sldId id="334" r:id="rId19"/>
    <p:sldId id="335" r:id="rId20"/>
    <p:sldId id="336" r:id="rId21"/>
    <p:sldId id="337" r:id="rId22"/>
    <p:sldId id="338" r:id="rId23"/>
    <p:sldId id="339" r:id="rId24"/>
  </p:sldIdLst>
  <p:sldSz cx="9144000" cy="6858000" type="screen4x3"/>
  <p:notesSz cx="9872663" cy="6742113"/>
  <p:defaultTextStyle>
    <a:defPPr>
      <a:defRPr lang="en-GB"/>
    </a:defPPr>
    <a:lvl1pPr algn="ctr" rtl="0" fontAlgn="base">
      <a:spcBef>
        <a:spcPct val="0"/>
      </a:spcBef>
      <a:spcAft>
        <a:spcPct val="0"/>
      </a:spcAft>
      <a:defRPr sz="2400" kern="1200">
        <a:solidFill>
          <a:schemeClr val="tx1"/>
        </a:solidFill>
        <a:latin typeface="Times New Roman" pitchFamily="18" charset="0"/>
        <a:ea typeface="MS PGothic" pitchFamily="34" charset="-128"/>
        <a:cs typeface="+mn-cs"/>
      </a:defRPr>
    </a:lvl1pPr>
    <a:lvl2pPr marL="457200" algn="ctr" rtl="0" fontAlgn="base">
      <a:spcBef>
        <a:spcPct val="0"/>
      </a:spcBef>
      <a:spcAft>
        <a:spcPct val="0"/>
      </a:spcAft>
      <a:defRPr sz="2400" kern="1200">
        <a:solidFill>
          <a:schemeClr val="tx1"/>
        </a:solidFill>
        <a:latin typeface="Times New Roman" pitchFamily="18" charset="0"/>
        <a:ea typeface="MS PGothic" pitchFamily="34" charset="-128"/>
        <a:cs typeface="+mn-cs"/>
      </a:defRPr>
    </a:lvl2pPr>
    <a:lvl3pPr marL="914400" algn="ctr" rtl="0" fontAlgn="base">
      <a:spcBef>
        <a:spcPct val="0"/>
      </a:spcBef>
      <a:spcAft>
        <a:spcPct val="0"/>
      </a:spcAft>
      <a:defRPr sz="2400" kern="1200">
        <a:solidFill>
          <a:schemeClr val="tx1"/>
        </a:solidFill>
        <a:latin typeface="Times New Roman" pitchFamily="18" charset="0"/>
        <a:ea typeface="MS PGothic" pitchFamily="34" charset="-128"/>
        <a:cs typeface="+mn-cs"/>
      </a:defRPr>
    </a:lvl3pPr>
    <a:lvl4pPr marL="1371600" algn="ctr" rtl="0" fontAlgn="base">
      <a:spcBef>
        <a:spcPct val="0"/>
      </a:spcBef>
      <a:spcAft>
        <a:spcPct val="0"/>
      </a:spcAft>
      <a:defRPr sz="2400" kern="1200">
        <a:solidFill>
          <a:schemeClr val="tx1"/>
        </a:solidFill>
        <a:latin typeface="Times New Roman" pitchFamily="18" charset="0"/>
        <a:ea typeface="MS PGothic" pitchFamily="34" charset="-128"/>
        <a:cs typeface="+mn-cs"/>
      </a:defRPr>
    </a:lvl4pPr>
    <a:lvl5pPr marL="1828800" algn="ctr" rtl="0" fontAlgn="base">
      <a:spcBef>
        <a:spcPct val="0"/>
      </a:spcBef>
      <a:spcAft>
        <a:spcPct val="0"/>
      </a:spcAft>
      <a:defRPr sz="2400" kern="1200">
        <a:solidFill>
          <a:schemeClr val="tx1"/>
        </a:solidFill>
        <a:latin typeface="Times New Roman" pitchFamily="18" charset="0"/>
        <a:ea typeface="MS PGothic" pitchFamily="34" charset="-128"/>
        <a:cs typeface="+mn-cs"/>
      </a:defRPr>
    </a:lvl5pPr>
    <a:lvl6pPr marL="2286000" algn="l" defTabSz="914400" rtl="0" eaLnBrk="1" latinLnBrk="0" hangingPunct="1">
      <a:defRPr sz="2400" kern="1200">
        <a:solidFill>
          <a:schemeClr val="tx1"/>
        </a:solidFill>
        <a:latin typeface="Times New Roman" pitchFamily="18" charset="0"/>
        <a:ea typeface="MS PGothic" pitchFamily="34" charset="-128"/>
        <a:cs typeface="+mn-cs"/>
      </a:defRPr>
    </a:lvl6pPr>
    <a:lvl7pPr marL="2743200" algn="l" defTabSz="914400" rtl="0" eaLnBrk="1" latinLnBrk="0" hangingPunct="1">
      <a:defRPr sz="2400" kern="1200">
        <a:solidFill>
          <a:schemeClr val="tx1"/>
        </a:solidFill>
        <a:latin typeface="Times New Roman" pitchFamily="18" charset="0"/>
        <a:ea typeface="MS PGothic" pitchFamily="34" charset="-128"/>
        <a:cs typeface="+mn-cs"/>
      </a:defRPr>
    </a:lvl7pPr>
    <a:lvl8pPr marL="3200400" algn="l" defTabSz="914400" rtl="0" eaLnBrk="1" latinLnBrk="0" hangingPunct="1">
      <a:defRPr sz="2400" kern="1200">
        <a:solidFill>
          <a:schemeClr val="tx1"/>
        </a:solidFill>
        <a:latin typeface="Times New Roman" pitchFamily="18" charset="0"/>
        <a:ea typeface="MS PGothic" pitchFamily="34" charset="-128"/>
        <a:cs typeface="+mn-cs"/>
      </a:defRPr>
    </a:lvl8pPr>
    <a:lvl9pPr marL="3657600" algn="l" defTabSz="914400" rtl="0" eaLnBrk="1" latinLnBrk="0" hangingPunct="1">
      <a:defRPr sz="2400" kern="1200">
        <a:solidFill>
          <a:schemeClr val="tx1"/>
        </a:solidFill>
        <a:latin typeface="Times New Roman" pitchFamily="18" charset="0"/>
        <a:ea typeface="MS PGothic" pitchFamily="34" charset="-128"/>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650F87"/>
    <a:srgbClr val="73267A"/>
    <a:srgbClr val="800080"/>
    <a:srgbClr val="003366"/>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p:cViewPr varScale="1">
        <p:scale>
          <a:sx n="69" d="100"/>
          <a:sy n="69" d="100"/>
        </p:scale>
        <p:origin x="-1398" y="-96"/>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sorterViewPr>
    <p:cViewPr>
      <p:scale>
        <a:sx n="66" d="100"/>
        <a:sy n="66" d="100"/>
      </p:scale>
      <p:origin x="0" y="0"/>
    </p:cViewPr>
  </p:sorterViewPr>
  <p:notesViewPr>
    <p:cSldViewPr>
      <p:cViewPr>
        <p:scale>
          <a:sx n="75" d="100"/>
          <a:sy n="75" d="100"/>
        </p:scale>
        <p:origin x="-2592" y="378"/>
      </p:cViewPr>
      <p:guideLst>
        <p:guide orient="horz" pos="2123"/>
        <p:guide pos="3109"/>
      </p:guideLst>
    </p:cSldViewPr>
  </p:notes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handoutMaster" Target="handoutMasters/handoutMaster1.xml"/><Relationship Id="rId3" Type="http://schemas.openxmlformats.org/officeDocument/2006/relationships/slideMaster" Target="slideMasters/slideMaster3.xml"/><Relationship Id="rId21" Type="http://schemas.openxmlformats.org/officeDocument/2006/relationships/slide" Target="slides/slide17.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notesMaster" Target="notesMasters/notesMaster1.xml"/><Relationship Id="rId2" Type="http://schemas.openxmlformats.org/officeDocument/2006/relationships/slideMaster" Target="slideMasters/slideMaster2.xml"/><Relationship Id="rId16" Type="http://schemas.openxmlformats.org/officeDocument/2006/relationships/slide" Target="slides/slide12.xml"/><Relationship Id="rId20" Type="http://schemas.openxmlformats.org/officeDocument/2006/relationships/slide" Target="slides/slide16.xml"/><Relationship Id="rId29"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slide" Target="slides/slide20.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viewProps" Target="viewProps.xml"/><Relationship Id="rId10" Type="http://schemas.openxmlformats.org/officeDocument/2006/relationships/slide" Target="slides/slide6.xml"/><Relationship Id="rId19" Type="http://schemas.openxmlformats.org/officeDocument/2006/relationships/slide" Target="slides/slide15.xml"/><Relationship Id="rId4" Type="http://schemas.openxmlformats.org/officeDocument/2006/relationships/slideMaster" Target="slideMasters/slideMaster4.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presProps" Target="presProps.xml"/><Relationship Id="rId30" Type="http://schemas.openxmlformats.org/officeDocument/2006/relationships/tableStyles" Target="tableStyles.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6.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8194" name="Rectangle 1026"/>
          <p:cNvSpPr>
            <a:spLocks noGrp="1" noChangeArrowheads="1"/>
          </p:cNvSpPr>
          <p:nvPr>
            <p:ph type="hdr" sz="quarter"/>
          </p:nvPr>
        </p:nvSpPr>
        <p:spPr bwMode="auto">
          <a:xfrm>
            <a:off x="0" y="0"/>
            <a:ext cx="4277301" cy="33716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lvl1pPr algn="l">
              <a:defRPr sz="1200">
                <a:latin typeface="Times New Roman" pitchFamily="18" charset="0"/>
                <a:ea typeface="+mn-ea"/>
              </a:defRPr>
            </a:lvl1pPr>
          </a:lstStyle>
          <a:p>
            <a:pPr>
              <a:defRPr/>
            </a:pPr>
            <a:endParaRPr lang="en-GB"/>
          </a:p>
        </p:txBody>
      </p:sp>
      <p:sp>
        <p:nvSpPr>
          <p:cNvPr id="8195" name="Rectangle 1027"/>
          <p:cNvSpPr>
            <a:spLocks noGrp="1" noChangeArrowheads="1"/>
          </p:cNvSpPr>
          <p:nvPr>
            <p:ph type="dt" sz="quarter" idx="1"/>
          </p:nvPr>
        </p:nvSpPr>
        <p:spPr bwMode="auto">
          <a:xfrm>
            <a:off x="5595362" y="0"/>
            <a:ext cx="4277301" cy="33716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lvl1pPr algn="r">
              <a:defRPr sz="1200">
                <a:latin typeface="Times New Roman" pitchFamily="18" charset="0"/>
                <a:ea typeface="+mn-ea"/>
              </a:defRPr>
            </a:lvl1pPr>
          </a:lstStyle>
          <a:p>
            <a:pPr>
              <a:defRPr/>
            </a:pPr>
            <a:endParaRPr lang="en-GB"/>
          </a:p>
        </p:txBody>
      </p:sp>
      <p:sp>
        <p:nvSpPr>
          <p:cNvPr id="8196" name="Rectangle 1028"/>
          <p:cNvSpPr>
            <a:spLocks noGrp="1" noChangeArrowheads="1"/>
          </p:cNvSpPr>
          <p:nvPr>
            <p:ph type="ftr" sz="quarter" idx="2"/>
          </p:nvPr>
        </p:nvSpPr>
        <p:spPr bwMode="auto">
          <a:xfrm>
            <a:off x="0" y="6404953"/>
            <a:ext cx="4277301" cy="33716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b" anchorCtr="0" compatLnSpc="1">
            <a:prstTxWarp prst="textNoShape">
              <a:avLst/>
            </a:prstTxWarp>
          </a:bodyPr>
          <a:lstStyle>
            <a:lvl1pPr algn="l">
              <a:defRPr sz="1200">
                <a:latin typeface="Times New Roman" pitchFamily="18" charset="0"/>
                <a:ea typeface="+mn-ea"/>
              </a:defRPr>
            </a:lvl1pPr>
          </a:lstStyle>
          <a:p>
            <a:pPr>
              <a:defRPr/>
            </a:pPr>
            <a:endParaRPr lang="en-GB"/>
          </a:p>
        </p:txBody>
      </p:sp>
      <p:sp>
        <p:nvSpPr>
          <p:cNvPr id="8197" name="Rectangle 1029"/>
          <p:cNvSpPr>
            <a:spLocks noGrp="1" noChangeArrowheads="1"/>
          </p:cNvSpPr>
          <p:nvPr>
            <p:ph type="sldNum" sz="quarter" idx="3"/>
          </p:nvPr>
        </p:nvSpPr>
        <p:spPr bwMode="auto">
          <a:xfrm>
            <a:off x="5595362" y="6404953"/>
            <a:ext cx="4277301" cy="33716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b" anchorCtr="0" compatLnSpc="1">
            <a:prstTxWarp prst="textNoShape">
              <a:avLst/>
            </a:prstTxWarp>
          </a:bodyPr>
          <a:lstStyle>
            <a:lvl1pPr algn="r">
              <a:defRPr sz="1200"/>
            </a:lvl1pPr>
          </a:lstStyle>
          <a:p>
            <a:pPr>
              <a:defRPr/>
            </a:pPr>
            <a:fld id="{A1B90306-3157-4DAC-A9C9-596ACEE7C49F}" type="slidenum">
              <a:rPr lang="en-GB"/>
              <a:pPr>
                <a:defRPr/>
              </a:pPr>
              <a:t>‹#›</a:t>
            </a:fld>
            <a:endParaRPr lang="en-GB"/>
          </a:p>
        </p:txBody>
      </p:sp>
    </p:spTree>
    <p:extLst>
      <p:ext uri="{BB962C8B-B14F-4D97-AF65-F5344CB8AC3E}">
        <p14:creationId xmlns:p14="http://schemas.microsoft.com/office/powerpoint/2010/main" val="264579796"/>
      </p:ext>
    </p:extLst>
  </p:cSld>
  <p:clrMap bg1="lt1" tx1="dk1" bg2="lt2" tx2="dk2" accent1="accent1" accent2="accent2" accent3="accent3" accent4="accent4" accent5="accent5" accent6="accent6" hlink="hlink" folHlink="folHlink"/>
  <p:hf sldNum="0" hdr="0" ftr="0" dt="0"/>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5.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242" name="Rectangle 2"/>
          <p:cNvSpPr>
            <a:spLocks noGrp="1" noChangeArrowheads="1"/>
          </p:cNvSpPr>
          <p:nvPr>
            <p:ph type="hdr" sz="quarter"/>
          </p:nvPr>
        </p:nvSpPr>
        <p:spPr bwMode="auto">
          <a:xfrm>
            <a:off x="0" y="1"/>
            <a:ext cx="4286600" cy="36209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lvl1pPr algn="l">
              <a:defRPr sz="1200">
                <a:latin typeface="Times New Roman" pitchFamily="18" charset="0"/>
                <a:ea typeface="+mn-ea"/>
              </a:defRPr>
            </a:lvl1pPr>
          </a:lstStyle>
          <a:p>
            <a:pPr>
              <a:defRPr/>
            </a:pPr>
            <a:endParaRPr lang="en-GB"/>
          </a:p>
        </p:txBody>
      </p:sp>
      <p:sp>
        <p:nvSpPr>
          <p:cNvPr id="10243" name="Rectangle 3"/>
          <p:cNvSpPr>
            <a:spLocks noGrp="1" noChangeArrowheads="1"/>
          </p:cNvSpPr>
          <p:nvPr>
            <p:ph type="dt" idx="1"/>
          </p:nvPr>
        </p:nvSpPr>
        <p:spPr bwMode="auto">
          <a:xfrm>
            <a:off x="5639529" y="1"/>
            <a:ext cx="4286600" cy="36209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lvl1pPr algn="r">
              <a:defRPr sz="1200">
                <a:latin typeface="Times New Roman" pitchFamily="18" charset="0"/>
                <a:ea typeface="+mn-ea"/>
              </a:defRPr>
            </a:lvl1pPr>
          </a:lstStyle>
          <a:p>
            <a:pPr>
              <a:defRPr/>
            </a:pPr>
            <a:endParaRPr lang="en-GB"/>
          </a:p>
        </p:txBody>
      </p:sp>
      <p:sp>
        <p:nvSpPr>
          <p:cNvPr id="19460" name="Rectangle 4"/>
          <p:cNvSpPr>
            <a:spLocks noGrp="1" noRot="1" noChangeAspect="1" noChangeArrowheads="1" noTextEdit="1"/>
          </p:cNvSpPr>
          <p:nvPr>
            <p:ph type="sldImg" idx="2"/>
          </p:nvPr>
        </p:nvSpPr>
        <p:spPr bwMode="auto">
          <a:xfrm>
            <a:off x="3271838" y="517525"/>
            <a:ext cx="3382962" cy="2536825"/>
          </a:xfrm>
          <a:prstGeom prst="rect">
            <a:avLst/>
          </a:prstGeom>
          <a:noFill/>
          <a:ln w="9525">
            <a:solidFill>
              <a:srgbClr val="000000"/>
            </a:solidFill>
            <a:miter lim="800000"/>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blurRad="63500" dist="38099" dir="2700000" algn="ctr" rotWithShape="0">
                    <a:srgbClr val="000000">
                      <a:alpha val="74998"/>
                    </a:srgbClr>
                  </a:outerShdw>
                </a:effectLst>
              </a14:hiddenEffects>
            </a:ext>
            <a:ext uri="{53640926-AAD7-44D8-BBD7-CCE9431645EC}">
              <a14:shadowObscured xmlns:a14="http://schemas.microsoft.com/office/drawing/2010/main" val="1"/>
            </a:ext>
            <a:ext uri="{FAA26D3D-D897-4be2-8F04-BA451C77F1D7}"/>
          </a:extLst>
        </p:spPr>
      </p:sp>
      <p:sp>
        <p:nvSpPr>
          <p:cNvPr id="10245" name="Rectangle 5"/>
          <p:cNvSpPr>
            <a:spLocks noGrp="1" noChangeArrowheads="1"/>
          </p:cNvSpPr>
          <p:nvPr>
            <p:ph type="body" sz="quarter" idx="3"/>
          </p:nvPr>
        </p:nvSpPr>
        <p:spPr bwMode="auto">
          <a:xfrm>
            <a:off x="1352929" y="3208981"/>
            <a:ext cx="7220271" cy="305286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p>
            <a:pPr lvl="0"/>
            <a:r>
              <a:rPr lang="en-GB" noProof="0" smtClean="0"/>
              <a:t>Click to edit Master text styles</a:t>
            </a:r>
          </a:p>
          <a:p>
            <a:pPr lvl="1"/>
            <a:r>
              <a:rPr lang="en-GB" noProof="0" smtClean="0"/>
              <a:t>Second level</a:t>
            </a:r>
          </a:p>
          <a:p>
            <a:pPr lvl="2"/>
            <a:r>
              <a:rPr lang="en-GB" noProof="0" smtClean="0"/>
              <a:t>Third level</a:t>
            </a:r>
          </a:p>
          <a:p>
            <a:pPr lvl="3"/>
            <a:r>
              <a:rPr lang="en-GB" noProof="0" smtClean="0"/>
              <a:t>Fourth level</a:t>
            </a:r>
          </a:p>
          <a:p>
            <a:pPr lvl="4"/>
            <a:r>
              <a:rPr lang="en-GB" noProof="0" smtClean="0"/>
              <a:t>Fifth level</a:t>
            </a:r>
          </a:p>
        </p:txBody>
      </p:sp>
      <p:sp>
        <p:nvSpPr>
          <p:cNvPr id="10246" name="Rectangle 6"/>
          <p:cNvSpPr>
            <a:spLocks noGrp="1" noChangeArrowheads="1"/>
          </p:cNvSpPr>
          <p:nvPr>
            <p:ph type="ftr" sz="quarter" idx="4"/>
          </p:nvPr>
        </p:nvSpPr>
        <p:spPr bwMode="auto">
          <a:xfrm>
            <a:off x="0" y="6417963"/>
            <a:ext cx="4286600" cy="31005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b" anchorCtr="0" compatLnSpc="1">
            <a:prstTxWarp prst="textNoShape">
              <a:avLst/>
            </a:prstTxWarp>
          </a:bodyPr>
          <a:lstStyle>
            <a:lvl1pPr algn="l">
              <a:defRPr sz="1200">
                <a:latin typeface="Times New Roman" pitchFamily="18" charset="0"/>
                <a:ea typeface="+mn-ea"/>
              </a:defRPr>
            </a:lvl1pPr>
          </a:lstStyle>
          <a:p>
            <a:pPr>
              <a:defRPr/>
            </a:pPr>
            <a:endParaRPr lang="en-GB"/>
          </a:p>
        </p:txBody>
      </p:sp>
      <p:sp>
        <p:nvSpPr>
          <p:cNvPr id="10247" name="Rectangle 7"/>
          <p:cNvSpPr>
            <a:spLocks noGrp="1" noChangeArrowheads="1"/>
          </p:cNvSpPr>
          <p:nvPr>
            <p:ph type="sldNum" sz="quarter" idx="5"/>
          </p:nvPr>
        </p:nvSpPr>
        <p:spPr bwMode="auto">
          <a:xfrm>
            <a:off x="5639529" y="6417963"/>
            <a:ext cx="4286600" cy="31005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b" anchorCtr="0" compatLnSpc="1">
            <a:prstTxWarp prst="textNoShape">
              <a:avLst/>
            </a:prstTxWarp>
          </a:bodyPr>
          <a:lstStyle>
            <a:lvl1pPr algn="r">
              <a:defRPr sz="1200"/>
            </a:lvl1pPr>
          </a:lstStyle>
          <a:p>
            <a:pPr>
              <a:defRPr/>
            </a:pPr>
            <a:fld id="{0A767768-1694-43CB-8DB9-8C109826B36C}" type="slidenum">
              <a:rPr lang="en-GB"/>
              <a:pPr>
                <a:defRPr/>
              </a:pPr>
              <a:t>‹#›</a:t>
            </a:fld>
            <a:endParaRPr lang="en-GB"/>
          </a:p>
        </p:txBody>
      </p:sp>
    </p:spTree>
    <p:extLst>
      <p:ext uri="{BB962C8B-B14F-4D97-AF65-F5344CB8AC3E}">
        <p14:creationId xmlns:p14="http://schemas.microsoft.com/office/powerpoint/2010/main" val="2670234951"/>
      </p:ext>
    </p:extLst>
  </p:cSld>
  <p:clrMap bg1="lt1" tx1="dk1" bg2="lt2" tx2="dk2" accent1="accent1" accent2="accent2" accent3="accent3" accent4="accent4" accent5="accent5" accent6="accent6" hlink="hlink" folHlink="folHlink"/>
  <p:hf sldNum="0" hdr="0" ftr="0" dt="0"/>
  <p:notesStyle>
    <a:lvl1pPr algn="l" rtl="0" eaLnBrk="0" fontAlgn="base" hangingPunct="0">
      <a:spcBef>
        <a:spcPct val="30000"/>
      </a:spcBef>
      <a:spcAft>
        <a:spcPct val="0"/>
      </a:spcAft>
      <a:defRPr sz="1200" kern="1200">
        <a:solidFill>
          <a:schemeClr val="tx1"/>
        </a:solidFill>
        <a:latin typeface="Times New Roman" pitchFamily="18" charset="0"/>
        <a:ea typeface="MS PGothic" pitchFamily="34" charset="-128"/>
        <a:cs typeface="+mn-cs"/>
      </a:defRPr>
    </a:lvl1pPr>
    <a:lvl2pPr marL="457200" algn="l" rtl="0" eaLnBrk="0" fontAlgn="base" hangingPunct="0">
      <a:spcBef>
        <a:spcPct val="30000"/>
      </a:spcBef>
      <a:spcAft>
        <a:spcPct val="0"/>
      </a:spcAft>
      <a:defRPr sz="1200" kern="1200">
        <a:solidFill>
          <a:schemeClr val="tx1"/>
        </a:solidFill>
        <a:latin typeface="Times New Roman" pitchFamily="18" charset="0"/>
        <a:ea typeface="MS PGothic" pitchFamily="34" charset="-128"/>
        <a:cs typeface="+mn-cs"/>
      </a:defRPr>
    </a:lvl2pPr>
    <a:lvl3pPr marL="914400" algn="l" rtl="0" eaLnBrk="0" fontAlgn="base" hangingPunct="0">
      <a:spcBef>
        <a:spcPct val="30000"/>
      </a:spcBef>
      <a:spcAft>
        <a:spcPct val="0"/>
      </a:spcAft>
      <a:defRPr sz="1200" kern="1200">
        <a:solidFill>
          <a:schemeClr val="tx1"/>
        </a:solidFill>
        <a:latin typeface="Times New Roman" pitchFamily="18" charset="0"/>
        <a:ea typeface="MS PGothic" pitchFamily="34" charset="-128"/>
        <a:cs typeface="+mn-cs"/>
      </a:defRPr>
    </a:lvl3pPr>
    <a:lvl4pPr marL="1371600" algn="l" rtl="0" eaLnBrk="0" fontAlgn="base" hangingPunct="0">
      <a:spcBef>
        <a:spcPct val="30000"/>
      </a:spcBef>
      <a:spcAft>
        <a:spcPct val="0"/>
      </a:spcAft>
      <a:defRPr sz="1200" kern="1200">
        <a:solidFill>
          <a:schemeClr val="tx1"/>
        </a:solidFill>
        <a:latin typeface="Times New Roman" pitchFamily="18" charset="0"/>
        <a:ea typeface="MS PGothic" pitchFamily="34" charset="-128"/>
        <a:cs typeface="+mn-cs"/>
      </a:defRPr>
    </a:lvl4pPr>
    <a:lvl5pPr marL="1828800" algn="l" rtl="0" eaLnBrk="0" fontAlgn="base" hangingPunct="0">
      <a:spcBef>
        <a:spcPct val="30000"/>
      </a:spcBef>
      <a:spcAft>
        <a:spcPct val="0"/>
      </a:spcAft>
      <a:defRPr sz="1200" kern="1200">
        <a:solidFill>
          <a:schemeClr val="tx1"/>
        </a:solidFill>
        <a:latin typeface="Times New Roman" pitchFamily="18" charset="0"/>
        <a:ea typeface="MS PGothic" pitchFamily="34" charset="-128"/>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8" name="Slide Image Placeholder 1"/>
          <p:cNvSpPr>
            <a:spLocks noGrp="1" noRot="1" noChangeAspect="1" noTextEdit="1"/>
          </p:cNvSpPr>
          <p:nvPr>
            <p:ph type="sldImg"/>
          </p:nvPr>
        </p:nvSpPr>
        <p:spPr>
          <a:ln/>
        </p:spPr>
      </p:sp>
      <p:sp>
        <p:nvSpPr>
          <p:cNvPr id="24579" name="Notes Placeholder 2"/>
          <p:cNvSpPr>
            <a:spLocks noGrp="1"/>
          </p:cNvSpPr>
          <p:nvPr>
            <p:ph type="body" idx="1"/>
          </p:nvPr>
        </p:nvSpPr>
        <p:spPr>
          <a:noFill/>
        </p:spPr>
        <p:txBody>
          <a:bodyPr/>
          <a:lstStyle/>
          <a:p>
            <a:pPr>
              <a:buFont typeface="Arial" pitchFamily="34" charset="0"/>
              <a:buChar char="•"/>
            </a:pPr>
            <a:r>
              <a:rPr lang="en-GB" altLang="en-US" baseline="0" dirty="0" smtClean="0">
                <a:latin typeface="Times New Roman" pitchFamily="18" charset="0"/>
              </a:rPr>
              <a:t>Enquire how many TAs have:</a:t>
            </a:r>
          </a:p>
          <a:p>
            <a:pPr lvl="0">
              <a:buFont typeface="Arial" pitchFamily="34" charset="0"/>
              <a:buChar char="•"/>
            </a:pPr>
            <a:r>
              <a:rPr lang="en-GB" altLang="en-US" baseline="0" dirty="0" smtClean="0">
                <a:latin typeface="Times New Roman" pitchFamily="18" charset="0"/>
              </a:rPr>
              <a:t> heard of PT</a:t>
            </a:r>
          </a:p>
          <a:p>
            <a:pPr lvl="0">
              <a:buFont typeface="Arial" pitchFamily="34" charset="0"/>
              <a:buChar char="•"/>
            </a:pPr>
            <a:r>
              <a:rPr lang="en-GB" altLang="en-US" baseline="0" dirty="0" smtClean="0">
                <a:latin typeface="Times New Roman" pitchFamily="18" charset="0"/>
              </a:rPr>
              <a:t> done PT training</a:t>
            </a:r>
          </a:p>
          <a:p>
            <a:pPr lvl="0">
              <a:buFont typeface="Arial" pitchFamily="34" charset="0"/>
              <a:buChar char="•"/>
            </a:pPr>
            <a:r>
              <a:rPr lang="en-GB" altLang="en-US" baseline="0" dirty="0" smtClean="0">
                <a:latin typeface="Times New Roman" pitchFamily="18" charset="0"/>
              </a:rPr>
              <a:t> ever implemented a PT programme with a child</a:t>
            </a:r>
            <a:endParaRPr lang="en-GB" altLang="en-US" dirty="0" smtClean="0">
              <a:latin typeface="Times New Roman" pitchFamily="18" charset="0"/>
            </a:endParaRPr>
          </a:p>
          <a:p>
            <a:pPr eaLnBrk="1" hangingPunct="1"/>
            <a:endParaRPr lang="en-US" altLang="en-US" dirty="0" smtClean="0"/>
          </a:p>
        </p:txBody>
      </p:sp>
      <p:sp>
        <p:nvSpPr>
          <p:cNvPr id="24580" name="Slide Number Placeholder 3"/>
          <p:cNvSpPr>
            <a:spLocks noGrp="1"/>
          </p:cNvSpPr>
          <p:nvPr>
            <p:ph type="sldNum" sz="quarter" idx="5"/>
          </p:nvPr>
        </p:nvSpPr>
        <p:spPr>
          <a:noFill/>
        </p:spPr>
        <p:txBody>
          <a:bodyPr/>
          <a:lstStyle>
            <a:lvl1pPr eaLnBrk="0" hangingPunct="0">
              <a:spcBef>
                <a:spcPct val="30000"/>
              </a:spcBef>
              <a:defRPr sz="1200">
                <a:solidFill>
                  <a:schemeClr val="tx1"/>
                </a:solidFill>
                <a:latin typeface="Times New Roman" pitchFamily="18" charset="0"/>
              </a:defRPr>
            </a:lvl1pPr>
            <a:lvl2pPr marL="742950" indent="-285750" eaLnBrk="0" hangingPunct="0">
              <a:spcBef>
                <a:spcPct val="30000"/>
              </a:spcBef>
              <a:defRPr sz="1200">
                <a:solidFill>
                  <a:schemeClr val="tx1"/>
                </a:solidFill>
                <a:latin typeface="Times New Roman" pitchFamily="18" charset="0"/>
              </a:defRPr>
            </a:lvl2pPr>
            <a:lvl3pPr marL="1143000" indent="-228600" eaLnBrk="0" hangingPunct="0">
              <a:spcBef>
                <a:spcPct val="30000"/>
              </a:spcBef>
              <a:defRPr sz="1200">
                <a:solidFill>
                  <a:schemeClr val="tx1"/>
                </a:solidFill>
                <a:latin typeface="Times New Roman" pitchFamily="18" charset="0"/>
              </a:defRPr>
            </a:lvl3pPr>
            <a:lvl4pPr marL="1600200" indent="-228600" eaLnBrk="0" hangingPunct="0">
              <a:spcBef>
                <a:spcPct val="30000"/>
              </a:spcBef>
              <a:defRPr sz="1200">
                <a:solidFill>
                  <a:schemeClr val="tx1"/>
                </a:solidFill>
                <a:latin typeface="Times New Roman" pitchFamily="18" charset="0"/>
              </a:defRPr>
            </a:lvl4pPr>
            <a:lvl5pPr marL="2057400" indent="-228600" eaLnBrk="0" hangingPunct="0">
              <a:spcBef>
                <a:spcPct val="30000"/>
              </a:spcBef>
              <a:defRPr sz="1200">
                <a:solidFill>
                  <a:schemeClr val="tx1"/>
                </a:solidFill>
                <a:latin typeface="Times New Roman" pitchFamily="18" charset="0"/>
              </a:defRPr>
            </a:lvl5pPr>
            <a:lvl6pPr marL="2514600" indent="-228600" eaLnBrk="0" fontAlgn="base" hangingPunct="0">
              <a:spcBef>
                <a:spcPct val="30000"/>
              </a:spcBef>
              <a:spcAft>
                <a:spcPct val="0"/>
              </a:spcAft>
              <a:defRPr sz="1200">
                <a:solidFill>
                  <a:schemeClr val="tx1"/>
                </a:solidFill>
                <a:latin typeface="Times New Roman" pitchFamily="18" charset="0"/>
              </a:defRPr>
            </a:lvl6pPr>
            <a:lvl7pPr marL="2971800" indent="-228600" eaLnBrk="0" fontAlgn="base" hangingPunct="0">
              <a:spcBef>
                <a:spcPct val="30000"/>
              </a:spcBef>
              <a:spcAft>
                <a:spcPct val="0"/>
              </a:spcAft>
              <a:defRPr sz="1200">
                <a:solidFill>
                  <a:schemeClr val="tx1"/>
                </a:solidFill>
                <a:latin typeface="Times New Roman" pitchFamily="18" charset="0"/>
              </a:defRPr>
            </a:lvl7pPr>
            <a:lvl8pPr marL="3429000" indent="-228600" eaLnBrk="0" fontAlgn="base" hangingPunct="0">
              <a:spcBef>
                <a:spcPct val="30000"/>
              </a:spcBef>
              <a:spcAft>
                <a:spcPct val="0"/>
              </a:spcAft>
              <a:defRPr sz="1200">
                <a:solidFill>
                  <a:schemeClr val="tx1"/>
                </a:solidFill>
                <a:latin typeface="Times New Roman" pitchFamily="18" charset="0"/>
              </a:defRPr>
            </a:lvl8pPr>
            <a:lvl9pPr marL="3886200" indent="-228600" eaLnBrk="0" fontAlgn="base" hangingPunct="0">
              <a:spcBef>
                <a:spcPct val="30000"/>
              </a:spcBef>
              <a:spcAft>
                <a:spcPct val="0"/>
              </a:spcAft>
              <a:defRPr sz="1200">
                <a:solidFill>
                  <a:schemeClr val="tx1"/>
                </a:solidFill>
                <a:latin typeface="Times New Roman" pitchFamily="18" charset="0"/>
              </a:defRPr>
            </a:lvl9pPr>
          </a:lstStyle>
          <a:p>
            <a:pPr eaLnBrk="1" hangingPunct="1">
              <a:spcBef>
                <a:spcPct val="0"/>
              </a:spcBef>
            </a:pPr>
            <a:fld id="{192A17BC-41AD-44AE-816B-DC062DEA6D3C}" type="slidenum">
              <a:rPr lang="en-GB" altLang="en-US" smtClean="0"/>
              <a:pPr eaLnBrk="1" hangingPunct="1">
                <a:spcBef>
                  <a:spcPct val="0"/>
                </a:spcBef>
              </a:pPr>
              <a:t>1</a:t>
            </a:fld>
            <a:endParaRPr lang="en-GB" altLang="en-US" smtClean="0"/>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602" name="Rectangle 7"/>
          <p:cNvSpPr>
            <a:spLocks noGrp="1" noChangeArrowheads="1"/>
          </p:cNvSpPr>
          <p:nvPr>
            <p:ph type="sldNum" sz="quarter" idx="5"/>
          </p:nvPr>
        </p:nvSpPr>
        <p:spPr>
          <a:noFill/>
        </p:spPr>
        <p:txBody>
          <a:bodyPr/>
          <a:lstStyle>
            <a:lvl1pPr eaLnBrk="0" hangingPunct="0">
              <a:spcBef>
                <a:spcPct val="30000"/>
              </a:spcBef>
              <a:defRPr sz="1200">
                <a:solidFill>
                  <a:schemeClr val="tx1"/>
                </a:solidFill>
                <a:latin typeface="Times New Roman" pitchFamily="18" charset="0"/>
              </a:defRPr>
            </a:lvl1pPr>
            <a:lvl2pPr marL="742950" indent="-285750" eaLnBrk="0" hangingPunct="0">
              <a:spcBef>
                <a:spcPct val="30000"/>
              </a:spcBef>
              <a:defRPr sz="1200">
                <a:solidFill>
                  <a:schemeClr val="tx1"/>
                </a:solidFill>
                <a:latin typeface="Times New Roman" pitchFamily="18" charset="0"/>
              </a:defRPr>
            </a:lvl2pPr>
            <a:lvl3pPr marL="1143000" indent="-228600" eaLnBrk="0" hangingPunct="0">
              <a:spcBef>
                <a:spcPct val="30000"/>
              </a:spcBef>
              <a:defRPr sz="1200">
                <a:solidFill>
                  <a:schemeClr val="tx1"/>
                </a:solidFill>
                <a:latin typeface="Times New Roman" pitchFamily="18" charset="0"/>
              </a:defRPr>
            </a:lvl3pPr>
            <a:lvl4pPr marL="1600200" indent="-228600" eaLnBrk="0" hangingPunct="0">
              <a:spcBef>
                <a:spcPct val="30000"/>
              </a:spcBef>
              <a:defRPr sz="1200">
                <a:solidFill>
                  <a:schemeClr val="tx1"/>
                </a:solidFill>
                <a:latin typeface="Times New Roman" pitchFamily="18" charset="0"/>
              </a:defRPr>
            </a:lvl4pPr>
            <a:lvl5pPr marL="2057400" indent="-228600" eaLnBrk="0" hangingPunct="0">
              <a:spcBef>
                <a:spcPct val="30000"/>
              </a:spcBef>
              <a:defRPr sz="1200">
                <a:solidFill>
                  <a:schemeClr val="tx1"/>
                </a:solidFill>
                <a:latin typeface="Times New Roman" pitchFamily="18" charset="0"/>
              </a:defRPr>
            </a:lvl5pPr>
            <a:lvl6pPr marL="2514600" indent="-228600" eaLnBrk="0" fontAlgn="base" hangingPunct="0">
              <a:spcBef>
                <a:spcPct val="30000"/>
              </a:spcBef>
              <a:spcAft>
                <a:spcPct val="0"/>
              </a:spcAft>
              <a:defRPr sz="1200">
                <a:solidFill>
                  <a:schemeClr val="tx1"/>
                </a:solidFill>
                <a:latin typeface="Times New Roman" pitchFamily="18" charset="0"/>
              </a:defRPr>
            </a:lvl6pPr>
            <a:lvl7pPr marL="2971800" indent="-228600" eaLnBrk="0" fontAlgn="base" hangingPunct="0">
              <a:spcBef>
                <a:spcPct val="30000"/>
              </a:spcBef>
              <a:spcAft>
                <a:spcPct val="0"/>
              </a:spcAft>
              <a:defRPr sz="1200">
                <a:solidFill>
                  <a:schemeClr val="tx1"/>
                </a:solidFill>
                <a:latin typeface="Times New Roman" pitchFamily="18" charset="0"/>
              </a:defRPr>
            </a:lvl7pPr>
            <a:lvl8pPr marL="3429000" indent="-228600" eaLnBrk="0" fontAlgn="base" hangingPunct="0">
              <a:spcBef>
                <a:spcPct val="30000"/>
              </a:spcBef>
              <a:spcAft>
                <a:spcPct val="0"/>
              </a:spcAft>
              <a:defRPr sz="1200">
                <a:solidFill>
                  <a:schemeClr val="tx1"/>
                </a:solidFill>
                <a:latin typeface="Times New Roman" pitchFamily="18" charset="0"/>
              </a:defRPr>
            </a:lvl8pPr>
            <a:lvl9pPr marL="3886200" indent="-228600" eaLnBrk="0" fontAlgn="base" hangingPunct="0">
              <a:spcBef>
                <a:spcPct val="30000"/>
              </a:spcBef>
              <a:spcAft>
                <a:spcPct val="0"/>
              </a:spcAft>
              <a:defRPr sz="1200">
                <a:solidFill>
                  <a:schemeClr val="tx1"/>
                </a:solidFill>
                <a:latin typeface="Times New Roman" pitchFamily="18" charset="0"/>
              </a:defRPr>
            </a:lvl9pPr>
          </a:lstStyle>
          <a:p>
            <a:pPr eaLnBrk="1" hangingPunct="1">
              <a:spcBef>
                <a:spcPct val="0"/>
              </a:spcBef>
            </a:pPr>
            <a:fld id="{DAED8D88-5F4B-4A33-A37F-6DDD3EF87717}" type="slidenum">
              <a:rPr lang="en-GB" altLang="en-US" smtClean="0"/>
              <a:pPr eaLnBrk="1" hangingPunct="1">
                <a:spcBef>
                  <a:spcPct val="0"/>
                </a:spcBef>
              </a:pPr>
              <a:t>2</a:t>
            </a:fld>
            <a:endParaRPr lang="en-GB" altLang="en-US" smtClean="0"/>
          </a:p>
        </p:txBody>
      </p:sp>
      <p:sp>
        <p:nvSpPr>
          <p:cNvPr id="25603" name="Rectangle 2"/>
          <p:cNvSpPr>
            <a:spLocks noGrp="1" noRot="1" noChangeAspect="1" noChangeArrowheads="1" noTextEdit="1"/>
          </p:cNvSpPr>
          <p:nvPr>
            <p:ph type="sldImg"/>
          </p:nvPr>
        </p:nvSpPr>
        <p:spPr>
          <a:ln/>
        </p:spPr>
      </p:sp>
      <p:sp>
        <p:nvSpPr>
          <p:cNvPr id="25604" name="Rectangle 3"/>
          <p:cNvSpPr>
            <a:spLocks noGrp="1" noChangeArrowheads="1"/>
          </p:cNvSpPr>
          <p:nvPr>
            <p:ph type="body" idx="1"/>
          </p:nvPr>
        </p:nvSpPr>
        <p:spPr>
          <a:noFill/>
        </p:spPr>
        <p:txBody>
          <a:bodyPr/>
          <a:lstStyle/>
          <a:p>
            <a:pPr eaLnBrk="1" hangingPunct="1"/>
            <a:r>
              <a:rPr lang="en-GB" altLang="en-US" smtClean="0"/>
              <a:t>Precision Teaching is not a method of teaching in itself.</a:t>
            </a: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626" name="Slide Image Placeholder 1"/>
          <p:cNvSpPr>
            <a:spLocks noGrp="1" noRot="1" noChangeAspect="1" noTextEdit="1"/>
          </p:cNvSpPr>
          <p:nvPr>
            <p:ph type="sldImg"/>
          </p:nvPr>
        </p:nvSpPr>
        <p:spPr>
          <a:ln/>
        </p:spPr>
      </p:sp>
      <p:sp>
        <p:nvSpPr>
          <p:cNvPr id="26627" name="Notes Placeholder 2"/>
          <p:cNvSpPr>
            <a:spLocks noGrp="1"/>
          </p:cNvSpPr>
          <p:nvPr>
            <p:ph type="body" idx="1"/>
          </p:nvPr>
        </p:nvSpPr>
        <p:spPr>
          <a:noFill/>
        </p:spPr>
        <p:txBody>
          <a:bodyPr/>
          <a:lstStyle/>
          <a:p>
            <a:pPr eaLnBrk="1" hangingPunct="1"/>
            <a:endParaRPr lang="en-US" altLang="en-US" smtClean="0"/>
          </a:p>
        </p:txBody>
      </p:sp>
      <p:sp>
        <p:nvSpPr>
          <p:cNvPr id="26628" name="Slide Number Placeholder 3"/>
          <p:cNvSpPr>
            <a:spLocks noGrp="1"/>
          </p:cNvSpPr>
          <p:nvPr>
            <p:ph type="sldNum" sz="quarter" idx="5"/>
          </p:nvPr>
        </p:nvSpPr>
        <p:spPr>
          <a:noFill/>
        </p:spPr>
        <p:txBody>
          <a:bodyPr/>
          <a:lstStyle>
            <a:lvl1pPr eaLnBrk="0" hangingPunct="0">
              <a:spcBef>
                <a:spcPct val="30000"/>
              </a:spcBef>
              <a:defRPr sz="1200">
                <a:solidFill>
                  <a:schemeClr val="tx1"/>
                </a:solidFill>
                <a:latin typeface="Times New Roman" pitchFamily="18" charset="0"/>
              </a:defRPr>
            </a:lvl1pPr>
            <a:lvl2pPr marL="742950" indent="-285750" eaLnBrk="0" hangingPunct="0">
              <a:spcBef>
                <a:spcPct val="30000"/>
              </a:spcBef>
              <a:defRPr sz="1200">
                <a:solidFill>
                  <a:schemeClr val="tx1"/>
                </a:solidFill>
                <a:latin typeface="Times New Roman" pitchFamily="18" charset="0"/>
              </a:defRPr>
            </a:lvl2pPr>
            <a:lvl3pPr marL="1143000" indent="-228600" eaLnBrk="0" hangingPunct="0">
              <a:spcBef>
                <a:spcPct val="30000"/>
              </a:spcBef>
              <a:defRPr sz="1200">
                <a:solidFill>
                  <a:schemeClr val="tx1"/>
                </a:solidFill>
                <a:latin typeface="Times New Roman" pitchFamily="18" charset="0"/>
              </a:defRPr>
            </a:lvl3pPr>
            <a:lvl4pPr marL="1600200" indent="-228600" eaLnBrk="0" hangingPunct="0">
              <a:spcBef>
                <a:spcPct val="30000"/>
              </a:spcBef>
              <a:defRPr sz="1200">
                <a:solidFill>
                  <a:schemeClr val="tx1"/>
                </a:solidFill>
                <a:latin typeface="Times New Roman" pitchFamily="18" charset="0"/>
              </a:defRPr>
            </a:lvl4pPr>
            <a:lvl5pPr marL="2057400" indent="-228600" eaLnBrk="0" hangingPunct="0">
              <a:spcBef>
                <a:spcPct val="30000"/>
              </a:spcBef>
              <a:defRPr sz="1200">
                <a:solidFill>
                  <a:schemeClr val="tx1"/>
                </a:solidFill>
                <a:latin typeface="Times New Roman" pitchFamily="18" charset="0"/>
              </a:defRPr>
            </a:lvl5pPr>
            <a:lvl6pPr marL="2514600" indent="-228600" eaLnBrk="0" fontAlgn="base" hangingPunct="0">
              <a:spcBef>
                <a:spcPct val="30000"/>
              </a:spcBef>
              <a:spcAft>
                <a:spcPct val="0"/>
              </a:spcAft>
              <a:defRPr sz="1200">
                <a:solidFill>
                  <a:schemeClr val="tx1"/>
                </a:solidFill>
                <a:latin typeface="Times New Roman" pitchFamily="18" charset="0"/>
              </a:defRPr>
            </a:lvl6pPr>
            <a:lvl7pPr marL="2971800" indent="-228600" eaLnBrk="0" fontAlgn="base" hangingPunct="0">
              <a:spcBef>
                <a:spcPct val="30000"/>
              </a:spcBef>
              <a:spcAft>
                <a:spcPct val="0"/>
              </a:spcAft>
              <a:defRPr sz="1200">
                <a:solidFill>
                  <a:schemeClr val="tx1"/>
                </a:solidFill>
                <a:latin typeface="Times New Roman" pitchFamily="18" charset="0"/>
              </a:defRPr>
            </a:lvl7pPr>
            <a:lvl8pPr marL="3429000" indent="-228600" eaLnBrk="0" fontAlgn="base" hangingPunct="0">
              <a:spcBef>
                <a:spcPct val="30000"/>
              </a:spcBef>
              <a:spcAft>
                <a:spcPct val="0"/>
              </a:spcAft>
              <a:defRPr sz="1200">
                <a:solidFill>
                  <a:schemeClr val="tx1"/>
                </a:solidFill>
                <a:latin typeface="Times New Roman" pitchFamily="18" charset="0"/>
              </a:defRPr>
            </a:lvl8pPr>
            <a:lvl9pPr marL="3886200" indent="-228600" eaLnBrk="0" fontAlgn="base" hangingPunct="0">
              <a:spcBef>
                <a:spcPct val="30000"/>
              </a:spcBef>
              <a:spcAft>
                <a:spcPct val="0"/>
              </a:spcAft>
              <a:defRPr sz="1200">
                <a:solidFill>
                  <a:schemeClr val="tx1"/>
                </a:solidFill>
                <a:latin typeface="Times New Roman" pitchFamily="18" charset="0"/>
              </a:defRPr>
            </a:lvl9pPr>
          </a:lstStyle>
          <a:p>
            <a:pPr eaLnBrk="1" hangingPunct="1">
              <a:spcBef>
                <a:spcPct val="0"/>
              </a:spcBef>
            </a:pPr>
            <a:fld id="{2D8E7C1A-FA62-4B9E-8D51-A747B6AE63F4}" type="slidenum">
              <a:rPr lang="en-GB" altLang="en-US" smtClean="0"/>
              <a:pPr eaLnBrk="1" hangingPunct="1">
                <a:spcBef>
                  <a:spcPct val="0"/>
                </a:spcBef>
              </a:pPr>
              <a:t>3</a:t>
            </a:fld>
            <a:endParaRPr lang="en-GB" altLang="en-US" smtClean="0"/>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650" name="Slide Image Placeholder 1"/>
          <p:cNvSpPr>
            <a:spLocks noGrp="1" noRot="1" noChangeAspect="1" noTextEdit="1"/>
          </p:cNvSpPr>
          <p:nvPr>
            <p:ph type="sldImg"/>
          </p:nvPr>
        </p:nvSpPr>
        <p:spPr>
          <a:ln/>
        </p:spPr>
      </p:sp>
      <p:sp>
        <p:nvSpPr>
          <p:cNvPr id="27651" name="Notes Placeholder 2"/>
          <p:cNvSpPr>
            <a:spLocks noGrp="1"/>
          </p:cNvSpPr>
          <p:nvPr>
            <p:ph type="body" idx="1"/>
          </p:nvPr>
        </p:nvSpPr>
        <p:spPr>
          <a:noFill/>
        </p:spPr>
        <p:txBody>
          <a:bodyPr/>
          <a:lstStyle/>
          <a:p>
            <a:pPr eaLnBrk="1" hangingPunct="1"/>
            <a:endParaRPr lang="en-US" altLang="en-US" smtClean="0"/>
          </a:p>
        </p:txBody>
      </p:sp>
      <p:sp>
        <p:nvSpPr>
          <p:cNvPr id="27652" name="Slide Number Placeholder 3"/>
          <p:cNvSpPr>
            <a:spLocks noGrp="1"/>
          </p:cNvSpPr>
          <p:nvPr>
            <p:ph type="sldNum" sz="quarter" idx="5"/>
          </p:nvPr>
        </p:nvSpPr>
        <p:spPr>
          <a:noFill/>
        </p:spPr>
        <p:txBody>
          <a:bodyPr/>
          <a:lstStyle>
            <a:lvl1pPr eaLnBrk="0" hangingPunct="0">
              <a:spcBef>
                <a:spcPct val="30000"/>
              </a:spcBef>
              <a:defRPr sz="1200">
                <a:solidFill>
                  <a:schemeClr val="tx1"/>
                </a:solidFill>
                <a:latin typeface="Times New Roman" pitchFamily="18" charset="0"/>
              </a:defRPr>
            </a:lvl1pPr>
            <a:lvl2pPr marL="742950" indent="-285750" eaLnBrk="0" hangingPunct="0">
              <a:spcBef>
                <a:spcPct val="30000"/>
              </a:spcBef>
              <a:defRPr sz="1200">
                <a:solidFill>
                  <a:schemeClr val="tx1"/>
                </a:solidFill>
                <a:latin typeface="Times New Roman" pitchFamily="18" charset="0"/>
              </a:defRPr>
            </a:lvl2pPr>
            <a:lvl3pPr marL="1143000" indent="-228600" eaLnBrk="0" hangingPunct="0">
              <a:spcBef>
                <a:spcPct val="30000"/>
              </a:spcBef>
              <a:defRPr sz="1200">
                <a:solidFill>
                  <a:schemeClr val="tx1"/>
                </a:solidFill>
                <a:latin typeface="Times New Roman" pitchFamily="18" charset="0"/>
              </a:defRPr>
            </a:lvl3pPr>
            <a:lvl4pPr marL="1600200" indent="-228600" eaLnBrk="0" hangingPunct="0">
              <a:spcBef>
                <a:spcPct val="30000"/>
              </a:spcBef>
              <a:defRPr sz="1200">
                <a:solidFill>
                  <a:schemeClr val="tx1"/>
                </a:solidFill>
                <a:latin typeface="Times New Roman" pitchFamily="18" charset="0"/>
              </a:defRPr>
            </a:lvl4pPr>
            <a:lvl5pPr marL="2057400" indent="-228600" eaLnBrk="0" hangingPunct="0">
              <a:spcBef>
                <a:spcPct val="30000"/>
              </a:spcBef>
              <a:defRPr sz="1200">
                <a:solidFill>
                  <a:schemeClr val="tx1"/>
                </a:solidFill>
                <a:latin typeface="Times New Roman" pitchFamily="18" charset="0"/>
              </a:defRPr>
            </a:lvl5pPr>
            <a:lvl6pPr marL="2514600" indent="-228600" eaLnBrk="0" fontAlgn="base" hangingPunct="0">
              <a:spcBef>
                <a:spcPct val="30000"/>
              </a:spcBef>
              <a:spcAft>
                <a:spcPct val="0"/>
              </a:spcAft>
              <a:defRPr sz="1200">
                <a:solidFill>
                  <a:schemeClr val="tx1"/>
                </a:solidFill>
                <a:latin typeface="Times New Roman" pitchFamily="18" charset="0"/>
              </a:defRPr>
            </a:lvl6pPr>
            <a:lvl7pPr marL="2971800" indent="-228600" eaLnBrk="0" fontAlgn="base" hangingPunct="0">
              <a:spcBef>
                <a:spcPct val="30000"/>
              </a:spcBef>
              <a:spcAft>
                <a:spcPct val="0"/>
              </a:spcAft>
              <a:defRPr sz="1200">
                <a:solidFill>
                  <a:schemeClr val="tx1"/>
                </a:solidFill>
                <a:latin typeface="Times New Roman" pitchFamily="18" charset="0"/>
              </a:defRPr>
            </a:lvl7pPr>
            <a:lvl8pPr marL="3429000" indent="-228600" eaLnBrk="0" fontAlgn="base" hangingPunct="0">
              <a:spcBef>
                <a:spcPct val="30000"/>
              </a:spcBef>
              <a:spcAft>
                <a:spcPct val="0"/>
              </a:spcAft>
              <a:defRPr sz="1200">
                <a:solidFill>
                  <a:schemeClr val="tx1"/>
                </a:solidFill>
                <a:latin typeface="Times New Roman" pitchFamily="18" charset="0"/>
              </a:defRPr>
            </a:lvl8pPr>
            <a:lvl9pPr marL="3886200" indent="-228600" eaLnBrk="0" fontAlgn="base" hangingPunct="0">
              <a:spcBef>
                <a:spcPct val="30000"/>
              </a:spcBef>
              <a:spcAft>
                <a:spcPct val="0"/>
              </a:spcAft>
              <a:defRPr sz="1200">
                <a:solidFill>
                  <a:schemeClr val="tx1"/>
                </a:solidFill>
                <a:latin typeface="Times New Roman" pitchFamily="18" charset="0"/>
              </a:defRPr>
            </a:lvl9pPr>
          </a:lstStyle>
          <a:p>
            <a:pPr eaLnBrk="1" hangingPunct="1">
              <a:spcBef>
                <a:spcPct val="0"/>
              </a:spcBef>
            </a:pPr>
            <a:fld id="{EE79B2F0-3246-47C7-A52F-CDDB975A4C96}" type="slidenum">
              <a:rPr lang="en-GB" altLang="en-US" smtClean="0"/>
              <a:pPr eaLnBrk="1" hangingPunct="1">
                <a:spcBef>
                  <a:spcPct val="0"/>
                </a:spcBef>
              </a:pPr>
              <a:t>4</a:t>
            </a:fld>
            <a:endParaRPr lang="en-GB" altLang="en-US" smtClean="0"/>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674" name="Slide Image Placeholder 1"/>
          <p:cNvSpPr>
            <a:spLocks noGrp="1" noRot="1" noChangeAspect="1" noTextEdit="1"/>
          </p:cNvSpPr>
          <p:nvPr>
            <p:ph type="sldImg"/>
          </p:nvPr>
        </p:nvSpPr>
        <p:spPr>
          <a:ln/>
        </p:spPr>
      </p:sp>
      <p:sp>
        <p:nvSpPr>
          <p:cNvPr id="28675" name="Notes Placeholder 2"/>
          <p:cNvSpPr>
            <a:spLocks noGrp="1"/>
          </p:cNvSpPr>
          <p:nvPr>
            <p:ph type="body" idx="1"/>
          </p:nvPr>
        </p:nvSpPr>
        <p:spPr>
          <a:noFill/>
        </p:spPr>
        <p:txBody>
          <a:bodyPr/>
          <a:lstStyle/>
          <a:p>
            <a:pPr eaLnBrk="1" hangingPunct="1"/>
            <a:endParaRPr lang="en-GB" altLang="en-US" dirty="0" smtClean="0"/>
          </a:p>
          <a:p>
            <a:pPr eaLnBrk="1" hangingPunct="1"/>
            <a:r>
              <a:rPr lang="en-GB" altLang="en-US" dirty="0" smtClean="0"/>
              <a:t>When mastering new academic skills or strategies, the student learner typically progress through a predictable series of learning stages. </a:t>
            </a:r>
          </a:p>
          <a:p>
            <a:pPr eaLnBrk="1" hangingPunct="1"/>
            <a:r>
              <a:rPr lang="en-GB" altLang="en-US" dirty="0" smtClean="0"/>
              <a:t>Lets imagine when you first learn to drive. </a:t>
            </a:r>
          </a:p>
          <a:p>
            <a:pPr eaLnBrk="1" hangingPunct="1"/>
            <a:endParaRPr lang="en-GB" altLang="en-US" dirty="0" smtClean="0"/>
          </a:p>
          <a:p>
            <a:pPr marL="0" marR="0" indent="0" algn="l" defTabSz="914400" rtl="0" eaLnBrk="1" fontAlgn="base" latinLnBrk="0" hangingPunct="1">
              <a:lnSpc>
                <a:spcPct val="100000"/>
              </a:lnSpc>
              <a:spcBef>
                <a:spcPct val="30000"/>
              </a:spcBef>
              <a:spcAft>
                <a:spcPct val="0"/>
              </a:spcAft>
              <a:buClrTx/>
              <a:buSzTx/>
              <a:buFontTx/>
              <a:buNone/>
              <a:tabLst/>
              <a:defRPr/>
            </a:pPr>
            <a:r>
              <a:rPr lang="en-GB" altLang="en-US" dirty="0" smtClean="0"/>
              <a:t>Acquisition – you are learning to drive and need to think carefully when changing gears, indicating </a:t>
            </a:r>
            <a:r>
              <a:rPr lang="en-GB" altLang="en-US" dirty="0" err="1" smtClean="0"/>
              <a:t>etc</a:t>
            </a:r>
            <a:r>
              <a:rPr lang="en-GB" altLang="en-US" baseline="0" dirty="0" smtClean="0"/>
              <a:t> - </a:t>
            </a:r>
            <a:r>
              <a:rPr lang="en-GB" altLang="en-US" b="1" dirty="0" smtClean="0">
                <a:latin typeface="Times New Roman" pitchFamily="18" charset="0"/>
              </a:rPr>
              <a:t>Just beginning to learn the skill, some degree of accuracy but performance not yet reliable – by the end of this phase performance is basically accurate but not fluid, automated</a:t>
            </a:r>
          </a:p>
          <a:p>
            <a:pPr eaLnBrk="1" hangingPunct="1"/>
            <a:endParaRPr lang="en-GB" altLang="en-US" dirty="0" smtClean="0"/>
          </a:p>
          <a:p>
            <a:pPr marL="0" marR="0" indent="0" algn="l" defTabSz="914400" rtl="0" eaLnBrk="1" fontAlgn="base" latinLnBrk="0" hangingPunct="1">
              <a:lnSpc>
                <a:spcPct val="100000"/>
              </a:lnSpc>
              <a:spcBef>
                <a:spcPct val="30000"/>
              </a:spcBef>
              <a:spcAft>
                <a:spcPct val="0"/>
              </a:spcAft>
              <a:buClrTx/>
              <a:buSzTx/>
              <a:buFontTx/>
              <a:buNone/>
              <a:tabLst/>
              <a:defRPr/>
            </a:pPr>
            <a:r>
              <a:rPr lang="en-GB" altLang="en-US" dirty="0" smtClean="0"/>
              <a:t>Fluency – you can change gears without thinking and can now focus on the road - </a:t>
            </a:r>
            <a:r>
              <a:rPr lang="en-GB" altLang="en-US" b="1" dirty="0" smtClean="0">
                <a:latin typeface="Times New Roman" pitchFamily="18" charset="0"/>
              </a:rPr>
              <a:t>Can perform the skill quickly and accurately – this phase brings speed of performance into the equation – skill becoming automated, ‘second nature’</a:t>
            </a:r>
          </a:p>
          <a:p>
            <a:pPr eaLnBrk="1" hangingPunct="1"/>
            <a:endParaRPr lang="en-GB" altLang="en-US" dirty="0" smtClean="0"/>
          </a:p>
          <a:p>
            <a:pPr marL="0" marR="0" indent="0" algn="l" defTabSz="914400" rtl="0" eaLnBrk="1" fontAlgn="base" latinLnBrk="0" hangingPunct="1">
              <a:lnSpc>
                <a:spcPct val="100000"/>
              </a:lnSpc>
              <a:spcBef>
                <a:spcPct val="30000"/>
              </a:spcBef>
              <a:spcAft>
                <a:spcPct val="0"/>
              </a:spcAft>
              <a:buClrTx/>
              <a:buSzTx/>
              <a:buFontTx/>
              <a:buNone/>
              <a:tabLst/>
              <a:defRPr/>
            </a:pPr>
            <a:r>
              <a:rPr lang="en-GB" altLang="en-US" dirty="0" smtClean="0"/>
              <a:t>Maintenance – 6 months after, when you came back from a long holiday, you can still drive - </a:t>
            </a:r>
            <a:r>
              <a:rPr lang="en-GB" altLang="en-US" b="1" dirty="0" smtClean="0">
                <a:latin typeface="Times New Roman" pitchFamily="18" charset="0"/>
              </a:rPr>
              <a:t>Due to regular reinforcements, can perform the skill over a lengthy period of time – fluent performance is sustained over time – often referred to as ‘mastery’ stage</a:t>
            </a:r>
          </a:p>
          <a:p>
            <a:pPr eaLnBrk="1" hangingPunct="1"/>
            <a:endParaRPr lang="en-GB" altLang="en-US" dirty="0" smtClean="0"/>
          </a:p>
          <a:p>
            <a:pPr marL="0" marR="0" indent="0" algn="l" defTabSz="914400" rtl="0" eaLnBrk="1" fontAlgn="base" latinLnBrk="0" hangingPunct="1">
              <a:lnSpc>
                <a:spcPct val="100000"/>
              </a:lnSpc>
              <a:spcBef>
                <a:spcPct val="30000"/>
              </a:spcBef>
              <a:spcAft>
                <a:spcPct val="0"/>
              </a:spcAft>
              <a:buClrTx/>
              <a:buSzTx/>
              <a:buFontTx/>
              <a:buNone/>
              <a:tabLst/>
              <a:defRPr/>
            </a:pPr>
            <a:r>
              <a:rPr lang="en-GB" altLang="en-US" dirty="0" smtClean="0"/>
              <a:t>Generalisation – Your friend ask you to drive their car and you are able to do so with some support and instruction - </a:t>
            </a:r>
            <a:r>
              <a:rPr lang="en-GB" altLang="en-US" b="1" dirty="0" smtClean="0">
                <a:latin typeface="Times New Roman" pitchFamily="18" charset="0"/>
              </a:rPr>
              <a:t>Can generalise the skill to different contexts/new situations, can transfer learning across settings</a:t>
            </a:r>
          </a:p>
          <a:p>
            <a:pPr eaLnBrk="1" hangingPunct="1"/>
            <a:endParaRPr lang="en-GB" altLang="en-US" dirty="0" smtClean="0"/>
          </a:p>
          <a:p>
            <a:pPr marL="0" marR="0" indent="0" algn="l" defTabSz="914400" rtl="0" eaLnBrk="1" fontAlgn="base" latinLnBrk="0" hangingPunct="1">
              <a:lnSpc>
                <a:spcPct val="100000"/>
              </a:lnSpc>
              <a:spcBef>
                <a:spcPct val="30000"/>
              </a:spcBef>
              <a:spcAft>
                <a:spcPct val="0"/>
              </a:spcAft>
              <a:buClrTx/>
              <a:buSzTx/>
              <a:buFontTx/>
              <a:buNone/>
              <a:tabLst/>
              <a:defRPr/>
            </a:pPr>
            <a:r>
              <a:rPr lang="en-GB" altLang="en-US" dirty="0" smtClean="0"/>
              <a:t>Adaptation – Driving a different car is not a problem anymore</a:t>
            </a:r>
            <a:r>
              <a:rPr lang="en-GB" altLang="en-US" baseline="0" dirty="0" smtClean="0"/>
              <a:t> - </a:t>
            </a:r>
            <a:r>
              <a:rPr lang="en-GB" altLang="en-US" b="1" u="sng" dirty="0" smtClean="0">
                <a:latin typeface="Times New Roman" pitchFamily="18" charset="0"/>
              </a:rPr>
              <a:t>Adaptation</a:t>
            </a:r>
            <a:r>
              <a:rPr lang="en-GB" altLang="en-US" b="1" dirty="0" smtClean="0">
                <a:latin typeface="Times New Roman" pitchFamily="18" charset="0"/>
              </a:rPr>
              <a:t>	 Can adapt the skill appropriately to learn new skills </a:t>
            </a:r>
            <a:r>
              <a:rPr lang="en-GB" altLang="en-US" b="1" i="1" dirty="0" smtClean="0">
                <a:latin typeface="Times New Roman" pitchFamily="18" charset="0"/>
              </a:rPr>
              <a:t>NB. Overlap between generalisation &amp; adaptation stages</a:t>
            </a:r>
          </a:p>
          <a:p>
            <a:r>
              <a:rPr lang="en-GB" altLang="en-US" dirty="0" smtClean="0"/>
              <a:t> </a:t>
            </a:r>
          </a:p>
          <a:p>
            <a:r>
              <a:rPr lang="en-GB" altLang="en-US" b="1" dirty="0" smtClean="0">
                <a:latin typeface="Times New Roman" pitchFamily="18" charset="0"/>
              </a:rPr>
              <a:t>Q. So where does Precision Teaching fit into this learning hierarchy?</a:t>
            </a:r>
          </a:p>
          <a:p>
            <a:endParaRPr lang="en-GB" altLang="en-US" b="1" dirty="0" smtClean="0">
              <a:latin typeface="Times New Roman" pitchFamily="18" charset="0"/>
            </a:endParaRPr>
          </a:p>
          <a:p>
            <a:pPr>
              <a:buFontTx/>
              <a:buChar char="•"/>
            </a:pPr>
            <a:r>
              <a:rPr lang="en-GB" altLang="en-US" dirty="0" smtClean="0">
                <a:latin typeface="Times New Roman" pitchFamily="18" charset="0"/>
              </a:rPr>
              <a:t>PT designed to </a:t>
            </a:r>
            <a:r>
              <a:rPr lang="en-GB" altLang="en-US" b="1" dirty="0" smtClean="0">
                <a:latin typeface="Times New Roman" pitchFamily="18" charset="0"/>
              </a:rPr>
              <a:t>unlock the door to maintenance and higher learning stages </a:t>
            </a:r>
            <a:r>
              <a:rPr lang="en-GB" altLang="en-US" dirty="0" smtClean="0">
                <a:latin typeface="Times New Roman" pitchFamily="18" charset="0"/>
              </a:rPr>
              <a:t>by supporting children to achieve fluency, that is fast accurate performance of a skill. </a:t>
            </a:r>
          </a:p>
          <a:p>
            <a:pPr>
              <a:buFontTx/>
              <a:buChar char="•"/>
            </a:pPr>
            <a:r>
              <a:rPr lang="en-GB" altLang="en-US" dirty="0" smtClean="0">
                <a:latin typeface="Times New Roman" pitchFamily="18" charset="0"/>
              </a:rPr>
              <a:t>Basis premise of PT: </a:t>
            </a:r>
            <a:r>
              <a:rPr lang="en-GB" altLang="en-US" b="1" dirty="0" smtClean="0">
                <a:latin typeface="Times New Roman" pitchFamily="18" charset="0"/>
              </a:rPr>
              <a:t>accuracy</a:t>
            </a:r>
            <a:r>
              <a:rPr lang="en-GB" altLang="en-US" dirty="0" smtClean="0">
                <a:latin typeface="Times New Roman" pitchFamily="18" charset="0"/>
              </a:rPr>
              <a:t> is important but not </a:t>
            </a:r>
            <a:r>
              <a:rPr lang="en-GB" altLang="en-US" b="1" dirty="0" smtClean="0">
                <a:latin typeface="Times New Roman" pitchFamily="18" charset="0"/>
              </a:rPr>
              <a:t>sufficient – basically supports children who are stuck at the acquisition stage</a:t>
            </a:r>
          </a:p>
          <a:p>
            <a:pPr>
              <a:buFontTx/>
              <a:buChar char="•"/>
            </a:pPr>
            <a:r>
              <a:rPr lang="en-GB" altLang="en-US" dirty="0" smtClean="0">
                <a:latin typeface="Times New Roman" pitchFamily="18" charset="0"/>
              </a:rPr>
              <a:t>Without development of fluent performance, progression to maintenance will not happen and the skill will be forgotten</a:t>
            </a:r>
          </a:p>
          <a:p>
            <a:pPr>
              <a:buFontTx/>
              <a:buChar char="•"/>
            </a:pPr>
            <a:r>
              <a:rPr lang="en-GB" altLang="en-US" dirty="0" smtClean="0">
                <a:latin typeface="Times New Roman" pitchFamily="18" charset="0"/>
              </a:rPr>
              <a:t>Sometimes we can make assumptions that a child ‘can’t do’ when in fact they are capable of acquiring the skill, but because they haven’t developed fluency, they lose it, and it can appear like they never learned it in the first place</a:t>
            </a:r>
            <a:endParaRPr lang="en-GB" altLang="en-US" b="1" dirty="0" smtClean="0">
              <a:latin typeface="Times New Roman" pitchFamily="18" charset="0"/>
            </a:endParaRPr>
          </a:p>
          <a:p>
            <a:pPr eaLnBrk="1" hangingPunct="1"/>
            <a:endParaRPr lang="en-US" altLang="en-US" dirty="0" smtClean="0"/>
          </a:p>
        </p:txBody>
      </p:sp>
      <p:sp>
        <p:nvSpPr>
          <p:cNvPr id="28676" name="Slide Number Placeholder 3"/>
          <p:cNvSpPr>
            <a:spLocks noGrp="1"/>
          </p:cNvSpPr>
          <p:nvPr>
            <p:ph type="sldNum" sz="quarter" idx="5"/>
          </p:nvPr>
        </p:nvSpPr>
        <p:spPr>
          <a:noFill/>
        </p:spPr>
        <p:txBody>
          <a:bodyPr/>
          <a:lstStyle>
            <a:lvl1pPr eaLnBrk="0" hangingPunct="0">
              <a:spcBef>
                <a:spcPct val="30000"/>
              </a:spcBef>
              <a:defRPr sz="1200">
                <a:solidFill>
                  <a:schemeClr val="tx1"/>
                </a:solidFill>
                <a:latin typeface="Times New Roman" pitchFamily="18" charset="0"/>
              </a:defRPr>
            </a:lvl1pPr>
            <a:lvl2pPr marL="742950" indent="-285750" eaLnBrk="0" hangingPunct="0">
              <a:spcBef>
                <a:spcPct val="30000"/>
              </a:spcBef>
              <a:defRPr sz="1200">
                <a:solidFill>
                  <a:schemeClr val="tx1"/>
                </a:solidFill>
                <a:latin typeface="Times New Roman" pitchFamily="18" charset="0"/>
              </a:defRPr>
            </a:lvl2pPr>
            <a:lvl3pPr marL="1143000" indent="-228600" eaLnBrk="0" hangingPunct="0">
              <a:spcBef>
                <a:spcPct val="30000"/>
              </a:spcBef>
              <a:defRPr sz="1200">
                <a:solidFill>
                  <a:schemeClr val="tx1"/>
                </a:solidFill>
                <a:latin typeface="Times New Roman" pitchFamily="18" charset="0"/>
              </a:defRPr>
            </a:lvl3pPr>
            <a:lvl4pPr marL="1600200" indent="-228600" eaLnBrk="0" hangingPunct="0">
              <a:spcBef>
                <a:spcPct val="30000"/>
              </a:spcBef>
              <a:defRPr sz="1200">
                <a:solidFill>
                  <a:schemeClr val="tx1"/>
                </a:solidFill>
                <a:latin typeface="Times New Roman" pitchFamily="18" charset="0"/>
              </a:defRPr>
            </a:lvl4pPr>
            <a:lvl5pPr marL="2057400" indent="-228600" eaLnBrk="0" hangingPunct="0">
              <a:spcBef>
                <a:spcPct val="30000"/>
              </a:spcBef>
              <a:defRPr sz="1200">
                <a:solidFill>
                  <a:schemeClr val="tx1"/>
                </a:solidFill>
                <a:latin typeface="Times New Roman" pitchFamily="18" charset="0"/>
              </a:defRPr>
            </a:lvl5pPr>
            <a:lvl6pPr marL="2514600" indent="-228600" eaLnBrk="0" fontAlgn="base" hangingPunct="0">
              <a:spcBef>
                <a:spcPct val="30000"/>
              </a:spcBef>
              <a:spcAft>
                <a:spcPct val="0"/>
              </a:spcAft>
              <a:defRPr sz="1200">
                <a:solidFill>
                  <a:schemeClr val="tx1"/>
                </a:solidFill>
                <a:latin typeface="Times New Roman" pitchFamily="18" charset="0"/>
              </a:defRPr>
            </a:lvl6pPr>
            <a:lvl7pPr marL="2971800" indent="-228600" eaLnBrk="0" fontAlgn="base" hangingPunct="0">
              <a:spcBef>
                <a:spcPct val="30000"/>
              </a:spcBef>
              <a:spcAft>
                <a:spcPct val="0"/>
              </a:spcAft>
              <a:defRPr sz="1200">
                <a:solidFill>
                  <a:schemeClr val="tx1"/>
                </a:solidFill>
                <a:latin typeface="Times New Roman" pitchFamily="18" charset="0"/>
              </a:defRPr>
            </a:lvl7pPr>
            <a:lvl8pPr marL="3429000" indent="-228600" eaLnBrk="0" fontAlgn="base" hangingPunct="0">
              <a:spcBef>
                <a:spcPct val="30000"/>
              </a:spcBef>
              <a:spcAft>
                <a:spcPct val="0"/>
              </a:spcAft>
              <a:defRPr sz="1200">
                <a:solidFill>
                  <a:schemeClr val="tx1"/>
                </a:solidFill>
                <a:latin typeface="Times New Roman" pitchFamily="18" charset="0"/>
              </a:defRPr>
            </a:lvl8pPr>
            <a:lvl9pPr marL="3886200" indent="-228600" eaLnBrk="0" fontAlgn="base" hangingPunct="0">
              <a:spcBef>
                <a:spcPct val="30000"/>
              </a:spcBef>
              <a:spcAft>
                <a:spcPct val="0"/>
              </a:spcAft>
              <a:defRPr sz="1200">
                <a:solidFill>
                  <a:schemeClr val="tx1"/>
                </a:solidFill>
                <a:latin typeface="Times New Roman" pitchFamily="18" charset="0"/>
              </a:defRPr>
            </a:lvl9pPr>
          </a:lstStyle>
          <a:p>
            <a:pPr eaLnBrk="1" hangingPunct="1">
              <a:spcBef>
                <a:spcPct val="0"/>
              </a:spcBef>
            </a:pPr>
            <a:fld id="{6D42CB6C-F97B-465D-8BEF-92F9DFB80799}" type="slidenum">
              <a:rPr lang="en-GB" altLang="en-US" smtClean="0"/>
              <a:pPr eaLnBrk="1" hangingPunct="1">
                <a:spcBef>
                  <a:spcPct val="0"/>
                </a:spcBef>
              </a:pPr>
              <a:t>5</a:t>
            </a:fld>
            <a:endParaRPr lang="en-GB" altLang="en-US" smtClean="0"/>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698" name="Slide Image Placeholder 1"/>
          <p:cNvSpPr>
            <a:spLocks noGrp="1" noRot="1" noChangeAspect="1" noTextEdit="1"/>
          </p:cNvSpPr>
          <p:nvPr>
            <p:ph type="sldImg"/>
          </p:nvPr>
        </p:nvSpPr>
        <p:spPr>
          <a:ln/>
        </p:spPr>
      </p:sp>
      <p:sp>
        <p:nvSpPr>
          <p:cNvPr id="29699" name="Notes Placeholder 2"/>
          <p:cNvSpPr>
            <a:spLocks noGrp="1"/>
          </p:cNvSpPr>
          <p:nvPr>
            <p:ph type="body" idx="1"/>
          </p:nvPr>
        </p:nvSpPr>
        <p:spPr>
          <a:noFill/>
        </p:spPr>
        <p:txBody>
          <a:bodyPr/>
          <a:lstStyle/>
          <a:p>
            <a:pPr eaLnBrk="1" hangingPunct="1"/>
            <a:endParaRPr lang="en-US" altLang="en-US" smtClean="0"/>
          </a:p>
        </p:txBody>
      </p:sp>
      <p:sp>
        <p:nvSpPr>
          <p:cNvPr id="29700" name="Slide Number Placeholder 3"/>
          <p:cNvSpPr>
            <a:spLocks noGrp="1"/>
          </p:cNvSpPr>
          <p:nvPr>
            <p:ph type="sldNum" sz="quarter" idx="5"/>
          </p:nvPr>
        </p:nvSpPr>
        <p:spPr>
          <a:noFill/>
        </p:spPr>
        <p:txBody>
          <a:bodyPr/>
          <a:lstStyle>
            <a:lvl1pPr eaLnBrk="0" hangingPunct="0">
              <a:spcBef>
                <a:spcPct val="30000"/>
              </a:spcBef>
              <a:defRPr sz="1200">
                <a:solidFill>
                  <a:schemeClr val="tx1"/>
                </a:solidFill>
                <a:latin typeface="Times New Roman" pitchFamily="18" charset="0"/>
              </a:defRPr>
            </a:lvl1pPr>
            <a:lvl2pPr marL="742950" indent="-285750" eaLnBrk="0" hangingPunct="0">
              <a:spcBef>
                <a:spcPct val="30000"/>
              </a:spcBef>
              <a:defRPr sz="1200">
                <a:solidFill>
                  <a:schemeClr val="tx1"/>
                </a:solidFill>
                <a:latin typeface="Times New Roman" pitchFamily="18" charset="0"/>
              </a:defRPr>
            </a:lvl2pPr>
            <a:lvl3pPr marL="1143000" indent="-228600" eaLnBrk="0" hangingPunct="0">
              <a:spcBef>
                <a:spcPct val="30000"/>
              </a:spcBef>
              <a:defRPr sz="1200">
                <a:solidFill>
                  <a:schemeClr val="tx1"/>
                </a:solidFill>
                <a:latin typeface="Times New Roman" pitchFamily="18" charset="0"/>
              </a:defRPr>
            </a:lvl3pPr>
            <a:lvl4pPr marL="1600200" indent="-228600" eaLnBrk="0" hangingPunct="0">
              <a:spcBef>
                <a:spcPct val="30000"/>
              </a:spcBef>
              <a:defRPr sz="1200">
                <a:solidFill>
                  <a:schemeClr val="tx1"/>
                </a:solidFill>
                <a:latin typeface="Times New Roman" pitchFamily="18" charset="0"/>
              </a:defRPr>
            </a:lvl4pPr>
            <a:lvl5pPr marL="2057400" indent="-228600" eaLnBrk="0" hangingPunct="0">
              <a:spcBef>
                <a:spcPct val="30000"/>
              </a:spcBef>
              <a:defRPr sz="1200">
                <a:solidFill>
                  <a:schemeClr val="tx1"/>
                </a:solidFill>
                <a:latin typeface="Times New Roman" pitchFamily="18" charset="0"/>
              </a:defRPr>
            </a:lvl5pPr>
            <a:lvl6pPr marL="2514600" indent="-228600" eaLnBrk="0" fontAlgn="base" hangingPunct="0">
              <a:spcBef>
                <a:spcPct val="30000"/>
              </a:spcBef>
              <a:spcAft>
                <a:spcPct val="0"/>
              </a:spcAft>
              <a:defRPr sz="1200">
                <a:solidFill>
                  <a:schemeClr val="tx1"/>
                </a:solidFill>
                <a:latin typeface="Times New Roman" pitchFamily="18" charset="0"/>
              </a:defRPr>
            </a:lvl6pPr>
            <a:lvl7pPr marL="2971800" indent="-228600" eaLnBrk="0" fontAlgn="base" hangingPunct="0">
              <a:spcBef>
                <a:spcPct val="30000"/>
              </a:spcBef>
              <a:spcAft>
                <a:spcPct val="0"/>
              </a:spcAft>
              <a:defRPr sz="1200">
                <a:solidFill>
                  <a:schemeClr val="tx1"/>
                </a:solidFill>
                <a:latin typeface="Times New Roman" pitchFamily="18" charset="0"/>
              </a:defRPr>
            </a:lvl7pPr>
            <a:lvl8pPr marL="3429000" indent="-228600" eaLnBrk="0" fontAlgn="base" hangingPunct="0">
              <a:spcBef>
                <a:spcPct val="30000"/>
              </a:spcBef>
              <a:spcAft>
                <a:spcPct val="0"/>
              </a:spcAft>
              <a:defRPr sz="1200">
                <a:solidFill>
                  <a:schemeClr val="tx1"/>
                </a:solidFill>
                <a:latin typeface="Times New Roman" pitchFamily="18" charset="0"/>
              </a:defRPr>
            </a:lvl8pPr>
            <a:lvl9pPr marL="3886200" indent="-228600" eaLnBrk="0" fontAlgn="base" hangingPunct="0">
              <a:spcBef>
                <a:spcPct val="30000"/>
              </a:spcBef>
              <a:spcAft>
                <a:spcPct val="0"/>
              </a:spcAft>
              <a:defRPr sz="1200">
                <a:solidFill>
                  <a:schemeClr val="tx1"/>
                </a:solidFill>
                <a:latin typeface="Times New Roman" pitchFamily="18" charset="0"/>
              </a:defRPr>
            </a:lvl9pPr>
          </a:lstStyle>
          <a:p>
            <a:pPr eaLnBrk="1" hangingPunct="1">
              <a:spcBef>
                <a:spcPct val="0"/>
              </a:spcBef>
            </a:pPr>
            <a:fld id="{D4123A69-C97C-46C3-9AAD-BA477B2E4D49}" type="slidenum">
              <a:rPr lang="en-GB" altLang="en-US" smtClean="0"/>
              <a:pPr eaLnBrk="1" hangingPunct="1">
                <a:spcBef>
                  <a:spcPct val="0"/>
                </a:spcBef>
              </a:pPr>
              <a:t>6</a:t>
            </a:fld>
            <a:endParaRPr lang="en-GB" altLang="en-US" smtClean="0"/>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22" name="Slide Image Placeholder 1"/>
          <p:cNvSpPr>
            <a:spLocks noGrp="1" noRot="1" noChangeAspect="1" noTextEdit="1"/>
          </p:cNvSpPr>
          <p:nvPr>
            <p:ph type="sldImg"/>
          </p:nvPr>
        </p:nvSpPr>
        <p:spPr>
          <a:ln/>
        </p:spPr>
      </p:sp>
      <p:sp>
        <p:nvSpPr>
          <p:cNvPr id="30723" name="Notes Placeholder 2"/>
          <p:cNvSpPr>
            <a:spLocks noGrp="1"/>
          </p:cNvSpPr>
          <p:nvPr>
            <p:ph type="body" idx="1"/>
          </p:nvPr>
        </p:nvSpPr>
        <p:spPr>
          <a:noFill/>
        </p:spPr>
        <p:txBody>
          <a:bodyPr/>
          <a:lstStyle/>
          <a:p>
            <a:pPr eaLnBrk="1" hangingPunct="1"/>
            <a:endParaRPr lang="en-US" altLang="en-US" smtClean="0"/>
          </a:p>
        </p:txBody>
      </p:sp>
      <p:sp>
        <p:nvSpPr>
          <p:cNvPr id="30724" name="Slide Number Placeholder 3"/>
          <p:cNvSpPr>
            <a:spLocks noGrp="1"/>
          </p:cNvSpPr>
          <p:nvPr>
            <p:ph type="sldNum" sz="quarter" idx="5"/>
          </p:nvPr>
        </p:nvSpPr>
        <p:spPr>
          <a:noFill/>
        </p:spPr>
        <p:txBody>
          <a:bodyPr/>
          <a:lstStyle>
            <a:lvl1pPr eaLnBrk="0" hangingPunct="0">
              <a:spcBef>
                <a:spcPct val="30000"/>
              </a:spcBef>
              <a:defRPr sz="1200">
                <a:solidFill>
                  <a:schemeClr val="tx1"/>
                </a:solidFill>
                <a:latin typeface="Times New Roman" pitchFamily="18" charset="0"/>
              </a:defRPr>
            </a:lvl1pPr>
            <a:lvl2pPr marL="742950" indent="-285750" eaLnBrk="0" hangingPunct="0">
              <a:spcBef>
                <a:spcPct val="30000"/>
              </a:spcBef>
              <a:defRPr sz="1200">
                <a:solidFill>
                  <a:schemeClr val="tx1"/>
                </a:solidFill>
                <a:latin typeface="Times New Roman" pitchFamily="18" charset="0"/>
              </a:defRPr>
            </a:lvl2pPr>
            <a:lvl3pPr marL="1143000" indent="-228600" eaLnBrk="0" hangingPunct="0">
              <a:spcBef>
                <a:spcPct val="30000"/>
              </a:spcBef>
              <a:defRPr sz="1200">
                <a:solidFill>
                  <a:schemeClr val="tx1"/>
                </a:solidFill>
                <a:latin typeface="Times New Roman" pitchFamily="18" charset="0"/>
              </a:defRPr>
            </a:lvl3pPr>
            <a:lvl4pPr marL="1600200" indent="-228600" eaLnBrk="0" hangingPunct="0">
              <a:spcBef>
                <a:spcPct val="30000"/>
              </a:spcBef>
              <a:defRPr sz="1200">
                <a:solidFill>
                  <a:schemeClr val="tx1"/>
                </a:solidFill>
                <a:latin typeface="Times New Roman" pitchFamily="18" charset="0"/>
              </a:defRPr>
            </a:lvl4pPr>
            <a:lvl5pPr marL="2057400" indent="-228600" eaLnBrk="0" hangingPunct="0">
              <a:spcBef>
                <a:spcPct val="30000"/>
              </a:spcBef>
              <a:defRPr sz="1200">
                <a:solidFill>
                  <a:schemeClr val="tx1"/>
                </a:solidFill>
                <a:latin typeface="Times New Roman" pitchFamily="18" charset="0"/>
              </a:defRPr>
            </a:lvl5pPr>
            <a:lvl6pPr marL="2514600" indent="-228600" eaLnBrk="0" fontAlgn="base" hangingPunct="0">
              <a:spcBef>
                <a:spcPct val="30000"/>
              </a:spcBef>
              <a:spcAft>
                <a:spcPct val="0"/>
              </a:spcAft>
              <a:defRPr sz="1200">
                <a:solidFill>
                  <a:schemeClr val="tx1"/>
                </a:solidFill>
                <a:latin typeface="Times New Roman" pitchFamily="18" charset="0"/>
              </a:defRPr>
            </a:lvl6pPr>
            <a:lvl7pPr marL="2971800" indent="-228600" eaLnBrk="0" fontAlgn="base" hangingPunct="0">
              <a:spcBef>
                <a:spcPct val="30000"/>
              </a:spcBef>
              <a:spcAft>
                <a:spcPct val="0"/>
              </a:spcAft>
              <a:defRPr sz="1200">
                <a:solidFill>
                  <a:schemeClr val="tx1"/>
                </a:solidFill>
                <a:latin typeface="Times New Roman" pitchFamily="18" charset="0"/>
              </a:defRPr>
            </a:lvl7pPr>
            <a:lvl8pPr marL="3429000" indent="-228600" eaLnBrk="0" fontAlgn="base" hangingPunct="0">
              <a:spcBef>
                <a:spcPct val="30000"/>
              </a:spcBef>
              <a:spcAft>
                <a:spcPct val="0"/>
              </a:spcAft>
              <a:defRPr sz="1200">
                <a:solidFill>
                  <a:schemeClr val="tx1"/>
                </a:solidFill>
                <a:latin typeface="Times New Roman" pitchFamily="18" charset="0"/>
              </a:defRPr>
            </a:lvl8pPr>
            <a:lvl9pPr marL="3886200" indent="-228600" eaLnBrk="0" fontAlgn="base" hangingPunct="0">
              <a:spcBef>
                <a:spcPct val="30000"/>
              </a:spcBef>
              <a:spcAft>
                <a:spcPct val="0"/>
              </a:spcAft>
              <a:defRPr sz="1200">
                <a:solidFill>
                  <a:schemeClr val="tx1"/>
                </a:solidFill>
                <a:latin typeface="Times New Roman" pitchFamily="18" charset="0"/>
              </a:defRPr>
            </a:lvl9pPr>
          </a:lstStyle>
          <a:p>
            <a:pPr eaLnBrk="1" hangingPunct="1">
              <a:spcBef>
                <a:spcPct val="0"/>
              </a:spcBef>
            </a:pPr>
            <a:fld id="{C14B9685-6174-4013-A335-FDF4CF17A9DD}" type="slidenum">
              <a:rPr lang="en-GB" altLang="en-US" smtClean="0"/>
              <a:pPr eaLnBrk="1" hangingPunct="1">
                <a:spcBef>
                  <a:spcPct val="0"/>
                </a:spcBef>
              </a:pPr>
              <a:t>7</a:t>
            </a:fld>
            <a:endParaRPr lang="en-GB" altLang="en-US" smtClean="0"/>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746" name="Slide Image Placeholder 1"/>
          <p:cNvSpPr>
            <a:spLocks noGrp="1" noRot="1" noChangeAspect="1" noTextEdit="1"/>
          </p:cNvSpPr>
          <p:nvPr>
            <p:ph type="sldImg"/>
          </p:nvPr>
        </p:nvSpPr>
        <p:spPr>
          <a:ln/>
        </p:spPr>
      </p:sp>
      <p:sp>
        <p:nvSpPr>
          <p:cNvPr id="31747" name="Notes Placeholder 2"/>
          <p:cNvSpPr>
            <a:spLocks noGrp="1"/>
          </p:cNvSpPr>
          <p:nvPr>
            <p:ph type="body" idx="1"/>
          </p:nvPr>
        </p:nvSpPr>
        <p:spPr>
          <a:noFill/>
        </p:spPr>
        <p:txBody>
          <a:bodyPr/>
          <a:lstStyle/>
          <a:p>
            <a:pPr eaLnBrk="1" hangingPunct="1"/>
            <a:endParaRPr lang="en-US" altLang="en-US" smtClean="0"/>
          </a:p>
        </p:txBody>
      </p:sp>
      <p:sp>
        <p:nvSpPr>
          <p:cNvPr id="31748" name="Slide Number Placeholder 3"/>
          <p:cNvSpPr>
            <a:spLocks noGrp="1"/>
          </p:cNvSpPr>
          <p:nvPr>
            <p:ph type="sldNum" sz="quarter" idx="5"/>
          </p:nvPr>
        </p:nvSpPr>
        <p:spPr>
          <a:noFill/>
        </p:spPr>
        <p:txBody>
          <a:bodyPr/>
          <a:lstStyle>
            <a:lvl1pPr eaLnBrk="0" hangingPunct="0">
              <a:spcBef>
                <a:spcPct val="30000"/>
              </a:spcBef>
              <a:defRPr sz="1200">
                <a:solidFill>
                  <a:schemeClr val="tx1"/>
                </a:solidFill>
                <a:latin typeface="Times New Roman" pitchFamily="18" charset="0"/>
              </a:defRPr>
            </a:lvl1pPr>
            <a:lvl2pPr marL="742950" indent="-285750" eaLnBrk="0" hangingPunct="0">
              <a:spcBef>
                <a:spcPct val="30000"/>
              </a:spcBef>
              <a:defRPr sz="1200">
                <a:solidFill>
                  <a:schemeClr val="tx1"/>
                </a:solidFill>
                <a:latin typeface="Times New Roman" pitchFamily="18" charset="0"/>
              </a:defRPr>
            </a:lvl2pPr>
            <a:lvl3pPr marL="1143000" indent="-228600" eaLnBrk="0" hangingPunct="0">
              <a:spcBef>
                <a:spcPct val="30000"/>
              </a:spcBef>
              <a:defRPr sz="1200">
                <a:solidFill>
                  <a:schemeClr val="tx1"/>
                </a:solidFill>
                <a:latin typeface="Times New Roman" pitchFamily="18" charset="0"/>
              </a:defRPr>
            </a:lvl3pPr>
            <a:lvl4pPr marL="1600200" indent="-228600" eaLnBrk="0" hangingPunct="0">
              <a:spcBef>
                <a:spcPct val="30000"/>
              </a:spcBef>
              <a:defRPr sz="1200">
                <a:solidFill>
                  <a:schemeClr val="tx1"/>
                </a:solidFill>
                <a:latin typeface="Times New Roman" pitchFamily="18" charset="0"/>
              </a:defRPr>
            </a:lvl4pPr>
            <a:lvl5pPr marL="2057400" indent="-228600" eaLnBrk="0" hangingPunct="0">
              <a:spcBef>
                <a:spcPct val="30000"/>
              </a:spcBef>
              <a:defRPr sz="1200">
                <a:solidFill>
                  <a:schemeClr val="tx1"/>
                </a:solidFill>
                <a:latin typeface="Times New Roman" pitchFamily="18" charset="0"/>
              </a:defRPr>
            </a:lvl5pPr>
            <a:lvl6pPr marL="2514600" indent="-228600" eaLnBrk="0" fontAlgn="base" hangingPunct="0">
              <a:spcBef>
                <a:spcPct val="30000"/>
              </a:spcBef>
              <a:spcAft>
                <a:spcPct val="0"/>
              </a:spcAft>
              <a:defRPr sz="1200">
                <a:solidFill>
                  <a:schemeClr val="tx1"/>
                </a:solidFill>
                <a:latin typeface="Times New Roman" pitchFamily="18" charset="0"/>
              </a:defRPr>
            </a:lvl6pPr>
            <a:lvl7pPr marL="2971800" indent="-228600" eaLnBrk="0" fontAlgn="base" hangingPunct="0">
              <a:spcBef>
                <a:spcPct val="30000"/>
              </a:spcBef>
              <a:spcAft>
                <a:spcPct val="0"/>
              </a:spcAft>
              <a:defRPr sz="1200">
                <a:solidFill>
                  <a:schemeClr val="tx1"/>
                </a:solidFill>
                <a:latin typeface="Times New Roman" pitchFamily="18" charset="0"/>
              </a:defRPr>
            </a:lvl7pPr>
            <a:lvl8pPr marL="3429000" indent="-228600" eaLnBrk="0" fontAlgn="base" hangingPunct="0">
              <a:spcBef>
                <a:spcPct val="30000"/>
              </a:spcBef>
              <a:spcAft>
                <a:spcPct val="0"/>
              </a:spcAft>
              <a:defRPr sz="1200">
                <a:solidFill>
                  <a:schemeClr val="tx1"/>
                </a:solidFill>
                <a:latin typeface="Times New Roman" pitchFamily="18" charset="0"/>
              </a:defRPr>
            </a:lvl8pPr>
            <a:lvl9pPr marL="3886200" indent="-228600" eaLnBrk="0" fontAlgn="base" hangingPunct="0">
              <a:spcBef>
                <a:spcPct val="30000"/>
              </a:spcBef>
              <a:spcAft>
                <a:spcPct val="0"/>
              </a:spcAft>
              <a:defRPr sz="1200">
                <a:solidFill>
                  <a:schemeClr val="tx1"/>
                </a:solidFill>
                <a:latin typeface="Times New Roman" pitchFamily="18" charset="0"/>
              </a:defRPr>
            </a:lvl9pPr>
          </a:lstStyle>
          <a:p>
            <a:pPr eaLnBrk="1" hangingPunct="1">
              <a:spcBef>
                <a:spcPct val="0"/>
              </a:spcBef>
            </a:pPr>
            <a:fld id="{78FB1C5B-8D96-488B-8AB7-473383F33554}" type="slidenum">
              <a:rPr lang="en-GB" altLang="en-US" smtClean="0"/>
              <a:pPr eaLnBrk="1" hangingPunct="1">
                <a:spcBef>
                  <a:spcPct val="0"/>
                </a:spcBef>
              </a:pPr>
              <a:t>8</a:t>
            </a:fld>
            <a:endParaRPr lang="en-GB" altLang="en-US" smtClean="0"/>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770" name="Slide Image Placeholder 1"/>
          <p:cNvSpPr>
            <a:spLocks noGrp="1" noRot="1" noChangeAspect="1" noTextEdit="1"/>
          </p:cNvSpPr>
          <p:nvPr>
            <p:ph type="sldImg"/>
          </p:nvPr>
        </p:nvSpPr>
        <p:spPr>
          <a:ln/>
        </p:spPr>
      </p:sp>
      <p:sp>
        <p:nvSpPr>
          <p:cNvPr id="32771" name="Notes Placeholder 2"/>
          <p:cNvSpPr>
            <a:spLocks noGrp="1"/>
          </p:cNvSpPr>
          <p:nvPr>
            <p:ph type="body" idx="1"/>
          </p:nvPr>
        </p:nvSpPr>
        <p:spPr>
          <a:noFill/>
        </p:spPr>
        <p:txBody>
          <a:bodyPr/>
          <a:lstStyle/>
          <a:p>
            <a:pPr eaLnBrk="1" hangingPunct="1"/>
            <a:endParaRPr lang="en-US" altLang="en-US" smtClean="0"/>
          </a:p>
        </p:txBody>
      </p:sp>
      <p:sp>
        <p:nvSpPr>
          <p:cNvPr id="32772" name="Slide Number Placeholder 3"/>
          <p:cNvSpPr>
            <a:spLocks noGrp="1"/>
          </p:cNvSpPr>
          <p:nvPr>
            <p:ph type="sldNum" sz="quarter" idx="5"/>
          </p:nvPr>
        </p:nvSpPr>
        <p:spPr>
          <a:noFill/>
        </p:spPr>
        <p:txBody>
          <a:bodyPr/>
          <a:lstStyle>
            <a:lvl1pPr eaLnBrk="0" hangingPunct="0">
              <a:spcBef>
                <a:spcPct val="30000"/>
              </a:spcBef>
              <a:defRPr sz="1200">
                <a:solidFill>
                  <a:schemeClr val="tx1"/>
                </a:solidFill>
                <a:latin typeface="Times New Roman" pitchFamily="18" charset="0"/>
              </a:defRPr>
            </a:lvl1pPr>
            <a:lvl2pPr marL="742950" indent="-285750" eaLnBrk="0" hangingPunct="0">
              <a:spcBef>
                <a:spcPct val="30000"/>
              </a:spcBef>
              <a:defRPr sz="1200">
                <a:solidFill>
                  <a:schemeClr val="tx1"/>
                </a:solidFill>
                <a:latin typeface="Times New Roman" pitchFamily="18" charset="0"/>
              </a:defRPr>
            </a:lvl2pPr>
            <a:lvl3pPr marL="1143000" indent="-228600" eaLnBrk="0" hangingPunct="0">
              <a:spcBef>
                <a:spcPct val="30000"/>
              </a:spcBef>
              <a:defRPr sz="1200">
                <a:solidFill>
                  <a:schemeClr val="tx1"/>
                </a:solidFill>
                <a:latin typeface="Times New Roman" pitchFamily="18" charset="0"/>
              </a:defRPr>
            </a:lvl3pPr>
            <a:lvl4pPr marL="1600200" indent="-228600" eaLnBrk="0" hangingPunct="0">
              <a:spcBef>
                <a:spcPct val="30000"/>
              </a:spcBef>
              <a:defRPr sz="1200">
                <a:solidFill>
                  <a:schemeClr val="tx1"/>
                </a:solidFill>
                <a:latin typeface="Times New Roman" pitchFamily="18" charset="0"/>
              </a:defRPr>
            </a:lvl4pPr>
            <a:lvl5pPr marL="2057400" indent="-228600" eaLnBrk="0" hangingPunct="0">
              <a:spcBef>
                <a:spcPct val="30000"/>
              </a:spcBef>
              <a:defRPr sz="1200">
                <a:solidFill>
                  <a:schemeClr val="tx1"/>
                </a:solidFill>
                <a:latin typeface="Times New Roman" pitchFamily="18" charset="0"/>
              </a:defRPr>
            </a:lvl5pPr>
            <a:lvl6pPr marL="2514600" indent="-228600" eaLnBrk="0" fontAlgn="base" hangingPunct="0">
              <a:spcBef>
                <a:spcPct val="30000"/>
              </a:spcBef>
              <a:spcAft>
                <a:spcPct val="0"/>
              </a:spcAft>
              <a:defRPr sz="1200">
                <a:solidFill>
                  <a:schemeClr val="tx1"/>
                </a:solidFill>
                <a:latin typeface="Times New Roman" pitchFamily="18" charset="0"/>
              </a:defRPr>
            </a:lvl6pPr>
            <a:lvl7pPr marL="2971800" indent="-228600" eaLnBrk="0" fontAlgn="base" hangingPunct="0">
              <a:spcBef>
                <a:spcPct val="30000"/>
              </a:spcBef>
              <a:spcAft>
                <a:spcPct val="0"/>
              </a:spcAft>
              <a:defRPr sz="1200">
                <a:solidFill>
                  <a:schemeClr val="tx1"/>
                </a:solidFill>
                <a:latin typeface="Times New Roman" pitchFamily="18" charset="0"/>
              </a:defRPr>
            </a:lvl7pPr>
            <a:lvl8pPr marL="3429000" indent="-228600" eaLnBrk="0" fontAlgn="base" hangingPunct="0">
              <a:spcBef>
                <a:spcPct val="30000"/>
              </a:spcBef>
              <a:spcAft>
                <a:spcPct val="0"/>
              </a:spcAft>
              <a:defRPr sz="1200">
                <a:solidFill>
                  <a:schemeClr val="tx1"/>
                </a:solidFill>
                <a:latin typeface="Times New Roman" pitchFamily="18" charset="0"/>
              </a:defRPr>
            </a:lvl8pPr>
            <a:lvl9pPr marL="3886200" indent="-228600" eaLnBrk="0" fontAlgn="base" hangingPunct="0">
              <a:spcBef>
                <a:spcPct val="30000"/>
              </a:spcBef>
              <a:spcAft>
                <a:spcPct val="0"/>
              </a:spcAft>
              <a:defRPr sz="1200">
                <a:solidFill>
                  <a:schemeClr val="tx1"/>
                </a:solidFill>
                <a:latin typeface="Times New Roman" pitchFamily="18" charset="0"/>
              </a:defRPr>
            </a:lvl9pPr>
          </a:lstStyle>
          <a:p>
            <a:pPr eaLnBrk="1" hangingPunct="1">
              <a:spcBef>
                <a:spcPct val="0"/>
              </a:spcBef>
            </a:pPr>
            <a:fld id="{437E0D14-5CE3-4506-8D30-0CBB1664CAF4}" type="slidenum">
              <a:rPr lang="en-GB" altLang="en-US" smtClean="0"/>
              <a:pPr eaLnBrk="1" hangingPunct="1">
                <a:spcBef>
                  <a:spcPct val="0"/>
                </a:spcBef>
              </a:pPr>
              <a:t>9</a:t>
            </a:fld>
            <a:endParaRPr lang="en-GB" altLang="en-US" smtClean="0"/>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794" name="Slide Image Placeholder 1"/>
          <p:cNvSpPr>
            <a:spLocks noGrp="1" noRot="1" noChangeAspect="1" noTextEdit="1"/>
          </p:cNvSpPr>
          <p:nvPr>
            <p:ph type="sldImg"/>
          </p:nvPr>
        </p:nvSpPr>
        <p:spPr>
          <a:ln/>
        </p:spPr>
      </p:sp>
      <p:sp>
        <p:nvSpPr>
          <p:cNvPr id="33795" name="Notes Placeholder 2"/>
          <p:cNvSpPr>
            <a:spLocks noGrp="1"/>
          </p:cNvSpPr>
          <p:nvPr>
            <p:ph type="body" idx="1"/>
          </p:nvPr>
        </p:nvSpPr>
        <p:spPr>
          <a:noFill/>
        </p:spPr>
        <p:txBody>
          <a:bodyPr/>
          <a:lstStyle/>
          <a:p>
            <a:pPr eaLnBrk="1" hangingPunct="1"/>
            <a:endParaRPr lang="en-US" altLang="en-US" smtClean="0"/>
          </a:p>
        </p:txBody>
      </p:sp>
      <p:sp>
        <p:nvSpPr>
          <p:cNvPr id="33796" name="Slide Number Placeholder 3"/>
          <p:cNvSpPr>
            <a:spLocks noGrp="1"/>
          </p:cNvSpPr>
          <p:nvPr>
            <p:ph type="sldNum" sz="quarter" idx="5"/>
          </p:nvPr>
        </p:nvSpPr>
        <p:spPr>
          <a:noFill/>
        </p:spPr>
        <p:txBody>
          <a:bodyPr/>
          <a:lstStyle>
            <a:lvl1pPr eaLnBrk="0" hangingPunct="0">
              <a:spcBef>
                <a:spcPct val="30000"/>
              </a:spcBef>
              <a:defRPr sz="1200">
                <a:solidFill>
                  <a:schemeClr val="tx1"/>
                </a:solidFill>
                <a:latin typeface="Times New Roman" pitchFamily="18" charset="0"/>
              </a:defRPr>
            </a:lvl1pPr>
            <a:lvl2pPr marL="742950" indent="-285750" eaLnBrk="0" hangingPunct="0">
              <a:spcBef>
                <a:spcPct val="30000"/>
              </a:spcBef>
              <a:defRPr sz="1200">
                <a:solidFill>
                  <a:schemeClr val="tx1"/>
                </a:solidFill>
                <a:latin typeface="Times New Roman" pitchFamily="18" charset="0"/>
              </a:defRPr>
            </a:lvl2pPr>
            <a:lvl3pPr marL="1143000" indent="-228600" eaLnBrk="0" hangingPunct="0">
              <a:spcBef>
                <a:spcPct val="30000"/>
              </a:spcBef>
              <a:defRPr sz="1200">
                <a:solidFill>
                  <a:schemeClr val="tx1"/>
                </a:solidFill>
                <a:latin typeface="Times New Roman" pitchFamily="18" charset="0"/>
              </a:defRPr>
            </a:lvl3pPr>
            <a:lvl4pPr marL="1600200" indent="-228600" eaLnBrk="0" hangingPunct="0">
              <a:spcBef>
                <a:spcPct val="30000"/>
              </a:spcBef>
              <a:defRPr sz="1200">
                <a:solidFill>
                  <a:schemeClr val="tx1"/>
                </a:solidFill>
                <a:latin typeface="Times New Roman" pitchFamily="18" charset="0"/>
              </a:defRPr>
            </a:lvl4pPr>
            <a:lvl5pPr marL="2057400" indent="-228600" eaLnBrk="0" hangingPunct="0">
              <a:spcBef>
                <a:spcPct val="30000"/>
              </a:spcBef>
              <a:defRPr sz="1200">
                <a:solidFill>
                  <a:schemeClr val="tx1"/>
                </a:solidFill>
                <a:latin typeface="Times New Roman" pitchFamily="18" charset="0"/>
              </a:defRPr>
            </a:lvl5pPr>
            <a:lvl6pPr marL="2514600" indent="-228600" eaLnBrk="0" fontAlgn="base" hangingPunct="0">
              <a:spcBef>
                <a:spcPct val="30000"/>
              </a:spcBef>
              <a:spcAft>
                <a:spcPct val="0"/>
              </a:spcAft>
              <a:defRPr sz="1200">
                <a:solidFill>
                  <a:schemeClr val="tx1"/>
                </a:solidFill>
                <a:latin typeface="Times New Roman" pitchFamily="18" charset="0"/>
              </a:defRPr>
            </a:lvl6pPr>
            <a:lvl7pPr marL="2971800" indent="-228600" eaLnBrk="0" fontAlgn="base" hangingPunct="0">
              <a:spcBef>
                <a:spcPct val="30000"/>
              </a:spcBef>
              <a:spcAft>
                <a:spcPct val="0"/>
              </a:spcAft>
              <a:defRPr sz="1200">
                <a:solidFill>
                  <a:schemeClr val="tx1"/>
                </a:solidFill>
                <a:latin typeface="Times New Roman" pitchFamily="18" charset="0"/>
              </a:defRPr>
            </a:lvl7pPr>
            <a:lvl8pPr marL="3429000" indent="-228600" eaLnBrk="0" fontAlgn="base" hangingPunct="0">
              <a:spcBef>
                <a:spcPct val="30000"/>
              </a:spcBef>
              <a:spcAft>
                <a:spcPct val="0"/>
              </a:spcAft>
              <a:defRPr sz="1200">
                <a:solidFill>
                  <a:schemeClr val="tx1"/>
                </a:solidFill>
                <a:latin typeface="Times New Roman" pitchFamily="18" charset="0"/>
              </a:defRPr>
            </a:lvl8pPr>
            <a:lvl9pPr marL="3886200" indent="-228600" eaLnBrk="0" fontAlgn="base" hangingPunct="0">
              <a:spcBef>
                <a:spcPct val="30000"/>
              </a:spcBef>
              <a:spcAft>
                <a:spcPct val="0"/>
              </a:spcAft>
              <a:defRPr sz="1200">
                <a:solidFill>
                  <a:schemeClr val="tx1"/>
                </a:solidFill>
                <a:latin typeface="Times New Roman" pitchFamily="18" charset="0"/>
              </a:defRPr>
            </a:lvl9pPr>
          </a:lstStyle>
          <a:p>
            <a:pPr eaLnBrk="1" hangingPunct="1">
              <a:spcBef>
                <a:spcPct val="0"/>
              </a:spcBef>
            </a:pPr>
            <a:fld id="{AD432B09-0467-4C72-970E-0AD4918F873B}" type="slidenum">
              <a:rPr lang="en-GB" altLang="en-US" smtClean="0"/>
              <a:pPr eaLnBrk="1" hangingPunct="1">
                <a:spcBef>
                  <a:spcPct val="0"/>
                </a:spcBef>
              </a:pPr>
              <a:t>10</a:t>
            </a:fld>
            <a:endParaRPr lang="en-GB" altLang="en-US" smtClean="0"/>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18" name="Slide Image Placeholder 1"/>
          <p:cNvSpPr>
            <a:spLocks noGrp="1" noRot="1" noChangeAspect="1" noTextEdit="1"/>
          </p:cNvSpPr>
          <p:nvPr>
            <p:ph type="sldImg"/>
          </p:nvPr>
        </p:nvSpPr>
        <p:spPr>
          <a:ln/>
        </p:spPr>
      </p:sp>
      <p:sp>
        <p:nvSpPr>
          <p:cNvPr id="34819" name="Notes Placeholder 2"/>
          <p:cNvSpPr>
            <a:spLocks noGrp="1"/>
          </p:cNvSpPr>
          <p:nvPr>
            <p:ph type="body" idx="1"/>
          </p:nvPr>
        </p:nvSpPr>
        <p:spPr>
          <a:noFill/>
        </p:spPr>
        <p:txBody>
          <a:bodyPr/>
          <a:lstStyle/>
          <a:p>
            <a:pPr eaLnBrk="1" hangingPunct="1"/>
            <a:endParaRPr lang="en-US" altLang="en-US" smtClean="0"/>
          </a:p>
        </p:txBody>
      </p:sp>
      <p:sp>
        <p:nvSpPr>
          <p:cNvPr id="34820" name="Slide Number Placeholder 3"/>
          <p:cNvSpPr>
            <a:spLocks noGrp="1"/>
          </p:cNvSpPr>
          <p:nvPr>
            <p:ph type="sldNum" sz="quarter" idx="5"/>
          </p:nvPr>
        </p:nvSpPr>
        <p:spPr>
          <a:noFill/>
        </p:spPr>
        <p:txBody>
          <a:bodyPr/>
          <a:lstStyle>
            <a:lvl1pPr eaLnBrk="0" hangingPunct="0">
              <a:spcBef>
                <a:spcPct val="30000"/>
              </a:spcBef>
              <a:defRPr sz="1200">
                <a:solidFill>
                  <a:schemeClr val="tx1"/>
                </a:solidFill>
                <a:latin typeface="Times New Roman" pitchFamily="18" charset="0"/>
              </a:defRPr>
            </a:lvl1pPr>
            <a:lvl2pPr marL="742950" indent="-285750" eaLnBrk="0" hangingPunct="0">
              <a:spcBef>
                <a:spcPct val="30000"/>
              </a:spcBef>
              <a:defRPr sz="1200">
                <a:solidFill>
                  <a:schemeClr val="tx1"/>
                </a:solidFill>
                <a:latin typeface="Times New Roman" pitchFamily="18" charset="0"/>
              </a:defRPr>
            </a:lvl2pPr>
            <a:lvl3pPr marL="1143000" indent="-228600" eaLnBrk="0" hangingPunct="0">
              <a:spcBef>
                <a:spcPct val="30000"/>
              </a:spcBef>
              <a:defRPr sz="1200">
                <a:solidFill>
                  <a:schemeClr val="tx1"/>
                </a:solidFill>
                <a:latin typeface="Times New Roman" pitchFamily="18" charset="0"/>
              </a:defRPr>
            </a:lvl3pPr>
            <a:lvl4pPr marL="1600200" indent="-228600" eaLnBrk="0" hangingPunct="0">
              <a:spcBef>
                <a:spcPct val="30000"/>
              </a:spcBef>
              <a:defRPr sz="1200">
                <a:solidFill>
                  <a:schemeClr val="tx1"/>
                </a:solidFill>
                <a:latin typeface="Times New Roman" pitchFamily="18" charset="0"/>
              </a:defRPr>
            </a:lvl4pPr>
            <a:lvl5pPr marL="2057400" indent="-228600" eaLnBrk="0" hangingPunct="0">
              <a:spcBef>
                <a:spcPct val="30000"/>
              </a:spcBef>
              <a:defRPr sz="1200">
                <a:solidFill>
                  <a:schemeClr val="tx1"/>
                </a:solidFill>
                <a:latin typeface="Times New Roman" pitchFamily="18" charset="0"/>
              </a:defRPr>
            </a:lvl5pPr>
            <a:lvl6pPr marL="2514600" indent="-228600" eaLnBrk="0" fontAlgn="base" hangingPunct="0">
              <a:spcBef>
                <a:spcPct val="30000"/>
              </a:spcBef>
              <a:spcAft>
                <a:spcPct val="0"/>
              </a:spcAft>
              <a:defRPr sz="1200">
                <a:solidFill>
                  <a:schemeClr val="tx1"/>
                </a:solidFill>
                <a:latin typeface="Times New Roman" pitchFamily="18" charset="0"/>
              </a:defRPr>
            </a:lvl6pPr>
            <a:lvl7pPr marL="2971800" indent="-228600" eaLnBrk="0" fontAlgn="base" hangingPunct="0">
              <a:spcBef>
                <a:spcPct val="30000"/>
              </a:spcBef>
              <a:spcAft>
                <a:spcPct val="0"/>
              </a:spcAft>
              <a:defRPr sz="1200">
                <a:solidFill>
                  <a:schemeClr val="tx1"/>
                </a:solidFill>
                <a:latin typeface="Times New Roman" pitchFamily="18" charset="0"/>
              </a:defRPr>
            </a:lvl7pPr>
            <a:lvl8pPr marL="3429000" indent="-228600" eaLnBrk="0" fontAlgn="base" hangingPunct="0">
              <a:spcBef>
                <a:spcPct val="30000"/>
              </a:spcBef>
              <a:spcAft>
                <a:spcPct val="0"/>
              </a:spcAft>
              <a:defRPr sz="1200">
                <a:solidFill>
                  <a:schemeClr val="tx1"/>
                </a:solidFill>
                <a:latin typeface="Times New Roman" pitchFamily="18" charset="0"/>
              </a:defRPr>
            </a:lvl8pPr>
            <a:lvl9pPr marL="3886200" indent="-228600" eaLnBrk="0" fontAlgn="base" hangingPunct="0">
              <a:spcBef>
                <a:spcPct val="30000"/>
              </a:spcBef>
              <a:spcAft>
                <a:spcPct val="0"/>
              </a:spcAft>
              <a:defRPr sz="1200">
                <a:solidFill>
                  <a:schemeClr val="tx1"/>
                </a:solidFill>
                <a:latin typeface="Times New Roman" pitchFamily="18" charset="0"/>
              </a:defRPr>
            </a:lvl9pPr>
          </a:lstStyle>
          <a:p>
            <a:pPr eaLnBrk="1" hangingPunct="1">
              <a:spcBef>
                <a:spcPct val="0"/>
              </a:spcBef>
            </a:pPr>
            <a:fld id="{D8B78F42-A856-4222-B6BC-850A46BB3ADB}" type="slidenum">
              <a:rPr lang="en-GB" altLang="en-US" smtClean="0"/>
              <a:pPr eaLnBrk="1" hangingPunct="1">
                <a:spcBef>
                  <a:spcPct val="0"/>
                </a:spcBef>
              </a:pPr>
              <a:t>11</a:t>
            </a:fld>
            <a:endParaRPr lang="en-GB" altLang="en-US" smtClean="0"/>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2" name="Slide Image Placeholder 1"/>
          <p:cNvSpPr>
            <a:spLocks noGrp="1" noRot="1" noChangeAspect="1" noTextEdit="1"/>
          </p:cNvSpPr>
          <p:nvPr>
            <p:ph type="sldImg"/>
          </p:nvPr>
        </p:nvSpPr>
        <p:spPr>
          <a:ln/>
        </p:spPr>
      </p:sp>
      <p:sp>
        <p:nvSpPr>
          <p:cNvPr id="35843" name="Notes Placeholder 2"/>
          <p:cNvSpPr>
            <a:spLocks noGrp="1"/>
          </p:cNvSpPr>
          <p:nvPr>
            <p:ph type="body" idx="1"/>
          </p:nvPr>
        </p:nvSpPr>
        <p:spPr>
          <a:noFill/>
        </p:spPr>
        <p:txBody>
          <a:bodyPr/>
          <a:lstStyle/>
          <a:p>
            <a:pPr eaLnBrk="1" hangingPunct="1"/>
            <a:endParaRPr lang="en-US" altLang="en-US" smtClean="0"/>
          </a:p>
        </p:txBody>
      </p:sp>
      <p:sp>
        <p:nvSpPr>
          <p:cNvPr id="35844" name="Slide Number Placeholder 3"/>
          <p:cNvSpPr>
            <a:spLocks noGrp="1"/>
          </p:cNvSpPr>
          <p:nvPr>
            <p:ph type="sldNum" sz="quarter" idx="5"/>
          </p:nvPr>
        </p:nvSpPr>
        <p:spPr>
          <a:noFill/>
        </p:spPr>
        <p:txBody>
          <a:bodyPr/>
          <a:lstStyle>
            <a:lvl1pPr eaLnBrk="0" hangingPunct="0">
              <a:spcBef>
                <a:spcPct val="30000"/>
              </a:spcBef>
              <a:defRPr sz="1200">
                <a:solidFill>
                  <a:schemeClr val="tx1"/>
                </a:solidFill>
                <a:latin typeface="Times New Roman" pitchFamily="18" charset="0"/>
              </a:defRPr>
            </a:lvl1pPr>
            <a:lvl2pPr marL="742950" indent="-285750" eaLnBrk="0" hangingPunct="0">
              <a:spcBef>
                <a:spcPct val="30000"/>
              </a:spcBef>
              <a:defRPr sz="1200">
                <a:solidFill>
                  <a:schemeClr val="tx1"/>
                </a:solidFill>
                <a:latin typeface="Times New Roman" pitchFamily="18" charset="0"/>
              </a:defRPr>
            </a:lvl2pPr>
            <a:lvl3pPr marL="1143000" indent="-228600" eaLnBrk="0" hangingPunct="0">
              <a:spcBef>
                <a:spcPct val="30000"/>
              </a:spcBef>
              <a:defRPr sz="1200">
                <a:solidFill>
                  <a:schemeClr val="tx1"/>
                </a:solidFill>
                <a:latin typeface="Times New Roman" pitchFamily="18" charset="0"/>
              </a:defRPr>
            </a:lvl3pPr>
            <a:lvl4pPr marL="1600200" indent="-228600" eaLnBrk="0" hangingPunct="0">
              <a:spcBef>
                <a:spcPct val="30000"/>
              </a:spcBef>
              <a:defRPr sz="1200">
                <a:solidFill>
                  <a:schemeClr val="tx1"/>
                </a:solidFill>
                <a:latin typeface="Times New Roman" pitchFamily="18" charset="0"/>
              </a:defRPr>
            </a:lvl4pPr>
            <a:lvl5pPr marL="2057400" indent="-228600" eaLnBrk="0" hangingPunct="0">
              <a:spcBef>
                <a:spcPct val="30000"/>
              </a:spcBef>
              <a:defRPr sz="1200">
                <a:solidFill>
                  <a:schemeClr val="tx1"/>
                </a:solidFill>
                <a:latin typeface="Times New Roman" pitchFamily="18" charset="0"/>
              </a:defRPr>
            </a:lvl5pPr>
            <a:lvl6pPr marL="2514600" indent="-228600" eaLnBrk="0" fontAlgn="base" hangingPunct="0">
              <a:spcBef>
                <a:spcPct val="30000"/>
              </a:spcBef>
              <a:spcAft>
                <a:spcPct val="0"/>
              </a:spcAft>
              <a:defRPr sz="1200">
                <a:solidFill>
                  <a:schemeClr val="tx1"/>
                </a:solidFill>
                <a:latin typeface="Times New Roman" pitchFamily="18" charset="0"/>
              </a:defRPr>
            </a:lvl6pPr>
            <a:lvl7pPr marL="2971800" indent="-228600" eaLnBrk="0" fontAlgn="base" hangingPunct="0">
              <a:spcBef>
                <a:spcPct val="30000"/>
              </a:spcBef>
              <a:spcAft>
                <a:spcPct val="0"/>
              </a:spcAft>
              <a:defRPr sz="1200">
                <a:solidFill>
                  <a:schemeClr val="tx1"/>
                </a:solidFill>
                <a:latin typeface="Times New Roman" pitchFamily="18" charset="0"/>
              </a:defRPr>
            </a:lvl7pPr>
            <a:lvl8pPr marL="3429000" indent="-228600" eaLnBrk="0" fontAlgn="base" hangingPunct="0">
              <a:spcBef>
                <a:spcPct val="30000"/>
              </a:spcBef>
              <a:spcAft>
                <a:spcPct val="0"/>
              </a:spcAft>
              <a:defRPr sz="1200">
                <a:solidFill>
                  <a:schemeClr val="tx1"/>
                </a:solidFill>
                <a:latin typeface="Times New Roman" pitchFamily="18" charset="0"/>
              </a:defRPr>
            </a:lvl8pPr>
            <a:lvl9pPr marL="3886200" indent="-228600" eaLnBrk="0" fontAlgn="base" hangingPunct="0">
              <a:spcBef>
                <a:spcPct val="30000"/>
              </a:spcBef>
              <a:spcAft>
                <a:spcPct val="0"/>
              </a:spcAft>
              <a:defRPr sz="1200">
                <a:solidFill>
                  <a:schemeClr val="tx1"/>
                </a:solidFill>
                <a:latin typeface="Times New Roman" pitchFamily="18" charset="0"/>
              </a:defRPr>
            </a:lvl9pPr>
          </a:lstStyle>
          <a:p>
            <a:pPr eaLnBrk="1" hangingPunct="1">
              <a:spcBef>
                <a:spcPct val="0"/>
              </a:spcBef>
            </a:pPr>
            <a:fld id="{FB74C01D-50B5-4FD6-8838-E8C271F30420}" type="slidenum">
              <a:rPr lang="en-GB" altLang="en-US" smtClean="0"/>
              <a:pPr eaLnBrk="1" hangingPunct="1">
                <a:spcBef>
                  <a:spcPct val="0"/>
                </a:spcBef>
              </a:pPr>
              <a:t>12</a:t>
            </a:fld>
            <a:endParaRPr lang="en-GB" altLang="en-US" smtClean="0"/>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866" name="Slide Image Placeholder 1"/>
          <p:cNvSpPr>
            <a:spLocks noGrp="1" noRot="1" noChangeAspect="1" noTextEdit="1"/>
          </p:cNvSpPr>
          <p:nvPr>
            <p:ph type="sldImg"/>
          </p:nvPr>
        </p:nvSpPr>
        <p:spPr>
          <a:ln/>
        </p:spPr>
      </p:sp>
      <p:sp>
        <p:nvSpPr>
          <p:cNvPr id="36867" name="Notes Placeholder 2"/>
          <p:cNvSpPr>
            <a:spLocks noGrp="1"/>
          </p:cNvSpPr>
          <p:nvPr>
            <p:ph type="body" idx="1"/>
          </p:nvPr>
        </p:nvSpPr>
        <p:spPr>
          <a:noFill/>
        </p:spPr>
        <p:txBody>
          <a:bodyPr/>
          <a:lstStyle/>
          <a:p>
            <a:pPr eaLnBrk="1" hangingPunct="1"/>
            <a:endParaRPr lang="en-US" altLang="en-US" smtClean="0"/>
          </a:p>
        </p:txBody>
      </p:sp>
      <p:sp>
        <p:nvSpPr>
          <p:cNvPr id="36868" name="Slide Number Placeholder 3"/>
          <p:cNvSpPr>
            <a:spLocks noGrp="1"/>
          </p:cNvSpPr>
          <p:nvPr>
            <p:ph type="sldNum" sz="quarter" idx="5"/>
          </p:nvPr>
        </p:nvSpPr>
        <p:spPr>
          <a:noFill/>
        </p:spPr>
        <p:txBody>
          <a:bodyPr/>
          <a:lstStyle>
            <a:lvl1pPr eaLnBrk="0" hangingPunct="0">
              <a:spcBef>
                <a:spcPct val="30000"/>
              </a:spcBef>
              <a:defRPr sz="1200">
                <a:solidFill>
                  <a:schemeClr val="tx1"/>
                </a:solidFill>
                <a:latin typeface="Times New Roman" pitchFamily="18" charset="0"/>
              </a:defRPr>
            </a:lvl1pPr>
            <a:lvl2pPr marL="742950" indent="-285750" eaLnBrk="0" hangingPunct="0">
              <a:spcBef>
                <a:spcPct val="30000"/>
              </a:spcBef>
              <a:defRPr sz="1200">
                <a:solidFill>
                  <a:schemeClr val="tx1"/>
                </a:solidFill>
                <a:latin typeface="Times New Roman" pitchFamily="18" charset="0"/>
              </a:defRPr>
            </a:lvl2pPr>
            <a:lvl3pPr marL="1143000" indent="-228600" eaLnBrk="0" hangingPunct="0">
              <a:spcBef>
                <a:spcPct val="30000"/>
              </a:spcBef>
              <a:defRPr sz="1200">
                <a:solidFill>
                  <a:schemeClr val="tx1"/>
                </a:solidFill>
                <a:latin typeface="Times New Roman" pitchFamily="18" charset="0"/>
              </a:defRPr>
            </a:lvl3pPr>
            <a:lvl4pPr marL="1600200" indent="-228600" eaLnBrk="0" hangingPunct="0">
              <a:spcBef>
                <a:spcPct val="30000"/>
              </a:spcBef>
              <a:defRPr sz="1200">
                <a:solidFill>
                  <a:schemeClr val="tx1"/>
                </a:solidFill>
                <a:latin typeface="Times New Roman" pitchFamily="18" charset="0"/>
              </a:defRPr>
            </a:lvl4pPr>
            <a:lvl5pPr marL="2057400" indent="-228600" eaLnBrk="0" hangingPunct="0">
              <a:spcBef>
                <a:spcPct val="30000"/>
              </a:spcBef>
              <a:defRPr sz="1200">
                <a:solidFill>
                  <a:schemeClr val="tx1"/>
                </a:solidFill>
                <a:latin typeface="Times New Roman" pitchFamily="18" charset="0"/>
              </a:defRPr>
            </a:lvl5pPr>
            <a:lvl6pPr marL="2514600" indent="-228600" eaLnBrk="0" fontAlgn="base" hangingPunct="0">
              <a:spcBef>
                <a:spcPct val="30000"/>
              </a:spcBef>
              <a:spcAft>
                <a:spcPct val="0"/>
              </a:spcAft>
              <a:defRPr sz="1200">
                <a:solidFill>
                  <a:schemeClr val="tx1"/>
                </a:solidFill>
                <a:latin typeface="Times New Roman" pitchFamily="18" charset="0"/>
              </a:defRPr>
            </a:lvl6pPr>
            <a:lvl7pPr marL="2971800" indent="-228600" eaLnBrk="0" fontAlgn="base" hangingPunct="0">
              <a:spcBef>
                <a:spcPct val="30000"/>
              </a:spcBef>
              <a:spcAft>
                <a:spcPct val="0"/>
              </a:spcAft>
              <a:defRPr sz="1200">
                <a:solidFill>
                  <a:schemeClr val="tx1"/>
                </a:solidFill>
                <a:latin typeface="Times New Roman" pitchFamily="18" charset="0"/>
              </a:defRPr>
            </a:lvl7pPr>
            <a:lvl8pPr marL="3429000" indent="-228600" eaLnBrk="0" fontAlgn="base" hangingPunct="0">
              <a:spcBef>
                <a:spcPct val="30000"/>
              </a:spcBef>
              <a:spcAft>
                <a:spcPct val="0"/>
              </a:spcAft>
              <a:defRPr sz="1200">
                <a:solidFill>
                  <a:schemeClr val="tx1"/>
                </a:solidFill>
                <a:latin typeface="Times New Roman" pitchFamily="18" charset="0"/>
              </a:defRPr>
            </a:lvl8pPr>
            <a:lvl9pPr marL="3886200" indent="-228600" eaLnBrk="0" fontAlgn="base" hangingPunct="0">
              <a:spcBef>
                <a:spcPct val="30000"/>
              </a:spcBef>
              <a:spcAft>
                <a:spcPct val="0"/>
              </a:spcAft>
              <a:defRPr sz="1200">
                <a:solidFill>
                  <a:schemeClr val="tx1"/>
                </a:solidFill>
                <a:latin typeface="Times New Roman" pitchFamily="18" charset="0"/>
              </a:defRPr>
            </a:lvl9pPr>
          </a:lstStyle>
          <a:p>
            <a:pPr eaLnBrk="1" hangingPunct="1">
              <a:spcBef>
                <a:spcPct val="0"/>
              </a:spcBef>
            </a:pPr>
            <a:fld id="{F152D60A-6A3B-4D67-905F-FC2DA5C15B4E}" type="slidenum">
              <a:rPr lang="en-GB" altLang="en-US" smtClean="0"/>
              <a:pPr eaLnBrk="1" hangingPunct="1">
                <a:spcBef>
                  <a:spcPct val="0"/>
                </a:spcBef>
              </a:pPr>
              <a:t>13</a:t>
            </a:fld>
            <a:endParaRPr lang="en-GB" altLang="en-US" smtClean="0"/>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890" name="Slide Image Placeholder 1"/>
          <p:cNvSpPr>
            <a:spLocks noGrp="1" noRot="1" noChangeAspect="1" noTextEdit="1"/>
          </p:cNvSpPr>
          <p:nvPr>
            <p:ph type="sldImg"/>
          </p:nvPr>
        </p:nvSpPr>
        <p:spPr>
          <a:ln/>
        </p:spPr>
      </p:sp>
      <p:sp>
        <p:nvSpPr>
          <p:cNvPr id="37891" name="Notes Placeholder 2"/>
          <p:cNvSpPr>
            <a:spLocks noGrp="1"/>
          </p:cNvSpPr>
          <p:nvPr>
            <p:ph type="body" idx="1"/>
          </p:nvPr>
        </p:nvSpPr>
        <p:spPr>
          <a:noFill/>
        </p:spPr>
        <p:txBody>
          <a:bodyPr/>
          <a:lstStyle/>
          <a:p>
            <a:pPr eaLnBrk="1" hangingPunct="1"/>
            <a:endParaRPr lang="en-US" altLang="en-US" smtClean="0"/>
          </a:p>
        </p:txBody>
      </p:sp>
      <p:sp>
        <p:nvSpPr>
          <p:cNvPr id="37892" name="Slide Number Placeholder 3"/>
          <p:cNvSpPr>
            <a:spLocks noGrp="1"/>
          </p:cNvSpPr>
          <p:nvPr>
            <p:ph type="sldNum" sz="quarter" idx="5"/>
          </p:nvPr>
        </p:nvSpPr>
        <p:spPr>
          <a:noFill/>
        </p:spPr>
        <p:txBody>
          <a:bodyPr/>
          <a:lstStyle>
            <a:lvl1pPr eaLnBrk="0" hangingPunct="0">
              <a:spcBef>
                <a:spcPct val="30000"/>
              </a:spcBef>
              <a:defRPr sz="1200">
                <a:solidFill>
                  <a:schemeClr val="tx1"/>
                </a:solidFill>
                <a:latin typeface="Times New Roman" pitchFamily="18" charset="0"/>
              </a:defRPr>
            </a:lvl1pPr>
            <a:lvl2pPr marL="742950" indent="-285750" eaLnBrk="0" hangingPunct="0">
              <a:spcBef>
                <a:spcPct val="30000"/>
              </a:spcBef>
              <a:defRPr sz="1200">
                <a:solidFill>
                  <a:schemeClr val="tx1"/>
                </a:solidFill>
                <a:latin typeface="Times New Roman" pitchFamily="18" charset="0"/>
              </a:defRPr>
            </a:lvl2pPr>
            <a:lvl3pPr marL="1143000" indent="-228600" eaLnBrk="0" hangingPunct="0">
              <a:spcBef>
                <a:spcPct val="30000"/>
              </a:spcBef>
              <a:defRPr sz="1200">
                <a:solidFill>
                  <a:schemeClr val="tx1"/>
                </a:solidFill>
                <a:latin typeface="Times New Roman" pitchFamily="18" charset="0"/>
              </a:defRPr>
            </a:lvl3pPr>
            <a:lvl4pPr marL="1600200" indent="-228600" eaLnBrk="0" hangingPunct="0">
              <a:spcBef>
                <a:spcPct val="30000"/>
              </a:spcBef>
              <a:defRPr sz="1200">
                <a:solidFill>
                  <a:schemeClr val="tx1"/>
                </a:solidFill>
                <a:latin typeface="Times New Roman" pitchFamily="18" charset="0"/>
              </a:defRPr>
            </a:lvl4pPr>
            <a:lvl5pPr marL="2057400" indent="-228600" eaLnBrk="0" hangingPunct="0">
              <a:spcBef>
                <a:spcPct val="30000"/>
              </a:spcBef>
              <a:defRPr sz="1200">
                <a:solidFill>
                  <a:schemeClr val="tx1"/>
                </a:solidFill>
                <a:latin typeface="Times New Roman" pitchFamily="18" charset="0"/>
              </a:defRPr>
            </a:lvl5pPr>
            <a:lvl6pPr marL="2514600" indent="-228600" eaLnBrk="0" fontAlgn="base" hangingPunct="0">
              <a:spcBef>
                <a:spcPct val="30000"/>
              </a:spcBef>
              <a:spcAft>
                <a:spcPct val="0"/>
              </a:spcAft>
              <a:defRPr sz="1200">
                <a:solidFill>
                  <a:schemeClr val="tx1"/>
                </a:solidFill>
                <a:latin typeface="Times New Roman" pitchFamily="18" charset="0"/>
              </a:defRPr>
            </a:lvl6pPr>
            <a:lvl7pPr marL="2971800" indent="-228600" eaLnBrk="0" fontAlgn="base" hangingPunct="0">
              <a:spcBef>
                <a:spcPct val="30000"/>
              </a:spcBef>
              <a:spcAft>
                <a:spcPct val="0"/>
              </a:spcAft>
              <a:defRPr sz="1200">
                <a:solidFill>
                  <a:schemeClr val="tx1"/>
                </a:solidFill>
                <a:latin typeface="Times New Roman" pitchFamily="18" charset="0"/>
              </a:defRPr>
            </a:lvl7pPr>
            <a:lvl8pPr marL="3429000" indent="-228600" eaLnBrk="0" fontAlgn="base" hangingPunct="0">
              <a:spcBef>
                <a:spcPct val="30000"/>
              </a:spcBef>
              <a:spcAft>
                <a:spcPct val="0"/>
              </a:spcAft>
              <a:defRPr sz="1200">
                <a:solidFill>
                  <a:schemeClr val="tx1"/>
                </a:solidFill>
                <a:latin typeface="Times New Roman" pitchFamily="18" charset="0"/>
              </a:defRPr>
            </a:lvl8pPr>
            <a:lvl9pPr marL="3886200" indent="-228600" eaLnBrk="0" fontAlgn="base" hangingPunct="0">
              <a:spcBef>
                <a:spcPct val="30000"/>
              </a:spcBef>
              <a:spcAft>
                <a:spcPct val="0"/>
              </a:spcAft>
              <a:defRPr sz="1200">
                <a:solidFill>
                  <a:schemeClr val="tx1"/>
                </a:solidFill>
                <a:latin typeface="Times New Roman" pitchFamily="18" charset="0"/>
              </a:defRPr>
            </a:lvl9pPr>
          </a:lstStyle>
          <a:p>
            <a:pPr eaLnBrk="1" hangingPunct="1">
              <a:spcBef>
                <a:spcPct val="0"/>
              </a:spcBef>
            </a:pPr>
            <a:fld id="{8FC456E6-F487-412D-9D2E-B568FCBDEE94}" type="slidenum">
              <a:rPr lang="en-GB" altLang="en-US" smtClean="0"/>
              <a:pPr eaLnBrk="1" hangingPunct="1">
                <a:spcBef>
                  <a:spcPct val="0"/>
                </a:spcBef>
              </a:pPr>
              <a:t>14</a:t>
            </a:fld>
            <a:endParaRPr lang="en-GB" altLang="en-US" smtClean="0"/>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914" name="Slide Image Placeholder 1"/>
          <p:cNvSpPr>
            <a:spLocks noGrp="1" noRot="1" noChangeAspect="1" noTextEdit="1"/>
          </p:cNvSpPr>
          <p:nvPr>
            <p:ph type="sldImg"/>
          </p:nvPr>
        </p:nvSpPr>
        <p:spPr>
          <a:ln/>
        </p:spPr>
      </p:sp>
      <p:sp>
        <p:nvSpPr>
          <p:cNvPr id="38915" name="Notes Placeholder 2"/>
          <p:cNvSpPr>
            <a:spLocks noGrp="1"/>
          </p:cNvSpPr>
          <p:nvPr>
            <p:ph type="body" idx="1"/>
          </p:nvPr>
        </p:nvSpPr>
        <p:spPr>
          <a:noFill/>
        </p:spPr>
        <p:txBody>
          <a:bodyPr/>
          <a:lstStyle/>
          <a:p>
            <a:pPr eaLnBrk="1" hangingPunct="1"/>
            <a:endParaRPr lang="en-US" altLang="en-US" smtClean="0"/>
          </a:p>
        </p:txBody>
      </p:sp>
      <p:sp>
        <p:nvSpPr>
          <p:cNvPr id="38916" name="Slide Number Placeholder 3"/>
          <p:cNvSpPr>
            <a:spLocks noGrp="1"/>
          </p:cNvSpPr>
          <p:nvPr>
            <p:ph type="sldNum" sz="quarter" idx="5"/>
          </p:nvPr>
        </p:nvSpPr>
        <p:spPr>
          <a:noFill/>
        </p:spPr>
        <p:txBody>
          <a:bodyPr/>
          <a:lstStyle>
            <a:lvl1pPr eaLnBrk="0" hangingPunct="0">
              <a:spcBef>
                <a:spcPct val="30000"/>
              </a:spcBef>
              <a:defRPr sz="1200">
                <a:solidFill>
                  <a:schemeClr val="tx1"/>
                </a:solidFill>
                <a:latin typeface="Times New Roman" pitchFamily="18" charset="0"/>
              </a:defRPr>
            </a:lvl1pPr>
            <a:lvl2pPr marL="742950" indent="-285750" eaLnBrk="0" hangingPunct="0">
              <a:spcBef>
                <a:spcPct val="30000"/>
              </a:spcBef>
              <a:defRPr sz="1200">
                <a:solidFill>
                  <a:schemeClr val="tx1"/>
                </a:solidFill>
                <a:latin typeface="Times New Roman" pitchFamily="18" charset="0"/>
              </a:defRPr>
            </a:lvl2pPr>
            <a:lvl3pPr marL="1143000" indent="-228600" eaLnBrk="0" hangingPunct="0">
              <a:spcBef>
                <a:spcPct val="30000"/>
              </a:spcBef>
              <a:defRPr sz="1200">
                <a:solidFill>
                  <a:schemeClr val="tx1"/>
                </a:solidFill>
                <a:latin typeface="Times New Roman" pitchFamily="18" charset="0"/>
              </a:defRPr>
            </a:lvl3pPr>
            <a:lvl4pPr marL="1600200" indent="-228600" eaLnBrk="0" hangingPunct="0">
              <a:spcBef>
                <a:spcPct val="30000"/>
              </a:spcBef>
              <a:defRPr sz="1200">
                <a:solidFill>
                  <a:schemeClr val="tx1"/>
                </a:solidFill>
                <a:latin typeface="Times New Roman" pitchFamily="18" charset="0"/>
              </a:defRPr>
            </a:lvl4pPr>
            <a:lvl5pPr marL="2057400" indent="-228600" eaLnBrk="0" hangingPunct="0">
              <a:spcBef>
                <a:spcPct val="30000"/>
              </a:spcBef>
              <a:defRPr sz="1200">
                <a:solidFill>
                  <a:schemeClr val="tx1"/>
                </a:solidFill>
                <a:latin typeface="Times New Roman" pitchFamily="18" charset="0"/>
              </a:defRPr>
            </a:lvl5pPr>
            <a:lvl6pPr marL="2514600" indent="-228600" eaLnBrk="0" fontAlgn="base" hangingPunct="0">
              <a:spcBef>
                <a:spcPct val="30000"/>
              </a:spcBef>
              <a:spcAft>
                <a:spcPct val="0"/>
              </a:spcAft>
              <a:defRPr sz="1200">
                <a:solidFill>
                  <a:schemeClr val="tx1"/>
                </a:solidFill>
                <a:latin typeface="Times New Roman" pitchFamily="18" charset="0"/>
              </a:defRPr>
            </a:lvl6pPr>
            <a:lvl7pPr marL="2971800" indent="-228600" eaLnBrk="0" fontAlgn="base" hangingPunct="0">
              <a:spcBef>
                <a:spcPct val="30000"/>
              </a:spcBef>
              <a:spcAft>
                <a:spcPct val="0"/>
              </a:spcAft>
              <a:defRPr sz="1200">
                <a:solidFill>
                  <a:schemeClr val="tx1"/>
                </a:solidFill>
                <a:latin typeface="Times New Roman" pitchFamily="18" charset="0"/>
              </a:defRPr>
            </a:lvl7pPr>
            <a:lvl8pPr marL="3429000" indent="-228600" eaLnBrk="0" fontAlgn="base" hangingPunct="0">
              <a:spcBef>
                <a:spcPct val="30000"/>
              </a:spcBef>
              <a:spcAft>
                <a:spcPct val="0"/>
              </a:spcAft>
              <a:defRPr sz="1200">
                <a:solidFill>
                  <a:schemeClr val="tx1"/>
                </a:solidFill>
                <a:latin typeface="Times New Roman" pitchFamily="18" charset="0"/>
              </a:defRPr>
            </a:lvl8pPr>
            <a:lvl9pPr marL="3886200" indent="-228600" eaLnBrk="0" fontAlgn="base" hangingPunct="0">
              <a:spcBef>
                <a:spcPct val="30000"/>
              </a:spcBef>
              <a:spcAft>
                <a:spcPct val="0"/>
              </a:spcAft>
              <a:defRPr sz="1200">
                <a:solidFill>
                  <a:schemeClr val="tx1"/>
                </a:solidFill>
                <a:latin typeface="Times New Roman" pitchFamily="18" charset="0"/>
              </a:defRPr>
            </a:lvl9pPr>
          </a:lstStyle>
          <a:p>
            <a:pPr eaLnBrk="1" hangingPunct="1">
              <a:spcBef>
                <a:spcPct val="0"/>
              </a:spcBef>
            </a:pPr>
            <a:fld id="{86E3AE27-7A23-4BFE-8301-583CF111CFE1}" type="slidenum">
              <a:rPr lang="en-GB" altLang="en-US" smtClean="0"/>
              <a:pPr eaLnBrk="1" hangingPunct="1">
                <a:spcBef>
                  <a:spcPct val="0"/>
                </a:spcBef>
              </a:pPr>
              <a:t>15</a:t>
            </a:fld>
            <a:endParaRPr lang="en-GB" altLang="en-US" smtClean="0"/>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938" name="Slide Image Placeholder 1"/>
          <p:cNvSpPr>
            <a:spLocks noGrp="1" noRot="1" noChangeAspect="1" noTextEdit="1"/>
          </p:cNvSpPr>
          <p:nvPr>
            <p:ph type="sldImg"/>
          </p:nvPr>
        </p:nvSpPr>
        <p:spPr>
          <a:ln/>
        </p:spPr>
      </p:sp>
      <p:sp>
        <p:nvSpPr>
          <p:cNvPr id="39939" name="Notes Placeholder 2"/>
          <p:cNvSpPr>
            <a:spLocks noGrp="1"/>
          </p:cNvSpPr>
          <p:nvPr>
            <p:ph type="body" idx="1"/>
          </p:nvPr>
        </p:nvSpPr>
        <p:spPr>
          <a:noFill/>
        </p:spPr>
        <p:txBody>
          <a:bodyPr/>
          <a:lstStyle/>
          <a:p>
            <a:pPr eaLnBrk="1" hangingPunct="1"/>
            <a:endParaRPr lang="en-US" altLang="en-US" smtClean="0"/>
          </a:p>
        </p:txBody>
      </p:sp>
      <p:sp>
        <p:nvSpPr>
          <p:cNvPr id="39940" name="Slide Number Placeholder 3"/>
          <p:cNvSpPr>
            <a:spLocks noGrp="1"/>
          </p:cNvSpPr>
          <p:nvPr>
            <p:ph type="sldNum" sz="quarter" idx="5"/>
          </p:nvPr>
        </p:nvSpPr>
        <p:spPr>
          <a:noFill/>
        </p:spPr>
        <p:txBody>
          <a:bodyPr/>
          <a:lstStyle>
            <a:lvl1pPr eaLnBrk="0" hangingPunct="0">
              <a:spcBef>
                <a:spcPct val="30000"/>
              </a:spcBef>
              <a:defRPr sz="1200">
                <a:solidFill>
                  <a:schemeClr val="tx1"/>
                </a:solidFill>
                <a:latin typeface="Times New Roman" pitchFamily="18" charset="0"/>
              </a:defRPr>
            </a:lvl1pPr>
            <a:lvl2pPr marL="742950" indent="-285750" eaLnBrk="0" hangingPunct="0">
              <a:spcBef>
                <a:spcPct val="30000"/>
              </a:spcBef>
              <a:defRPr sz="1200">
                <a:solidFill>
                  <a:schemeClr val="tx1"/>
                </a:solidFill>
                <a:latin typeface="Times New Roman" pitchFamily="18" charset="0"/>
              </a:defRPr>
            </a:lvl2pPr>
            <a:lvl3pPr marL="1143000" indent="-228600" eaLnBrk="0" hangingPunct="0">
              <a:spcBef>
                <a:spcPct val="30000"/>
              </a:spcBef>
              <a:defRPr sz="1200">
                <a:solidFill>
                  <a:schemeClr val="tx1"/>
                </a:solidFill>
                <a:latin typeface="Times New Roman" pitchFamily="18" charset="0"/>
              </a:defRPr>
            </a:lvl3pPr>
            <a:lvl4pPr marL="1600200" indent="-228600" eaLnBrk="0" hangingPunct="0">
              <a:spcBef>
                <a:spcPct val="30000"/>
              </a:spcBef>
              <a:defRPr sz="1200">
                <a:solidFill>
                  <a:schemeClr val="tx1"/>
                </a:solidFill>
                <a:latin typeface="Times New Roman" pitchFamily="18" charset="0"/>
              </a:defRPr>
            </a:lvl4pPr>
            <a:lvl5pPr marL="2057400" indent="-228600" eaLnBrk="0" hangingPunct="0">
              <a:spcBef>
                <a:spcPct val="30000"/>
              </a:spcBef>
              <a:defRPr sz="1200">
                <a:solidFill>
                  <a:schemeClr val="tx1"/>
                </a:solidFill>
                <a:latin typeface="Times New Roman" pitchFamily="18" charset="0"/>
              </a:defRPr>
            </a:lvl5pPr>
            <a:lvl6pPr marL="2514600" indent="-228600" eaLnBrk="0" fontAlgn="base" hangingPunct="0">
              <a:spcBef>
                <a:spcPct val="30000"/>
              </a:spcBef>
              <a:spcAft>
                <a:spcPct val="0"/>
              </a:spcAft>
              <a:defRPr sz="1200">
                <a:solidFill>
                  <a:schemeClr val="tx1"/>
                </a:solidFill>
                <a:latin typeface="Times New Roman" pitchFamily="18" charset="0"/>
              </a:defRPr>
            </a:lvl6pPr>
            <a:lvl7pPr marL="2971800" indent="-228600" eaLnBrk="0" fontAlgn="base" hangingPunct="0">
              <a:spcBef>
                <a:spcPct val="30000"/>
              </a:spcBef>
              <a:spcAft>
                <a:spcPct val="0"/>
              </a:spcAft>
              <a:defRPr sz="1200">
                <a:solidFill>
                  <a:schemeClr val="tx1"/>
                </a:solidFill>
                <a:latin typeface="Times New Roman" pitchFamily="18" charset="0"/>
              </a:defRPr>
            </a:lvl7pPr>
            <a:lvl8pPr marL="3429000" indent="-228600" eaLnBrk="0" fontAlgn="base" hangingPunct="0">
              <a:spcBef>
                <a:spcPct val="30000"/>
              </a:spcBef>
              <a:spcAft>
                <a:spcPct val="0"/>
              </a:spcAft>
              <a:defRPr sz="1200">
                <a:solidFill>
                  <a:schemeClr val="tx1"/>
                </a:solidFill>
                <a:latin typeface="Times New Roman" pitchFamily="18" charset="0"/>
              </a:defRPr>
            </a:lvl8pPr>
            <a:lvl9pPr marL="3886200" indent="-228600" eaLnBrk="0" fontAlgn="base" hangingPunct="0">
              <a:spcBef>
                <a:spcPct val="30000"/>
              </a:spcBef>
              <a:spcAft>
                <a:spcPct val="0"/>
              </a:spcAft>
              <a:defRPr sz="1200">
                <a:solidFill>
                  <a:schemeClr val="tx1"/>
                </a:solidFill>
                <a:latin typeface="Times New Roman" pitchFamily="18" charset="0"/>
              </a:defRPr>
            </a:lvl9pPr>
          </a:lstStyle>
          <a:p>
            <a:pPr eaLnBrk="1" hangingPunct="1">
              <a:spcBef>
                <a:spcPct val="0"/>
              </a:spcBef>
            </a:pPr>
            <a:fld id="{9971BD4A-EB73-4FF8-B1FF-B422B85B5B2D}" type="slidenum">
              <a:rPr lang="en-GB" altLang="en-US" smtClean="0"/>
              <a:pPr eaLnBrk="1" hangingPunct="1">
                <a:spcBef>
                  <a:spcPct val="0"/>
                </a:spcBef>
              </a:pPr>
              <a:t>16</a:t>
            </a:fld>
            <a:endParaRPr lang="en-GB" altLang="en-US" smtClean="0"/>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62" name="Slide Image Placeholder 1"/>
          <p:cNvSpPr>
            <a:spLocks noGrp="1" noRot="1" noChangeAspect="1" noTextEdit="1"/>
          </p:cNvSpPr>
          <p:nvPr>
            <p:ph type="sldImg"/>
          </p:nvPr>
        </p:nvSpPr>
        <p:spPr>
          <a:ln/>
        </p:spPr>
      </p:sp>
      <p:sp>
        <p:nvSpPr>
          <p:cNvPr id="40963" name="Notes Placeholder 2"/>
          <p:cNvSpPr>
            <a:spLocks noGrp="1"/>
          </p:cNvSpPr>
          <p:nvPr>
            <p:ph type="body" idx="1"/>
          </p:nvPr>
        </p:nvSpPr>
        <p:spPr>
          <a:noFill/>
        </p:spPr>
        <p:txBody>
          <a:bodyPr/>
          <a:lstStyle/>
          <a:p>
            <a:pPr eaLnBrk="1" hangingPunct="1"/>
            <a:endParaRPr lang="en-US" altLang="en-US" smtClean="0"/>
          </a:p>
        </p:txBody>
      </p:sp>
      <p:sp>
        <p:nvSpPr>
          <p:cNvPr id="40964" name="Slide Number Placeholder 3"/>
          <p:cNvSpPr>
            <a:spLocks noGrp="1"/>
          </p:cNvSpPr>
          <p:nvPr>
            <p:ph type="sldNum" sz="quarter" idx="5"/>
          </p:nvPr>
        </p:nvSpPr>
        <p:spPr>
          <a:noFill/>
        </p:spPr>
        <p:txBody>
          <a:bodyPr/>
          <a:lstStyle>
            <a:lvl1pPr eaLnBrk="0" hangingPunct="0">
              <a:spcBef>
                <a:spcPct val="30000"/>
              </a:spcBef>
              <a:defRPr sz="1200">
                <a:solidFill>
                  <a:schemeClr val="tx1"/>
                </a:solidFill>
                <a:latin typeface="Times New Roman" pitchFamily="18" charset="0"/>
              </a:defRPr>
            </a:lvl1pPr>
            <a:lvl2pPr marL="742950" indent="-285750" eaLnBrk="0" hangingPunct="0">
              <a:spcBef>
                <a:spcPct val="30000"/>
              </a:spcBef>
              <a:defRPr sz="1200">
                <a:solidFill>
                  <a:schemeClr val="tx1"/>
                </a:solidFill>
                <a:latin typeface="Times New Roman" pitchFamily="18" charset="0"/>
              </a:defRPr>
            </a:lvl2pPr>
            <a:lvl3pPr marL="1143000" indent="-228600" eaLnBrk="0" hangingPunct="0">
              <a:spcBef>
                <a:spcPct val="30000"/>
              </a:spcBef>
              <a:defRPr sz="1200">
                <a:solidFill>
                  <a:schemeClr val="tx1"/>
                </a:solidFill>
                <a:latin typeface="Times New Roman" pitchFamily="18" charset="0"/>
              </a:defRPr>
            </a:lvl3pPr>
            <a:lvl4pPr marL="1600200" indent="-228600" eaLnBrk="0" hangingPunct="0">
              <a:spcBef>
                <a:spcPct val="30000"/>
              </a:spcBef>
              <a:defRPr sz="1200">
                <a:solidFill>
                  <a:schemeClr val="tx1"/>
                </a:solidFill>
                <a:latin typeface="Times New Roman" pitchFamily="18" charset="0"/>
              </a:defRPr>
            </a:lvl4pPr>
            <a:lvl5pPr marL="2057400" indent="-228600" eaLnBrk="0" hangingPunct="0">
              <a:spcBef>
                <a:spcPct val="30000"/>
              </a:spcBef>
              <a:defRPr sz="1200">
                <a:solidFill>
                  <a:schemeClr val="tx1"/>
                </a:solidFill>
                <a:latin typeface="Times New Roman" pitchFamily="18" charset="0"/>
              </a:defRPr>
            </a:lvl5pPr>
            <a:lvl6pPr marL="2514600" indent="-228600" eaLnBrk="0" fontAlgn="base" hangingPunct="0">
              <a:spcBef>
                <a:spcPct val="30000"/>
              </a:spcBef>
              <a:spcAft>
                <a:spcPct val="0"/>
              </a:spcAft>
              <a:defRPr sz="1200">
                <a:solidFill>
                  <a:schemeClr val="tx1"/>
                </a:solidFill>
                <a:latin typeface="Times New Roman" pitchFamily="18" charset="0"/>
              </a:defRPr>
            </a:lvl6pPr>
            <a:lvl7pPr marL="2971800" indent="-228600" eaLnBrk="0" fontAlgn="base" hangingPunct="0">
              <a:spcBef>
                <a:spcPct val="30000"/>
              </a:spcBef>
              <a:spcAft>
                <a:spcPct val="0"/>
              </a:spcAft>
              <a:defRPr sz="1200">
                <a:solidFill>
                  <a:schemeClr val="tx1"/>
                </a:solidFill>
                <a:latin typeface="Times New Roman" pitchFamily="18" charset="0"/>
              </a:defRPr>
            </a:lvl7pPr>
            <a:lvl8pPr marL="3429000" indent="-228600" eaLnBrk="0" fontAlgn="base" hangingPunct="0">
              <a:spcBef>
                <a:spcPct val="30000"/>
              </a:spcBef>
              <a:spcAft>
                <a:spcPct val="0"/>
              </a:spcAft>
              <a:defRPr sz="1200">
                <a:solidFill>
                  <a:schemeClr val="tx1"/>
                </a:solidFill>
                <a:latin typeface="Times New Roman" pitchFamily="18" charset="0"/>
              </a:defRPr>
            </a:lvl8pPr>
            <a:lvl9pPr marL="3886200" indent="-228600" eaLnBrk="0" fontAlgn="base" hangingPunct="0">
              <a:spcBef>
                <a:spcPct val="30000"/>
              </a:spcBef>
              <a:spcAft>
                <a:spcPct val="0"/>
              </a:spcAft>
              <a:defRPr sz="1200">
                <a:solidFill>
                  <a:schemeClr val="tx1"/>
                </a:solidFill>
                <a:latin typeface="Times New Roman" pitchFamily="18" charset="0"/>
              </a:defRPr>
            </a:lvl9pPr>
          </a:lstStyle>
          <a:p>
            <a:pPr eaLnBrk="1" hangingPunct="1">
              <a:spcBef>
                <a:spcPct val="0"/>
              </a:spcBef>
            </a:pPr>
            <a:fld id="{598F9B20-7AC5-4014-97BC-8612D19874D9}" type="slidenum">
              <a:rPr lang="en-GB" altLang="en-US" smtClean="0"/>
              <a:pPr eaLnBrk="1" hangingPunct="1">
                <a:spcBef>
                  <a:spcPct val="0"/>
                </a:spcBef>
              </a:pPr>
              <a:t>17</a:t>
            </a:fld>
            <a:endParaRPr lang="en-GB" altLang="en-US" smtClean="0"/>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986" name="Slide Image Placeholder 1"/>
          <p:cNvSpPr>
            <a:spLocks noGrp="1" noRot="1" noChangeAspect="1" noTextEdit="1"/>
          </p:cNvSpPr>
          <p:nvPr>
            <p:ph type="sldImg"/>
          </p:nvPr>
        </p:nvSpPr>
        <p:spPr>
          <a:ln/>
        </p:spPr>
      </p:sp>
      <p:sp>
        <p:nvSpPr>
          <p:cNvPr id="41987" name="Notes Placeholder 2"/>
          <p:cNvSpPr>
            <a:spLocks noGrp="1"/>
          </p:cNvSpPr>
          <p:nvPr>
            <p:ph type="body" idx="1"/>
          </p:nvPr>
        </p:nvSpPr>
        <p:spPr>
          <a:noFill/>
        </p:spPr>
        <p:txBody>
          <a:bodyPr/>
          <a:lstStyle/>
          <a:p>
            <a:pPr eaLnBrk="1" hangingPunct="1"/>
            <a:endParaRPr lang="en-US" altLang="en-US" smtClean="0"/>
          </a:p>
        </p:txBody>
      </p:sp>
      <p:sp>
        <p:nvSpPr>
          <p:cNvPr id="41988" name="Slide Number Placeholder 3"/>
          <p:cNvSpPr>
            <a:spLocks noGrp="1"/>
          </p:cNvSpPr>
          <p:nvPr>
            <p:ph type="sldNum" sz="quarter" idx="5"/>
          </p:nvPr>
        </p:nvSpPr>
        <p:spPr>
          <a:noFill/>
        </p:spPr>
        <p:txBody>
          <a:bodyPr/>
          <a:lstStyle>
            <a:lvl1pPr eaLnBrk="0" hangingPunct="0">
              <a:spcBef>
                <a:spcPct val="30000"/>
              </a:spcBef>
              <a:defRPr sz="1200">
                <a:solidFill>
                  <a:schemeClr val="tx1"/>
                </a:solidFill>
                <a:latin typeface="Times New Roman" pitchFamily="18" charset="0"/>
              </a:defRPr>
            </a:lvl1pPr>
            <a:lvl2pPr marL="742950" indent="-285750" eaLnBrk="0" hangingPunct="0">
              <a:spcBef>
                <a:spcPct val="30000"/>
              </a:spcBef>
              <a:defRPr sz="1200">
                <a:solidFill>
                  <a:schemeClr val="tx1"/>
                </a:solidFill>
                <a:latin typeface="Times New Roman" pitchFamily="18" charset="0"/>
              </a:defRPr>
            </a:lvl2pPr>
            <a:lvl3pPr marL="1143000" indent="-228600" eaLnBrk="0" hangingPunct="0">
              <a:spcBef>
                <a:spcPct val="30000"/>
              </a:spcBef>
              <a:defRPr sz="1200">
                <a:solidFill>
                  <a:schemeClr val="tx1"/>
                </a:solidFill>
                <a:latin typeface="Times New Roman" pitchFamily="18" charset="0"/>
              </a:defRPr>
            </a:lvl3pPr>
            <a:lvl4pPr marL="1600200" indent="-228600" eaLnBrk="0" hangingPunct="0">
              <a:spcBef>
                <a:spcPct val="30000"/>
              </a:spcBef>
              <a:defRPr sz="1200">
                <a:solidFill>
                  <a:schemeClr val="tx1"/>
                </a:solidFill>
                <a:latin typeface="Times New Roman" pitchFamily="18" charset="0"/>
              </a:defRPr>
            </a:lvl4pPr>
            <a:lvl5pPr marL="2057400" indent="-228600" eaLnBrk="0" hangingPunct="0">
              <a:spcBef>
                <a:spcPct val="30000"/>
              </a:spcBef>
              <a:defRPr sz="1200">
                <a:solidFill>
                  <a:schemeClr val="tx1"/>
                </a:solidFill>
                <a:latin typeface="Times New Roman" pitchFamily="18" charset="0"/>
              </a:defRPr>
            </a:lvl5pPr>
            <a:lvl6pPr marL="2514600" indent="-228600" eaLnBrk="0" fontAlgn="base" hangingPunct="0">
              <a:spcBef>
                <a:spcPct val="30000"/>
              </a:spcBef>
              <a:spcAft>
                <a:spcPct val="0"/>
              </a:spcAft>
              <a:defRPr sz="1200">
                <a:solidFill>
                  <a:schemeClr val="tx1"/>
                </a:solidFill>
                <a:latin typeface="Times New Roman" pitchFamily="18" charset="0"/>
              </a:defRPr>
            </a:lvl6pPr>
            <a:lvl7pPr marL="2971800" indent="-228600" eaLnBrk="0" fontAlgn="base" hangingPunct="0">
              <a:spcBef>
                <a:spcPct val="30000"/>
              </a:spcBef>
              <a:spcAft>
                <a:spcPct val="0"/>
              </a:spcAft>
              <a:defRPr sz="1200">
                <a:solidFill>
                  <a:schemeClr val="tx1"/>
                </a:solidFill>
                <a:latin typeface="Times New Roman" pitchFamily="18" charset="0"/>
              </a:defRPr>
            </a:lvl7pPr>
            <a:lvl8pPr marL="3429000" indent="-228600" eaLnBrk="0" fontAlgn="base" hangingPunct="0">
              <a:spcBef>
                <a:spcPct val="30000"/>
              </a:spcBef>
              <a:spcAft>
                <a:spcPct val="0"/>
              </a:spcAft>
              <a:defRPr sz="1200">
                <a:solidFill>
                  <a:schemeClr val="tx1"/>
                </a:solidFill>
                <a:latin typeface="Times New Roman" pitchFamily="18" charset="0"/>
              </a:defRPr>
            </a:lvl8pPr>
            <a:lvl9pPr marL="3886200" indent="-228600" eaLnBrk="0" fontAlgn="base" hangingPunct="0">
              <a:spcBef>
                <a:spcPct val="30000"/>
              </a:spcBef>
              <a:spcAft>
                <a:spcPct val="0"/>
              </a:spcAft>
              <a:defRPr sz="1200">
                <a:solidFill>
                  <a:schemeClr val="tx1"/>
                </a:solidFill>
                <a:latin typeface="Times New Roman" pitchFamily="18" charset="0"/>
              </a:defRPr>
            </a:lvl9pPr>
          </a:lstStyle>
          <a:p>
            <a:pPr eaLnBrk="1" hangingPunct="1">
              <a:spcBef>
                <a:spcPct val="0"/>
              </a:spcBef>
            </a:pPr>
            <a:fld id="{6DDC164F-6D1B-4967-9DCE-6899F85E6EA5}" type="slidenum">
              <a:rPr lang="en-GB" altLang="en-US" smtClean="0"/>
              <a:pPr eaLnBrk="1" hangingPunct="1">
                <a:spcBef>
                  <a:spcPct val="0"/>
                </a:spcBef>
              </a:pPr>
              <a:t>18</a:t>
            </a:fld>
            <a:endParaRPr lang="en-GB" altLang="en-US" smtClean="0"/>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3010" name="Slide Image Placeholder 1"/>
          <p:cNvSpPr>
            <a:spLocks noGrp="1" noRot="1" noChangeAspect="1" noTextEdit="1"/>
          </p:cNvSpPr>
          <p:nvPr>
            <p:ph type="sldImg"/>
          </p:nvPr>
        </p:nvSpPr>
        <p:spPr>
          <a:ln/>
        </p:spPr>
      </p:sp>
      <p:sp>
        <p:nvSpPr>
          <p:cNvPr id="43011" name="Notes Placeholder 2"/>
          <p:cNvSpPr>
            <a:spLocks noGrp="1"/>
          </p:cNvSpPr>
          <p:nvPr>
            <p:ph type="body" idx="1"/>
          </p:nvPr>
        </p:nvSpPr>
        <p:spPr>
          <a:noFill/>
        </p:spPr>
        <p:txBody>
          <a:bodyPr/>
          <a:lstStyle/>
          <a:p>
            <a:pPr eaLnBrk="1" hangingPunct="1"/>
            <a:endParaRPr lang="en-US" altLang="en-US" smtClean="0"/>
          </a:p>
        </p:txBody>
      </p:sp>
      <p:sp>
        <p:nvSpPr>
          <p:cNvPr id="43012" name="Slide Number Placeholder 3"/>
          <p:cNvSpPr>
            <a:spLocks noGrp="1"/>
          </p:cNvSpPr>
          <p:nvPr>
            <p:ph type="sldNum" sz="quarter" idx="5"/>
          </p:nvPr>
        </p:nvSpPr>
        <p:spPr>
          <a:noFill/>
        </p:spPr>
        <p:txBody>
          <a:bodyPr/>
          <a:lstStyle>
            <a:lvl1pPr eaLnBrk="0" hangingPunct="0">
              <a:spcBef>
                <a:spcPct val="30000"/>
              </a:spcBef>
              <a:defRPr sz="1200">
                <a:solidFill>
                  <a:schemeClr val="tx1"/>
                </a:solidFill>
                <a:latin typeface="Times New Roman" pitchFamily="18" charset="0"/>
              </a:defRPr>
            </a:lvl1pPr>
            <a:lvl2pPr marL="742950" indent="-285750" eaLnBrk="0" hangingPunct="0">
              <a:spcBef>
                <a:spcPct val="30000"/>
              </a:spcBef>
              <a:defRPr sz="1200">
                <a:solidFill>
                  <a:schemeClr val="tx1"/>
                </a:solidFill>
                <a:latin typeface="Times New Roman" pitchFamily="18" charset="0"/>
              </a:defRPr>
            </a:lvl2pPr>
            <a:lvl3pPr marL="1143000" indent="-228600" eaLnBrk="0" hangingPunct="0">
              <a:spcBef>
                <a:spcPct val="30000"/>
              </a:spcBef>
              <a:defRPr sz="1200">
                <a:solidFill>
                  <a:schemeClr val="tx1"/>
                </a:solidFill>
                <a:latin typeface="Times New Roman" pitchFamily="18" charset="0"/>
              </a:defRPr>
            </a:lvl3pPr>
            <a:lvl4pPr marL="1600200" indent="-228600" eaLnBrk="0" hangingPunct="0">
              <a:spcBef>
                <a:spcPct val="30000"/>
              </a:spcBef>
              <a:defRPr sz="1200">
                <a:solidFill>
                  <a:schemeClr val="tx1"/>
                </a:solidFill>
                <a:latin typeface="Times New Roman" pitchFamily="18" charset="0"/>
              </a:defRPr>
            </a:lvl4pPr>
            <a:lvl5pPr marL="2057400" indent="-228600" eaLnBrk="0" hangingPunct="0">
              <a:spcBef>
                <a:spcPct val="30000"/>
              </a:spcBef>
              <a:defRPr sz="1200">
                <a:solidFill>
                  <a:schemeClr val="tx1"/>
                </a:solidFill>
                <a:latin typeface="Times New Roman" pitchFamily="18" charset="0"/>
              </a:defRPr>
            </a:lvl5pPr>
            <a:lvl6pPr marL="2514600" indent="-228600" eaLnBrk="0" fontAlgn="base" hangingPunct="0">
              <a:spcBef>
                <a:spcPct val="30000"/>
              </a:spcBef>
              <a:spcAft>
                <a:spcPct val="0"/>
              </a:spcAft>
              <a:defRPr sz="1200">
                <a:solidFill>
                  <a:schemeClr val="tx1"/>
                </a:solidFill>
                <a:latin typeface="Times New Roman" pitchFamily="18" charset="0"/>
              </a:defRPr>
            </a:lvl6pPr>
            <a:lvl7pPr marL="2971800" indent="-228600" eaLnBrk="0" fontAlgn="base" hangingPunct="0">
              <a:spcBef>
                <a:spcPct val="30000"/>
              </a:spcBef>
              <a:spcAft>
                <a:spcPct val="0"/>
              </a:spcAft>
              <a:defRPr sz="1200">
                <a:solidFill>
                  <a:schemeClr val="tx1"/>
                </a:solidFill>
                <a:latin typeface="Times New Roman" pitchFamily="18" charset="0"/>
              </a:defRPr>
            </a:lvl7pPr>
            <a:lvl8pPr marL="3429000" indent="-228600" eaLnBrk="0" fontAlgn="base" hangingPunct="0">
              <a:spcBef>
                <a:spcPct val="30000"/>
              </a:spcBef>
              <a:spcAft>
                <a:spcPct val="0"/>
              </a:spcAft>
              <a:defRPr sz="1200">
                <a:solidFill>
                  <a:schemeClr val="tx1"/>
                </a:solidFill>
                <a:latin typeface="Times New Roman" pitchFamily="18" charset="0"/>
              </a:defRPr>
            </a:lvl8pPr>
            <a:lvl9pPr marL="3886200" indent="-228600" eaLnBrk="0" fontAlgn="base" hangingPunct="0">
              <a:spcBef>
                <a:spcPct val="30000"/>
              </a:spcBef>
              <a:spcAft>
                <a:spcPct val="0"/>
              </a:spcAft>
              <a:defRPr sz="1200">
                <a:solidFill>
                  <a:schemeClr val="tx1"/>
                </a:solidFill>
                <a:latin typeface="Times New Roman" pitchFamily="18" charset="0"/>
              </a:defRPr>
            </a:lvl9pPr>
          </a:lstStyle>
          <a:p>
            <a:pPr eaLnBrk="1" hangingPunct="1">
              <a:spcBef>
                <a:spcPct val="0"/>
              </a:spcBef>
            </a:pPr>
            <a:fld id="{2206C5BA-2DB2-4DF7-871B-036E37BDD880}" type="slidenum">
              <a:rPr lang="en-GB" altLang="en-US" smtClean="0"/>
              <a:pPr eaLnBrk="1" hangingPunct="1">
                <a:spcBef>
                  <a:spcPct val="0"/>
                </a:spcBef>
              </a:pPr>
              <a:t>19</a:t>
            </a:fld>
            <a:endParaRPr lang="en-GB" altLang="en-US" smtClean="0"/>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4034" name="Slide Image Placeholder 1"/>
          <p:cNvSpPr>
            <a:spLocks noGrp="1" noRot="1" noChangeAspect="1" noTextEdit="1"/>
          </p:cNvSpPr>
          <p:nvPr>
            <p:ph type="sldImg"/>
          </p:nvPr>
        </p:nvSpPr>
        <p:spPr>
          <a:ln/>
        </p:spPr>
      </p:sp>
      <p:sp>
        <p:nvSpPr>
          <p:cNvPr id="44035" name="Notes Placeholder 2"/>
          <p:cNvSpPr>
            <a:spLocks noGrp="1"/>
          </p:cNvSpPr>
          <p:nvPr>
            <p:ph type="body" idx="1"/>
          </p:nvPr>
        </p:nvSpPr>
        <p:spPr>
          <a:noFill/>
        </p:spPr>
        <p:txBody>
          <a:bodyPr/>
          <a:lstStyle/>
          <a:p>
            <a:pPr eaLnBrk="1" hangingPunct="1"/>
            <a:endParaRPr lang="en-US" altLang="en-US" smtClean="0"/>
          </a:p>
        </p:txBody>
      </p:sp>
      <p:sp>
        <p:nvSpPr>
          <p:cNvPr id="44036" name="Slide Number Placeholder 3"/>
          <p:cNvSpPr>
            <a:spLocks noGrp="1"/>
          </p:cNvSpPr>
          <p:nvPr>
            <p:ph type="sldNum" sz="quarter" idx="5"/>
          </p:nvPr>
        </p:nvSpPr>
        <p:spPr>
          <a:noFill/>
        </p:spPr>
        <p:txBody>
          <a:bodyPr/>
          <a:lstStyle>
            <a:lvl1pPr eaLnBrk="0" hangingPunct="0">
              <a:spcBef>
                <a:spcPct val="30000"/>
              </a:spcBef>
              <a:defRPr sz="1200">
                <a:solidFill>
                  <a:schemeClr val="tx1"/>
                </a:solidFill>
                <a:latin typeface="Times New Roman" pitchFamily="18" charset="0"/>
              </a:defRPr>
            </a:lvl1pPr>
            <a:lvl2pPr marL="742950" indent="-285750" eaLnBrk="0" hangingPunct="0">
              <a:spcBef>
                <a:spcPct val="30000"/>
              </a:spcBef>
              <a:defRPr sz="1200">
                <a:solidFill>
                  <a:schemeClr val="tx1"/>
                </a:solidFill>
                <a:latin typeface="Times New Roman" pitchFamily="18" charset="0"/>
              </a:defRPr>
            </a:lvl2pPr>
            <a:lvl3pPr marL="1143000" indent="-228600" eaLnBrk="0" hangingPunct="0">
              <a:spcBef>
                <a:spcPct val="30000"/>
              </a:spcBef>
              <a:defRPr sz="1200">
                <a:solidFill>
                  <a:schemeClr val="tx1"/>
                </a:solidFill>
                <a:latin typeface="Times New Roman" pitchFamily="18" charset="0"/>
              </a:defRPr>
            </a:lvl3pPr>
            <a:lvl4pPr marL="1600200" indent="-228600" eaLnBrk="0" hangingPunct="0">
              <a:spcBef>
                <a:spcPct val="30000"/>
              </a:spcBef>
              <a:defRPr sz="1200">
                <a:solidFill>
                  <a:schemeClr val="tx1"/>
                </a:solidFill>
                <a:latin typeface="Times New Roman" pitchFamily="18" charset="0"/>
              </a:defRPr>
            </a:lvl4pPr>
            <a:lvl5pPr marL="2057400" indent="-228600" eaLnBrk="0" hangingPunct="0">
              <a:spcBef>
                <a:spcPct val="30000"/>
              </a:spcBef>
              <a:defRPr sz="1200">
                <a:solidFill>
                  <a:schemeClr val="tx1"/>
                </a:solidFill>
                <a:latin typeface="Times New Roman" pitchFamily="18" charset="0"/>
              </a:defRPr>
            </a:lvl5pPr>
            <a:lvl6pPr marL="2514600" indent="-228600" eaLnBrk="0" fontAlgn="base" hangingPunct="0">
              <a:spcBef>
                <a:spcPct val="30000"/>
              </a:spcBef>
              <a:spcAft>
                <a:spcPct val="0"/>
              </a:spcAft>
              <a:defRPr sz="1200">
                <a:solidFill>
                  <a:schemeClr val="tx1"/>
                </a:solidFill>
                <a:latin typeface="Times New Roman" pitchFamily="18" charset="0"/>
              </a:defRPr>
            </a:lvl6pPr>
            <a:lvl7pPr marL="2971800" indent="-228600" eaLnBrk="0" fontAlgn="base" hangingPunct="0">
              <a:spcBef>
                <a:spcPct val="30000"/>
              </a:spcBef>
              <a:spcAft>
                <a:spcPct val="0"/>
              </a:spcAft>
              <a:defRPr sz="1200">
                <a:solidFill>
                  <a:schemeClr val="tx1"/>
                </a:solidFill>
                <a:latin typeface="Times New Roman" pitchFamily="18" charset="0"/>
              </a:defRPr>
            </a:lvl7pPr>
            <a:lvl8pPr marL="3429000" indent="-228600" eaLnBrk="0" fontAlgn="base" hangingPunct="0">
              <a:spcBef>
                <a:spcPct val="30000"/>
              </a:spcBef>
              <a:spcAft>
                <a:spcPct val="0"/>
              </a:spcAft>
              <a:defRPr sz="1200">
                <a:solidFill>
                  <a:schemeClr val="tx1"/>
                </a:solidFill>
                <a:latin typeface="Times New Roman" pitchFamily="18" charset="0"/>
              </a:defRPr>
            </a:lvl8pPr>
            <a:lvl9pPr marL="3886200" indent="-228600" eaLnBrk="0" fontAlgn="base" hangingPunct="0">
              <a:spcBef>
                <a:spcPct val="30000"/>
              </a:spcBef>
              <a:spcAft>
                <a:spcPct val="0"/>
              </a:spcAft>
              <a:defRPr sz="1200">
                <a:solidFill>
                  <a:schemeClr val="tx1"/>
                </a:solidFill>
                <a:latin typeface="Times New Roman" pitchFamily="18" charset="0"/>
              </a:defRPr>
            </a:lvl9pPr>
          </a:lstStyle>
          <a:p>
            <a:pPr eaLnBrk="1" hangingPunct="1">
              <a:spcBef>
                <a:spcPct val="0"/>
              </a:spcBef>
            </a:pPr>
            <a:fld id="{DCED89B3-E876-41C1-830D-48F44DE148DD}" type="slidenum">
              <a:rPr lang="en-GB" altLang="en-US" smtClean="0"/>
              <a:pPr eaLnBrk="1" hangingPunct="1">
                <a:spcBef>
                  <a:spcPct val="0"/>
                </a:spcBef>
              </a:pPr>
              <a:t>20</a:t>
            </a:fld>
            <a:endParaRPr lang="en-GB" altLang="en-US" smtClean="0"/>
          </a:p>
        </p:txBody>
      </p:sp>
    </p:spTree>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0.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1.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2.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3.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4.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5.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6.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7.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1_Title Slide">
    <p:spTree>
      <p:nvGrpSpPr>
        <p:cNvPr id="1" name=""/>
        <p:cNvGrpSpPr/>
        <p:nvPr/>
      </p:nvGrpSpPr>
      <p:grpSpPr>
        <a:xfrm>
          <a:off x="0" y="0"/>
          <a:ext cx="0" cy="0"/>
          <a:chOff x="0" y="0"/>
          <a:chExt cx="0" cy="0"/>
        </a:xfrm>
      </p:grpSpPr>
      <p:sp>
        <p:nvSpPr>
          <p:cNvPr id="4" name="Rectangle 7"/>
          <p:cNvSpPr>
            <a:spLocks noChangeArrowheads="1"/>
          </p:cNvSpPr>
          <p:nvPr userDrawn="1"/>
        </p:nvSpPr>
        <p:spPr bwMode="auto">
          <a:xfrm>
            <a:off x="250825" y="6237288"/>
            <a:ext cx="7777163" cy="144462"/>
          </a:xfrm>
          <a:prstGeom prst="rect">
            <a:avLst/>
          </a:prstGeom>
          <a:solidFill>
            <a:srgbClr val="73267A"/>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eaLnBrk="0" hangingPunct="0">
              <a:defRPr sz="2400">
                <a:solidFill>
                  <a:schemeClr val="tx1"/>
                </a:solidFill>
                <a:latin typeface="Times New Roman" pitchFamily="18" charset="0"/>
                <a:ea typeface="MS PGothic" pitchFamily="34" charset="-128"/>
              </a:defRPr>
            </a:lvl1pPr>
            <a:lvl2pPr marL="742950" indent="-285750" eaLnBrk="0" hangingPunct="0">
              <a:defRPr sz="2400">
                <a:solidFill>
                  <a:schemeClr val="tx1"/>
                </a:solidFill>
                <a:latin typeface="Times New Roman" pitchFamily="18" charset="0"/>
                <a:ea typeface="MS PGothic" pitchFamily="34" charset="-128"/>
              </a:defRPr>
            </a:lvl2pPr>
            <a:lvl3pPr marL="1143000" indent="-228600" eaLnBrk="0" hangingPunct="0">
              <a:defRPr sz="2400">
                <a:solidFill>
                  <a:schemeClr val="tx1"/>
                </a:solidFill>
                <a:latin typeface="Times New Roman" pitchFamily="18" charset="0"/>
                <a:ea typeface="MS PGothic" pitchFamily="34" charset="-128"/>
              </a:defRPr>
            </a:lvl3pPr>
            <a:lvl4pPr marL="1600200" indent="-228600" eaLnBrk="0" hangingPunct="0">
              <a:defRPr sz="2400">
                <a:solidFill>
                  <a:schemeClr val="tx1"/>
                </a:solidFill>
                <a:latin typeface="Times New Roman" pitchFamily="18" charset="0"/>
                <a:ea typeface="MS PGothic" pitchFamily="34" charset="-128"/>
              </a:defRPr>
            </a:lvl4pPr>
            <a:lvl5pPr marL="2057400" indent="-228600" eaLnBrk="0" hangingPunct="0">
              <a:defRPr sz="2400">
                <a:solidFill>
                  <a:schemeClr val="tx1"/>
                </a:solidFill>
                <a:latin typeface="Times New Roman" pitchFamily="18" charset="0"/>
                <a:ea typeface="MS PGothic" pitchFamily="34" charset="-128"/>
              </a:defRPr>
            </a:lvl5pPr>
            <a:lvl6pPr marL="2514600" indent="-228600" algn="ctr" eaLnBrk="0" fontAlgn="base" hangingPunct="0">
              <a:spcBef>
                <a:spcPct val="0"/>
              </a:spcBef>
              <a:spcAft>
                <a:spcPct val="0"/>
              </a:spcAft>
              <a:defRPr sz="2400">
                <a:solidFill>
                  <a:schemeClr val="tx1"/>
                </a:solidFill>
                <a:latin typeface="Times New Roman" pitchFamily="18" charset="0"/>
                <a:ea typeface="MS PGothic" pitchFamily="34" charset="-128"/>
              </a:defRPr>
            </a:lvl6pPr>
            <a:lvl7pPr marL="2971800" indent="-228600" algn="ctr" eaLnBrk="0" fontAlgn="base" hangingPunct="0">
              <a:spcBef>
                <a:spcPct val="0"/>
              </a:spcBef>
              <a:spcAft>
                <a:spcPct val="0"/>
              </a:spcAft>
              <a:defRPr sz="2400">
                <a:solidFill>
                  <a:schemeClr val="tx1"/>
                </a:solidFill>
                <a:latin typeface="Times New Roman" pitchFamily="18" charset="0"/>
                <a:ea typeface="MS PGothic" pitchFamily="34" charset="-128"/>
              </a:defRPr>
            </a:lvl7pPr>
            <a:lvl8pPr marL="3429000" indent="-228600" algn="ctr" eaLnBrk="0" fontAlgn="base" hangingPunct="0">
              <a:spcBef>
                <a:spcPct val="0"/>
              </a:spcBef>
              <a:spcAft>
                <a:spcPct val="0"/>
              </a:spcAft>
              <a:defRPr sz="2400">
                <a:solidFill>
                  <a:schemeClr val="tx1"/>
                </a:solidFill>
                <a:latin typeface="Times New Roman" pitchFamily="18" charset="0"/>
                <a:ea typeface="MS PGothic" pitchFamily="34" charset="-128"/>
              </a:defRPr>
            </a:lvl8pPr>
            <a:lvl9pPr marL="3886200" indent="-228600" algn="ctr" eaLnBrk="0" fontAlgn="base" hangingPunct="0">
              <a:spcBef>
                <a:spcPct val="0"/>
              </a:spcBef>
              <a:spcAft>
                <a:spcPct val="0"/>
              </a:spcAft>
              <a:defRPr sz="2400">
                <a:solidFill>
                  <a:schemeClr val="tx1"/>
                </a:solidFill>
                <a:latin typeface="Times New Roman" pitchFamily="18" charset="0"/>
                <a:ea typeface="MS PGothic" pitchFamily="34" charset="-128"/>
              </a:defRPr>
            </a:lvl9pPr>
          </a:lstStyle>
          <a:p>
            <a:pPr eaLnBrk="1" hangingPunct="1">
              <a:defRPr/>
            </a:pPr>
            <a:endParaRPr lang="en-US" altLang="en-US" smtClean="0"/>
          </a:p>
        </p:txBody>
      </p:sp>
      <p:pic>
        <p:nvPicPr>
          <p:cNvPr id="5" name="Picture 3" descr="RBWM logo"/>
          <p:cNvPicPr>
            <a:picLocks noChangeAspect="1" noChangeArrowheads="1"/>
          </p:cNvPicPr>
          <p:nvPr userDrawn="1"/>
        </p:nvPicPr>
        <p:blipFill>
          <a:blip r:embed="rId2">
            <a:extLst>
              <a:ext uri="{28A0092B-C50C-407E-A947-70E740481C1C}">
                <a14:useLocalDpi xmlns:a14="http://schemas.microsoft.com/office/drawing/2010/main" val="0"/>
              </a:ext>
            </a:extLst>
          </a:blip>
          <a:srcRect/>
          <a:stretch>
            <a:fillRect/>
          </a:stretch>
        </p:blipFill>
        <p:spPr bwMode="auto">
          <a:xfrm>
            <a:off x="8105775" y="5229225"/>
            <a:ext cx="749300" cy="11493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76804" name="Rectangle 2"/>
          <p:cNvSpPr>
            <a:spLocks noGrp="1" noChangeArrowheads="1"/>
          </p:cNvSpPr>
          <p:nvPr>
            <p:ph type="ctrTitle"/>
          </p:nvPr>
        </p:nvSpPr>
        <p:spPr>
          <a:xfrm>
            <a:off x="685800" y="2130425"/>
            <a:ext cx="7772400" cy="1470025"/>
          </a:xfrm>
        </p:spPr>
        <p:txBody>
          <a:bodyPr/>
          <a:lstStyle>
            <a:lvl1pPr>
              <a:defRPr smtClean="0"/>
            </a:lvl1pPr>
          </a:lstStyle>
          <a:p>
            <a:pPr lvl="0"/>
            <a:r>
              <a:rPr lang="en-GB" noProof="0" smtClean="0"/>
              <a:t>Click to edit Master title style</a:t>
            </a:r>
          </a:p>
        </p:txBody>
      </p:sp>
      <p:sp>
        <p:nvSpPr>
          <p:cNvPr id="76805" name="Rectangle 3"/>
          <p:cNvSpPr>
            <a:spLocks noGrp="1" noChangeArrowheads="1"/>
          </p:cNvSpPr>
          <p:nvPr>
            <p:ph type="subTitle" idx="1"/>
          </p:nvPr>
        </p:nvSpPr>
        <p:spPr>
          <a:xfrm>
            <a:off x="1371600" y="3886200"/>
            <a:ext cx="6400800" cy="1752600"/>
          </a:xfrm>
        </p:spPr>
        <p:txBody>
          <a:bodyPr/>
          <a:lstStyle>
            <a:lvl1pPr marL="0" indent="0" algn="ctr">
              <a:buFontTx/>
              <a:buNone/>
              <a:defRPr smtClean="0"/>
            </a:lvl1pPr>
          </a:lstStyle>
          <a:p>
            <a:pPr lvl="0"/>
            <a:r>
              <a:rPr lang="en-GB" noProof="0" smtClean="0"/>
              <a:t>Click to edit Master subtitle style</a:t>
            </a:r>
          </a:p>
        </p:txBody>
      </p:sp>
    </p:spTree>
    <p:extLst>
      <p:ext uri="{BB962C8B-B14F-4D97-AF65-F5344CB8AC3E}">
        <p14:creationId xmlns:p14="http://schemas.microsoft.com/office/powerpoint/2010/main" val="2002736697"/>
      </p:ext>
    </p:extLst>
  </p:cSld>
  <p:clrMapOvr>
    <a:masterClrMapping/>
  </p:clrMapOvr>
  <p:transition spd="slow"/>
</p:sldLayout>
</file>

<file path=ppt/slideLayouts/slideLayout2.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GB"/>
          </a:p>
        </p:txBody>
      </p:sp>
      <p:sp>
        <p:nvSpPr>
          <p:cNvPr id="3" name="Subtitle 2"/>
          <p:cNvSpPr>
            <a:spLocks noGrp="1"/>
          </p:cNvSpPr>
          <p:nvPr>
            <p:ph type="subTitle" idx="1"/>
          </p:nvPr>
        </p:nvSpPr>
        <p:spPr>
          <a:xfrm>
            <a:off x="1371600" y="3886200"/>
            <a:ext cx="6400800" cy="1752600"/>
          </a:xfrm>
        </p:spPr>
        <p:txBody>
          <a:bodyPr/>
          <a:lstStyle>
            <a:lvl1pPr marL="0" indent="0" algn="ctr">
              <a:buNone/>
              <a:defRPr/>
            </a:lvl1pPr>
            <a:lvl2pPr marL="457200" indent="0" algn="ctr">
              <a:buNone/>
              <a:defRPr/>
            </a:lvl2pPr>
            <a:lvl3pPr marL="914400" indent="0" algn="ctr">
              <a:buNone/>
              <a:defRPr/>
            </a:lvl3pPr>
            <a:lvl4pPr marL="1371600" indent="0" algn="ctr">
              <a:buNone/>
              <a:defRPr/>
            </a:lvl4pPr>
            <a:lvl5pPr marL="1828800" indent="0" algn="ctr">
              <a:buNone/>
              <a:defRPr/>
            </a:lvl5pPr>
            <a:lvl6pPr marL="2286000" indent="0" algn="ctr">
              <a:buNone/>
              <a:defRPr/>
            </a:lvl6pPr>
            <a:lvl7pPr marL="2743200" indent="0" algn="ctr">
              <a:buNone/>
              <a:defRPr/>
            </a:lvl7pPr>
            <a:lvl8pPr marL="3200400" indent="0" algn="ctr">
              <a:buNone/>
              <a:defRPr/>
            </a:lvl8pPr>
            <a:lvl9pPr marL="3657600" indent="0" algn="ctr">
              <a:buNone/>
              <a:defRPr/>
            </a:lvl9pPr>
          </a:lstStyle>
          <a:p>
            <a:r>
              <a:rPr lang="en-US" smtClean="0"/>
              <a:t>Click to edit Master subtitle style</a:t>
            </a:r>
            <a:endParaRPr lang="en-GB"/>
          </a:p>
        </p:txBody>
      </p:sp>
    </p:spTree>
    <p:extLst>
      <p:ext uri="{BB962C8B-B14F-4D97-AF65-F5344CB8AC3E}">
        <p14:creationId xmlns:p14="http://schemas.microsoft.com/office/powerpoint/2010/main" val="4173320885"/>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obj" preserve="1">
  <p:cSld name="Title and Content">
    <p:spTree>
      <p:nvGrpSpPr>
        <p:cNvPr id="1" name=""/>
        <p:cNvGrpSpPr/>
        <p:nvPr/>
      </p:nvGrpSpPr>
      <p:grpSpPr>
        <a:xfrm>
          <a:off x="0" y="0"/>
          <a:ext cx="0" cy="0"/>
          <a:chOff x="0" y="0"/>
          <a:chExt cx="0" cy="0"/>
        </a:xfrm>
      </p:grpSpPr>
      <p:sp>
        <p:nvSpPr>
          <p:cNvPr id="4" name="Rectangle 7"/>
          <p:cNvSpPr>
            <a:spLocks noChangeArrowheads="1"/>
          </p:cNvSpPr>
          <p:nvPr userDrawn="1"/>
        </p:nvSpPr>
        <p:spPr bwMode="auto">
          <a:xfrm>
            <a:off x="250825" y="6237288"/>
            <a:ext cx="7777163" cy="144462"/>
          </a:xfrm>
          <a:prstGeom prst="rect">
            <a:avLst/>
          </a:prstGeom>
          <a:solidFill>
            <a:srgbClr val="73267A"/>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eaLnBrk="0" hangingPunct="0">
              <a:defRPr sz="2400">
                <a:solidFill>
                  <a:schemeClr val="tx1"/>
                </a:solidFill>
                <a:latin typeface="Times New Roman" pitchFamily="18" charset="0"/>
                <a:ea typeface="MS PGothic" pitchFamily="34" charset="-128"/>
              </a:defRPr>
            </a:lvl1pPr>
            <a:lvl2pPr marL="742950" indent="-285750" eaLnBrk="0" hangingPunct="0">
              <a:defRPr sz="2400">
                <a:solidFill>
                  <a:schemeClr val="tx1"/>
                </a:solidFill>
                <a:latin typeface="Times New Roman" pitchFamily="18" charset="0"/>
                <a:ea typeface="MS PGothic" pitchFamily="34" charset="-128"/>
              </a:defRPr>
            </a:lvl2pPr>
            <a:lvl3pPr marL="1143000" indent="-228600" eaLnBrk="0" hangingPunct="0">
              <a:defRPr sz="2400">
                <a:solidFill>
                  <a:schemeClr val="tx1"/>
                </a:solidFill>
                <a:latin typeface="Times New Roman" pitchFamily="18" charset="0"/>
                <a:ea typeface="MS PGothic" pitchFamily="34" charset="-128"/>
              </a:defRPr>
            </a:lvl3pPr>
            <a:lvl4pPr marL="1600200" indent="-228600" eaLnBrk="0" hangingPunct="0">
              <a:defRPr sz="2400">
                <a:solidFill>
                  <a:schemeClr val="tx1"/>
                </a:solidFill>
                <a:latin typeface="Times New Roman" pitchFamily="18" charset="0"/>
                <a:ea typeface="MS PGothic" pitchFamily="34" charset="-128"/>
              </a:defRPr>
            </a:lvl4pPr>
            <a:lvl5pPr marL="2057400" indent="-228600" eaLnBrk="0" hangingPunct="0">
              <a:defRPr sz="2400">
                <a:solidFill>
                  <a:schemeClr val="tx1"/>
                </a:solidFill>
                <a:latin typeface="Times New Roman" pitchFamily="18" charset="0"/>
                <a:ea typeface="MS PGothic" pitchFamily="34" charset="-128"/>
              </a:defRPr>
            </a:lvl5pPr>
            <a:lvl6pPr marL="2514600" indent="-228600" algn="ctr" eaLnBrk="0" fontAlgn="base" hangingPunct="0">
              <a:spcBef>
                <a:spcPct val="0"/>
              </a:spcBef>
              <a:spcAft>
                <a:spcPct val="0"/>
              </a:spcAft>
              <a:defRPr sz="2400">
                <a:solidFill>
                  <a:schemeClr val="tx1"/>
                </a:solidFill>
                <a:latin typeface="Times New Roman" pitchFamily="18" charset="0"/>
                <a:ea typeface="MS PGothic" pitchFamily="34" charset="-128"/>
              </a:defRPr>
            </a:lvl6pPr>
            <a:lvl7pPr marL="2971800" indent="-228600" algn="ctr" eaLnBrk="0" fontAlgn="base" hangingPunct="0">
              <a:spcBef>
                <a:spcPct val="0"/>
              </a:spcBef>
              <a:spcAft>
                <a:spcPct val="0"/>
              </a:spcAft>
              <a:defRPr sz="2400">
                <a:solidFill>
                  <a:schemeClr val="tx1"/>
                </a:solidFill>
                <a:latin typeface="Times New Roman" pitchFamily="18" charset="0"/>
                <a:ea typeface="MS PGothic" pitchFamily="34" charset="-128"/>
              </a:defRPr>
            </a:lvl7pPr>
            <a:lvl8pPr marL="3429000" indent="-228600" algn="ctr" eaLnBrk="0" fontAlgn="base" hangingPunct="0">
              <a:spcBef>
                <a:spcPct val="0"/>
              </a:spcBef>
              <a:spcAft>
                <a:spcPct val="0"/>
              </a:spcAft>
              <a:defRPr sz="2400">
                <a:solidFill>
                  <a:schemeClr val="tx1"/>
                </a:solidFill>
                <a:latin typeface="Times New Roman" pitchFamily="18" charset="0"/>
                <a:ea typeface="MS PGothic" pitchFamily="34" charset="-128"/>
              </a:defRPr>
            </a:lvl8pPr>
            <a:lvl9pPr marL="3886200" indent="-228600" algn="ctr" eaLnBrk="0" fontAlgn="base" hangingPunct="0">
              <a:spcBef>
                <a:spcPct val="0"/>
              </a:spcBef>
              <a:spcAft>
                <a:spcPct val="0"/>
              </a:spcAft>
              <a:defRPr sz="2400">
                <a:solidFill>
                  <a:schemeClr val="tx1"/>
                </a:solidFill>
                <a:latin typeface="Times New Roman" pitchFamily="18" charset="0"/>
                <a:ea typeface="MS PGothic" pitchFamily="34" charset="-128"/>
              </a:defRPr>
            </a:lvl9pPr>
          </a:lstStyle>
          <a:p>
            <a:pPr eaLnBrk="1" hangingPunct="1">
              <a:defRPr/>
            </a:pPr>
            <a:endParaRPr lang="en-US" altLang="en-US" smtClean="0"/>
          </a:p>
        </p:txBody>
      </p:sp>
      <p:pic>
        <p:nvPicPr>
          <p:cNvPr id="5" name="Picture 3" descr="RBWM logo"/>
          <p:cNvPicPr>
            <a:picLocks noChangeAspect="1" noChangeArrowheads="1"/>
          </p:cNvPicPr>
          <p:nvPr userDrawn="1"/>
        </p:nvPicPr>
        <p:blipFill>
          <a:blip r:embed="rId2">
            <a:extLst>
              <a:ext uri="{28A0092B-C50C-407E-A947-70E740481C1C}">
                <a14:useLocalDpi xmlns:a14="http://schemas.microsoft.com/office/drawing/2010/main" val="0"/>
              </a:ext>
            </a:extLst>
          </a:blip>
          <a:srcRect/>
          <a:stretch>
            <a:fillRect/>
          </a:stretch>
        </p:blipFill>
        <p:spPr bwMode="auto">
          <a:xfrm>
            <a:off x="8105775" y="5229225"/>
            <a:ext cx="749300" cy="11493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 name="Title 1"/>
          <p:cNvSpPr>
            <a:spLocks noGrp="1"/>
          </p:cNvSpPr>
          <p:nvPr>
            <p:ph type="title"/>
          </p:nvPr>
        </p:nvSpPr>
        <p:spPr/>
        <p:txBody>
          <a:bodyPr/>
          <a:lstStyle/>
          <a:p>
            <a:r>
              <a:rPr lang="en-US" smtClean="0"/>
              <a:t>Click to edit Master title style</a:t>
            </a:r>
            <a:endParaRPr lang="en-GB"/>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GB"/>
          </a:p>
        </p:txBody>
      </p:sp>
    </p:spTree>
    <p:extLst>
      <p:ext uri="{BB962C8B-B14F-4D97-AF65-F5344CB8AC3E}">
        <p14:creationId xmlns:p14="http://schemas.microsoft.com/office/powerpoint/2010/main" val="807886273"/>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GB"/>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en-US" smtClean="0"/>
              <a:t>Click to edit Master text styles</a:t>
            </a:r>
          </a:p>
        </p:txBody>
      </p:sp>
    </p:spTree>
    <p:extLst>
      <p:ext uri="{BB962C8B-B14F-4D97-AF65-F5344CB8AC3E}">
        <p14:creationId xmlns:p14="http://schemas.microsoft.com/office/powerpoint/2010/main" val="2465215876"/>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1143000"/>
          </a:xfrm>
        </p:spPr>
        <p:txBody>
          <a:bodyPr/>
          <a:lstStyle>
            <a:lvl1pPr>
              <a:defRPr/>
            </a:lvl1pPr>
          </a:lstStyle>
          <a:p>
            <a:r>
              <a:rPr lang="en-US" smtClean="0"/>
              <a:t>Click to edit Master title style</a:t>
            </a:r>
            <a:endParaRPr lang="en-GB"/>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GB"/>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GB"/>
          </a:p>
        </p:txBody>
      </p:sp>
    </p:spTree>
    <p:extLst>
      <p:ext uri="{BB962C8B-B14F-4D97-AF65-F5344CB8AC3E}">
        <p14:creationId xmlns:p14="http://schemas.microsoft.com/office/powerpoint/2010/main" val="3698826022"/>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GB"/>
          </a:p>
        </p:txBody>
      </p:sp>
      <p:sp>
        <p:nvSpPr>
          <p:cNvPr id="3" name="Rectangle 4"/>
          <p:cNvSpPr>
            <a:spLocks noGrp="1" noChangeArrowheads="1"/>
          </p:cNvSpPr>
          <p:nvPr>
            <p:ph type="dt" sz="half" idx="10"/>
          </p:nvPr>
        </p:nvSpPr>
        <p:spPr>
          <a:xfrm>
            <a:off x="685800" y="6248400"/>
            <a:ext cx="1905000" cy="457200"/>
          </a:xfrm>
          <a:prstGeom prst="rect">
            <a:avLst/>
          </a:prstGeom>
        </p:spPr>
        <p:txBody>
          <a:bodyPr vert="horz" wrap="square" lIns="91440" tIns="45720" rIns="91440" bIns="45720" numCol="1" anchor="t" anchorCtr="0" compatLnSpc="1">
            <a:prstTxWarp prst="textNoShape">
              <a:avLst/>
            </a:prstTxWarp>
          </a:bodyPr>
          <a:lstStyle>
            <a:lvl1pPr>
              <a:defRPr/>
            </a:lvl1pPr>
          </a:lstStyle>
          <a:p>
            <a:pPr>
              <a:defRPr/>
            </a:pPr>
            <a:fld id="{66F4003C-6738-41FC-BD70-AFBCE629531F}" type="datetime1">
              <a:rPr lang="en-GB"/>
              <a:pPr>
                <a:defRPr/>
              </a:pPr>
              <a:t>07/01/2018</a:t>
            </a:fld>
            <a:endParaRPr lang="en-GB"/>
          </a:p>
        </p:txBody>
      </p:sp>
      <p:sp>
        <p:nvSpPr>
          <p:cNvPr id="4" name="Rectangle 5"/>
          <p:cNvSpPr>
            <a:spLocks noGrp="1" noChangeArrowheads="1"/>
          </p:cNvSpPr>
          <p:nvPr>
            <p:ph type="ftr" sz="quarter" idx="11"/>
          </p:nvPr>
        </p:nvSpPr>
        <p:spPr>
          <a:xfrm>
            <a:off x="3124200" y="6248400"/>
            <a:ext cx="2895600" cy="457200"/>
          </a:xfrm>
          <a:prstGeom prst="rect">
            <a:avLst/>
          </a:prstGeom>
        </p:spPr>
        <p:txBody>
          <a:bodyPr/>
          <a:lstStyle>
            <a:lvl1pPr>
              <a:defRPr>
                <a:latin typeface="Times New Roman" pitchFamily="18" charset="0"/>
                <a:ea typeface="+mn-ea"/>
              </a:defRPr>
            </a:lvl1pPr>
          </a:lstStyle>
          <a:p>
            <a:pPr>
              <a:defRPr/>
            </a:pPr>
            <a:endParaRPr lang="en-GB"/>
          </a:p>
        </p:txBody>
      </p:sp>
      <p:sp>
        <p:nvSpPr>
          <p:cNvPr id="5" name="Rectangle 6"/>
          <p:cNvSpPr>
            <a:spLocks noGrp="1" noChangeArrowheads="1"/>
          </p:cNvSpPr>
          <p:nvPr>
            <p:ph type="sldNum" sz="quarter" idx="12"/>
          </p:nvPr>
        </p:nvSpPr>
        <p:spPr>
          <a:xfrm>
            <a:off x="6659563" y="6237288"/>
            <a:ext cx="1905000" cy="457200"/>
          </a:xfrm>
          <a:prstGeom prst="rect">
            <a:avLst/>
          </a:prstGeom>
        </p:spPr>
        <p:txBody>
          <a:bodyPr vert="horz" wrap="square" lIns="91440" tIns="45720" rIns="91440" bIns="45720" numCol="1" anchor="t" anchorCtr="0" compatLnSpc="1">
            <a:prstTxWarp prst="textNoShape">
              <a:avLst/>
            </a:prstTxWarp>
          </a:bodyPr>
          <a:lstStyle>
            <a:lvl1pPr>
              <a:defRPr/>
            </a:lvl1pPr>
          </a:lstStyle>
          <a:p>
            <a:pPr>
              <a:defRPr/>
            </a:pPr>
            <a:fld id="{D8854724-4FFB-415E-BBC6-2B7B0C02FD8B}" type="slidenum">
              <a:rPr lang="en-GB"/>
              <a:pPr>
                <a:defRPr/>
              </a:pPr>
              <a:t>‹#›</a:t>
            </a:fld>
            <a:endParaRPr lang="en-GB"/>
          </a:p>
        </p:txBody>
      </p:sp>
    </p:spTree>
    <p:extLst>
      <p:ext uri="{BB962C8B-B14F-4D97-AF65-F5344CB8AC3E}">
        <p14:creationId xmlns:p14="http://schemas.microsoft.com/office/powerpoint/2010/main" val="2100756884"/>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type="blank" preserve="1">
  <p:cSld name="Blank">
    <p:spTree>
      <p:nvGrpSpPr>
        <p:cNvPr id="1" name=""/>
        <p:cNvGrpSpPr/>
        <p:nvPr/>
      </p:nvGrpSpPr>
      <p:grpSpPr>
        <a:xfrm>
          <a:off x="0" y="0"/>
          <a:ext cx="0" cy="0"/>
          <a:chOff x="0" y="0"/>
          <a:chExt cx="0" cy="0"/>
        </a:xfrm>
      </p:grpSpPr>
      <p:sp>
        <p:nvSpPr>
          <p:cNvPr id="2" name="Rectangle 7"/>
          <p:cNvSpPr>
            <a:spLocks noChangeArrowheads="1"/>
          </p:cNvSpPr>
          <p:nvPr userDrawn="1"/>
        </p:nvSpPr>
        <p:spPr bwMode="auto">
          <a:xfrm>
            <a:off x="250825" y="6237288"/>
            <a:ext cx="7777163" cy="144462"/>
          </a:xfrm>
          <a:prstGeom prst="rect">
            <a:avLst/>
          </a:prstGeom>
          <a:solidFill>
            <a:srgbClr val="73267A"/>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eaLnBrk="0" hangingPunct="0">
              <a:defRPr sz="2400">
                <a:solidFill>
                  <a:schemeClr val="tx1"/>
                </a:solidFill>
                <a:latin typeface="Times New Roman" pitchFamily="18" charset="0"/>
                <a:ea typeface="MS PGothic" pitchFamily="34" charset="-128"/>
              </a:defRPr>
            </a:lvl1pPr>
            <a:lvl2pPr marL="742950" indent="-285750" eaLnBrk="0" hangingPunct="0">
              <a:defRPr sz="2400">
                <a:solidFill>
                  <a:schemeClr val="tx1"/>
                </a:solidFill>
                <a:latin typeface="Times New Roman" pitchFamily="18" charset="0"/>
                <a:ea typeface="MS PGothic" pitchFamily="34" charset="-128"/>
              </a:defRPr>
            </a:lvl2pPr>
            <a:lvl3pPr marL="1143000" indent="-228600" eaLnBrk="0" hangingPunct="0">
              <a:defRPr sz="2400">
                <a:solidFill>
                  <a:schemeClr val="tx1"/>
                </a:solidFill>
                <a:latin typeface="Times New Roman" pitchFamily="18" charset="0"/>
                <a:ea typeface="MS PGothic" pitchFamily="34" charset="-128"/>
              </a:defRPr>
            </a:lvl3pPr>
            <a:lvl4pPr marL="1600200" indent="-228600" eaLnBrk="0" hangingPunct="0">
              <a:defRPr sz="2400">
                <a:solidFill>
                  <a:schemeClr val="tx1"/>
                </a:solidFill>
                <a:latin typeface="Times New Roman" pitchFamily="18" charset="0"/>
                <a:ea typeface="MS PGothic" pitchFamily="34" charset="-128"/>
              </a:defRPr>
            </a:lvl4pPr>
            <a:lvl5pPr marL="2057400" indent="-228600" eaLnBrk="0" hangingPunct="0">
              <a:defRPr sz="2400">
                <a:solidFill>
                  <a:schemeClr val="tx1"/>
                </a:solidFill>
                <a:latin typeface="Times New Roman" pitchFamily="18" charset="0"/>
                <a:ea typeface="MS PGothic" pitchFamily="34" charset="-128"/>
              </a:defRPr>
            </a:lvl5pPr>
            <a:lvl6pPr marL="2514600" indent="-228600" algn="ctr" eaLnBrk="0" fontAlgn="base" hangingPunct="0">
              <a:spcBef>
                <a:spcPct val="0"/>
              </a:spcBef>
              <a:spcAft>
                <a:spcPct val="0"/>
              </a:spcAft>
              <a:defRPr sz="2400">
                <a:solidFill>
                  <a:schemeClr val="tx1"/>
                </a:solidFill>
                <a:latin typeface="Times New Roman" pitchFamily="18" charset="0"/>
                <a:ea typeface="MS PGothic" pitchFamily="34" charset="-128"/>
              </a:defRPr>
            </a:lvl6pPr>
            <a:lvl7pPr marL="2971800" indent="-228600" algn="ctr" eaLnBrk="0" fontAlgn="base" hangingPunct="0">
              <a:spcBef>
                <a:spcPct val="0"/>
              </a:spcBef>
              <a:spcAft>
                <a:spcPct val="0"/>
              </a:spcAft>
              <a:defRPr sz="2400">
                <a:solidFill>
                  <a:schemeClr val="tx1"/>
                </a:solidFill>
                <a:latin typeface="Times New Roman" pitchFamily="18" charset="0"/>
                <a:ea typeface="MS PGothic" pitchFamily="34" charset="-128"/>
              </a:defRPr>
            </a:lvl7pPr>
            <a:lvl8pPr marL="3429000" indent="-228600" algn="ctr" eaLnBrk="0" fontAlgn="base" hangingPunct="0">
              <a:spcBef>
                <a:spcPct val="0"/>
              </a:spcBef>
              <a:spcAft>
                <a:spcPct val="0"/>
              </a:spcAft>
              <a:defRPr sz="2400">
                <a:solidFill>
                  <a:schemeClr val="tx1"/>
                </a:solidFill>
                <a:latin typeface="Times New Roman" pitchFamily="18" charset="0"/>
                <a:ea typeface="MS PGothic" pitchFamily="34" charset="-128"/>
              </a:defRPr>
            </a:lvl8pPr>
            <a:lvl9pPr marL="3886200" indent="-228600" algn="ctr" eaLnBrk="0" fontAlgn="base" hangingPunct="0">
              <a:spcBef>
                <a:spcPct val="0"/>
              </a:spcBef>
              <a:spcAft>
                <a:spcPct val="0"/>
              </a:spcAft>
              <a:defRPr sz="2400">
                <a:solidFill>
                  <a:schemeClr val="tx1"/>
                </a:solidFill>
                <a:latin typeface="Times New Roman" pitchFamily="18" charset="0"/>
                <a:ea typeface="MS PGothic" pitchFamily="34" charset="-128"/>
              </a:defRPr>
            </a:lvl9pPr>
          </a:lstStyle>
          <a:p>
            <a:pPr eaLnBrk="1" hangingPunct="1">
              <a:defRPr/>
            </a:pPr>
            <a:endParaRPr lang="en-US" altLang="en-US" smtClean="0"/>
          </a:p>
        </p:txBody>
      </p:sp>
      <p:pic>
        <p:nvPicPr>
          <p:cNvPr id="3" name="Picture 3" descr="RBWM logo"/>
          <p:cNvPicPr>
            <a:picLocks noChangeAspect="1" noChangeArrowheads="1"/>
          </p:cNvPicPr>
          <p:nvPr userDrawn="1"/>
        </p:nvPicPr>
        <p:blipFill>
          <a:blip r:embed="rId2">
            <a:extLst>
              <a:ext uri="{28A0092B-C50C-407E-A947-70E740481C1C}">
                <a14:useLocalDpi xmlns:a14="http://schemas.microsoft.com/office/drawing/2010/main" val="0"/>
              </a:ext>
            </a:extLst>
          </a:blip>
          <a:srcRect/>
          <a:stretch>
            <a:fillRect/>
          </a:stretch>
        </p:blipFill>
        <p:spPr bwMode="auto">
          <a:xfrm>
            <a:off x="8105775" y="5229225"/>
            <a:ext cx="749300" cy="11493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4" name="Rectangle 4"/>
          <p:cNvSpPr>
            <a:spLocks noGrp="1" noChangeArrowheads="1"/>
          </p:cNvSpPr>
          <p:nvPr>
            <p:ph type="dt" sz="half" idx="10"/>
          </p:nvPr>
        </p:nvSpPr>
        <p:spPr>
          <a:xfrm>
            <a:off x="685800" y="6248400"/>
            <a:ext cx="1905000" cy="457200"/>
          </a:xfrm>
          <a:prstGeom prst="rect">
            <a:avLst/>
          </a:prstGeom>
        </p:spPr>
        <p:txBody>
          <a:bodyPr vert="horz" wrap="square" lIns="91440" tIns="45720" rIns="91440" bIns="45720" numCol="1" anchor="t" anchorCtr="0" compatLnSpc="1">
            <a:prstTxWarp prst="textNoShape">
              <a:avLst/>
            </a:prstTxWarp>
          </a:bodyPr>
          <a:lstStyle>
            <a:lvl1pPr>
              <a:defRPr/>
            </a:lvl1pPr>
          </a:lstStyle>
          <a:p>
            <a:pPr>
              <a:defRPr/>
            </a:pPr>
            <a:fld id="{8F897936-E795-4A52-BB7D-A42C4541CC71}" type="datetime1">
              <a:rPr lang="en-GB"/>
              <a:pPr>
                <a:defRPr/>
              </a:pPr>
              <a:t>07/01/2018</a:t>
            </a:fld>
            <a:endParaRPr lang="en-GB"/>
          </a:p>
        </p:txBody>
      </p:sp>
      <p:sp>
        <p:nvSpPr>
          <p:cNvPr id="5" name="Rectangle 5"/>
          <p:cNvSpPr>
            <a:spLocks noGrp="1" noChangeArrowheads="1"/>
          </p:cNvSpPr>
          <p:nvPr>
            <p:ph type="ftr" sz="quarter" idx="11"/>
          </p:nvPr>
        </p:nvSpPr>
        <p:spPr>
          <a:xfrm>
            <a:off x="3124200" y="6248400"/>
            <a:ext cx="2895600" cy="457200"/>
          </a:xfrm>
          <a:prstGeom prst="rect">
            <a:avLst/>
          </a:prstGeom>
        </p:spPr>
        <p:txBody>
          <a:bodyPr/>
          <a:lstStyle>
            <a:lvl1pPr>
              <a:defRPr>
                <a:latin typeface="Times New Roman" pitchFamily="18" charset="0"/>
                <a:ea typeface="+mn-ea"/>
              </a:defRPr>
            </a:lvl1pPr>
          </a:lstStyle>
          <a:p>
            <a:pPr>
              <a:defRPr/>
            </a:pPr>
            <a:endParaRPr lang="en-GB"/>
          </a:p>
        </p:txBody>
      </p:sp>
      <p:sp>
        <p:nvSpPr>
          <p:cNvPr id="6" name="Rectangle 6"/>
          <p:cNvSpPr>
            <a:spLocks noGrp="1" noChangeArrowheads="1"/>
          </p:cNvSpPr>
          <p:nvPr>
            <p:ph type="sldNum" sz="quarter" idx="12"/>
          </p:nvPr>
        </p:nvSpPr>
        <p:spPr>
          <a:xfrm>
            <a:off x="6659563" y="6237288"/>
            <a:ext cx="1905000" cy="457200"/>
          </a:xfrm>
          <a:prstGeom prst="rect">
            <a:avLst/>
          </a:prstGeom>
        </p:spPr>
        <p:txBody>
          <a:bodyPr vert="horz" wrap="square" lIns="91440" tIns="45720" rIns="91440" bIns="45720" numCol="1" anchor="t" anchorCtr="0" compatLnSpc="1">
            <a:prstTxWarp prst="textNoShape">
              <a:avLst/>
            </a:prstTxWarp>
          </a:bodyPr>
          <a:lstStyle>
            <a:lvl1pPr>
              <a:defRPr/>
            </a:lvl1pPr>
          </a:lstStyle>
          <a:p>
            <a:pPr>
              <a:defRPr/>
            </a:pPr>
            <a:fld id="{873F35B5-BBFA-4553-9578-0B3BCDFBFFAA}" type="slidenum">
              <a:rPr lang="en-GB"/>
              <a:pPr>
                <a:defRPr/>
              </a:pPr>
              <a:t>‹#›</a:t>
            </a:fld>
            <a:endParaRPr lang="en-GB"/>
          </a:p>
        </p:txBody>
      </p:sp>
    </p:spTree>
    <p:extLst>
      <p:ext uri="{BB962C8B-B14F-4D97-AF65-F5344CB8AC3E}">
        <p14:creationId xmlns:p14="http://schemas.microsoft.com/office/powerpoint/2010/main" val="1114454942"/>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GB"/>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GB"/>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dirty="0" smtClean="0"/>
              <a:t>Click to edit Master text styles</a:t>
            </a:r>
          </a:p>
        </p:txBody>
      </p:sp>
      <p:sp>
        <p:nvSpPr>
          <p:cNvPr id="5" name="Date Placeholder 4"/>
          <p:cNvSpPr>
            <a:spLocks noGrp="1" noChangeArrowheads="1"/>
          </p:cNvSpPr>
          <p:nvPr>
            <p:ph type="dt" sz="half" idx="10"/>
          </p:nvPr>
        </p:nvSpPr>
        <p:spPr>
          <a:xfrm>
            <a:off x="685800" y="6248400"/>
            <a:ext cx="1905000" cy="457200"/>
          </a:xfrm>
          <a:prstGeom prst="rect">
            <a:avLst/>
          </a:prstGeom>
        </p:spPr>
        <p:txBody>
          <a:bodyPr vert="horz" wrap="square" lIns="91440" tIns="45720" rIns="91440" bIns="45720" numCol="1" anchor="t" anchorCtr="0" compatLnSpc="1">
            <a:prstTxWarp prst="textNoShape">
              <a:avLst/>
            </a:prstTxWarp>
          </a:bodyPr>
          <a:lstStyle>
            <a:lvl1pPr>
              <a:defRPr/>
            </a:lvl1pPr>
          </a:lstStyle>
          <a:p>
            <a:pPr>
              <a:defRPr/>
            </a:pPr>
            <a:fld id="{66E7A34B-FD5E-4F5A-B0F7-A015E01D7F83}" type="datetime1">
              <a:rPr lang="en-GB"/>
              <a:pPr>
                <a:defRPr/>
              </a:pPr>
              <a:t>07/01/2018</a:t>
            </a:fld>
            <a:endParaRPr lang="en-GB"/>
          </a:p>
        </p:txBody>
      </p:sp>
      <p:sp>
        <p:nvSpPr>
          <p:cNvPr id="6" name="Footer Placeholder 5"/>
          <p:cNvSpPr>
            <a:spLocks noGrp="1" noChangeArrowheads="1"/>
          </p:cNvSpPr>
          <p:nvPr>
            <p:ph type="ftr" sz="quarter" idx="11"/>
          </p:nvPr>
        </p:nvSpPr>
        <p:spPr>
          <a:xfrm>
            <a:off x="3124200" y="6248400"/>
            <a:ext cx="2895600" cy="457200"/>
          </a:xfrm>
          <a:prstGeom prst="rect">
            <a:avLst/>
          </a:prstGeom>
        </p:spPr>
        <p:txBody>
          <a:bodyPr/>
          <a:lstStyle>
            <a:lvl1pPr>
              <a:defRPr>
                <a:latin typeface="Times New Roman" pitchFamily="18" charset="0"/>
                <a:ea typeface="+mn-ea"/>
              </a:defRPr>
            </a:lvl1pPr>
          </a:lstStyle>
          <a:p>
            <a:pPr>
              <a:defRPr/>
            </a:pPr>
            <a:endParaRPr lang="en-GB"/>
          </a:p>
        </p:txBody>
      </p:sp>
      <p:sp>
        <p:nvSpPr>
          <p:cNvPr id="7" name="Slide Number Placeholder 6"/>
          <p:cNvSpPr>
            <a:spLocks noGrp="1" noChangeArrowheads="1"/>
          </p:cNvSpPr>
          <p:nvPr>
            <p:ph type="sldNum" sz="quarter" idx="12"/>
          </p:nvPr>
        </p:nvSpPr>
        <p:spPr>
          <a:xfrm>
            <a:off x="6659563" y="6237288"/>
            <a:ext cx="1905000" cy="457200"/>
          </a:xfrm>
          <a:prstGeom prst="rect">
            <a:avLst/>
          </a:prstGeom>
        </p:spPr>
        <p:txBody>
          <a:bodyPr vert="horz" wrap="square" lIns="91440" tIns="45720" rIns="91440" bIns="45720" numCol="1" anchor="t" anchorCtr="0" compatLnSpc="1">
            <a:prstTxWarp prst="textNoShape">
              <a:avLst/>
            </a:prstTxWarp>
          </a:bodyPr>
          <a:lstStyle>
            <a:lvl1pPr>
              <a:defRPr/>
            </a:lvl1pPr>
          </a:lstStyle>
          <a:p>
            <a:pPr>
              <a:defRPr/>
            </a:pPr>
            <a:fld id="{18BB7CEF-913A-4CD2-BCDB-CEFECA428A20}" type="slidenum">
              <a:rPr lang="en-GB"/>
              <a:pPr>
                <a:defRPr/>
              </a:pPr>
              <a:t>‹#›</a:t>
            </a:fld>
            <a:endParaRPr lang="en-GB"/>
          </a:p>
        </p:txBody>
      </p:sp>
    </p:spTree>
    <p:extLst>
      <p:ext uri="{BB962C8B-B14F-4D97-AF65-F5344CB8AC3E}">
        <p14:creationId xmlns:p14="http://schemas.microsoft.com/office/powerpoint/2010/main" val="871590085"/>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GB"/>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en-GB" noProof="0" smtClean="0"/>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dirty="0" smtClean="0"/>
              <a:t>Click to edit Master text styles</a:t>
            </a:r>
          </a:p>
        </p:txBody>
      </p:sp>
    </p:spTree>
    <p:extLst>
      <p:ext uri="{BB962C8B-B14F-4D97-AF65-F5344CB8AC3E}">
        <p14:creationId xmlns:p14="http://schemas.microsoft.com/office/powerpoint/2010/main" val="2996519600"/>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GB"/>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GB"/>
          </a:p>
        </p:txBody>
      </p:sp>
      <p:sp>
        <p:nvSpPr>
          <p:cNvPr id="4" name="Rectangle 4"/>
          <p:cNvSpPr>
            <a:spLocks noGrp="1" noChangeArrowheads="1"/>
          </p:cNvSpPr>
          <p:nvPr>
            <p:ph type="dt" sz="half" idx="10"/>
          </p:nvPr>
        </p:nvSpPr>
        <p:spPr>
          <a:xfrm>
            <a:off x="685800" y="6248400"/>
            <a:ext cx="1905000" cy="457200"/>
          </a:xfrm>
          <a:prstGeom prst="rect">
            <a:avLst/>
          </a:prstGeom>
        </p:spPr>
        <p:txBody>
          <a:bodyPr vert="horz" wrap="square" lIns="91440" tIns="45720" rIns="91440" bIns="45720" numCol="1" anchor="t" anchorCtr="0" compatLnSpc="1">
            <a:prstTxWarp prst="textNoShape">
              <a:avLst/>
            </a:prstTxWarp>
          </a:bodyPr>
          <a:lstStyle>
            <a:lvl1pPr>
              <a:defRPr/>
            </a:lvl1pPr>
          </a:lstStyle>
          <a:p>
            <a:pPr>
              <a:defRPr/>
            </a:pPr>
            <a:fld id="{02357B16-948E-4B4A-900D-38F428561B15}" type="datetime1">
              <a:rPr lang="en-GB"/>
              <a:pPr>
                <a:defRPr/>
              </a:pPr>
              <a:t>07/01/2018</a:t>
            </a:fld>
            <a:endParaRPr lang="en-GB"/>
          </a:p>
        </p:txBody>
      </p:sp>
      <p:sp>
        <p:nvSpPr>
          <p:cNvPr id="5" name="Rectangle 5"/>
          <p:cNvSpPr>
            <a:spLocks noGrp="1" noChangeArrowheads="1"/>
          </p:cNvSpPr>
          <p:nvPr>
            <p:ph type="ftr" sz="quarter" idx="11"/>
          </p:nvPr>
        </p:nvSpPr>
        <p:spPr>
          <a:xfrm>
            <a:off x="3124200" y="6248400"/>
            <a:ext cx="2895600" cy="457200"/>
          </a:xfrm>
          <a:prstGeom prst="rect">
            <a:avLst/>
          </a:prstGeom>
        </p:spPr>
        <p:txBody>
          <a:bodyPr/>
          <a:lstStyle>
            <a:lvl1pPr>
              <a:defRPr>
                <a:latin typeface="Times New Roman" pitchFamily="18" charset="0"/>
                <a:ea typeface="+mn-ea"/>
              </a:defRPr>
            </a:lvl1pPr>
          </a:lstStyle>
          <a:p>
            <a:pPr>
              <a:defRPr/>
            </a:pPr>
            <a:endParaRPr lang="en-GB"/>
          </a:p>
        </p:txBody>
      </p:sp>
      <p:sp>
        <p:nvSpPr>
          <p:cNvPr id="6" name="Rectangle 6"/>
          <p:cNvSpPr>
            <a:spLocks noGrp="1" noChangeArrowheads="1"/>
          </p:cNvSpPr>
          <p:nvPr>
            <p:ph type="sldNum" sz="quarter" idx="12"/>
          </p:nvPr>
        </p:nvSpPr>
        <p:spPr>
          <a:xfrm>
            <a:off x="6659563" y="6237288"/>
            <a:ext cx="1905000" cy="457200"/>
          </a:xfrm>
          <a:prstGeom prst="rect">
            <a:avLst/>
          </a:prstGeom>
        </p:spPr>
        <p:txBody>
          <a:bodyPr vert="horz" wrap="square" lIns="91440" tIns="45720" rIns="91440" bIns="45720" numCol="1" anchor="t" anchorCtr="0" compatLnSpc="1">
            <a:prstTxWarp prst="textNoShape">
              <a:avLst/>
            </a:prstTxWarp>
          </a:bodyPr>
          <a:lstStyle>
            <a:lvl1pPr>
              <a:defRPr/>
            </a:lvl1pPr>
          </a:lstStyle>
          <a:p>
            <a:pPr>
              <a:defRPr/>
            </a:pPr>
            <a:fld id="{6997A6F1-171F-4AF8-97F5-1636272C9144}" type="slidenum">
              <a:rPr lang="en-GB"/>
              <a:pPr>
                <a:defRPr/>
              </a:pPr>
              <a:t>‹#›</a:t>
            </a:fld>
            <a:endParaRPr lang="en-GB"/>
          </a:p>
        </p:txBody>
      </p:sp>
    </p:spTree>
    <p:extLst>
      <p:ext uri="{BB962C8B-B14F-4D97-AF65-F5344CB8AC3E}">
        <p14:creationId xmlns:p14="http://schemas.microsoft.com/office/powerpoint/2010/main" val="1169666483"/>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515100" y="609600"/>
            <a:ext cx="1943100" cy="5486400"/>
          </a:xfrm>
        </p:spPr>
        <p:txBody>
          <a:bodyPr vert="eaVert"/>
          <a:lstStyle/>
          <a:p>
            <a:r>
              <a:rPr lang="en-US" smtClean="0"/>
              <a:t>Click to edit Master title style</a:t>
            </a:r>
            <a:endParaRPr lang="en-GB"/>
          </a:p>
        </p:txBody>
      </p:sp>
      <p:sp>
        <p:nvSpPr>
          <p:cNvPr id="3" name="Vertical Text Placeholder 2"/>
          <p:cNvSpPr>
            <a:spLocks noGrp="1"/>
          </p:cNvSpPr>
          <p:nvPr>
            <p:ph type="body" orient="vert" idx="1"/>
          </p:nvPr>
        </p:nvSpPr>
        <p:spPr>
          <a:xfrm>
            <a:off x="685800" y="609600"/>
            <a:ext cx="5676900" cy="5486400"/>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GB"/>
          </a:p>
        </p:txBody>
      </p:sp>
      <p:sp>
        <p:nvSpPr>
          <p:cNvPr id="4" name="Rectangle 4"/>
          <p:cNvSpPr>
            <a:spLocks noGrp="1" noChangeArrowheads="1"/>
          </p:cNvSpPr>
          <p:nvPr>
            <p:ph type="dt" sz="half" idx="10"/>
          </p:nvPr>
        </p:nvSpPr>
        <p:spPr>
          <a:xfrm>
            <a:off x="685800" y="6248400"/>
            <a:ext cx="1905000" cy="457200"/>
          </a:xfrm>
          <a:prstGeom prst="rect">
            <a:avLst/>
          </a:prstGeom>
        </p:spPr>
        <p:txBody>
          <a:bodyPr vert="horz" wrap="square" lIns="91440" tIns="45720" rIns="91440" bIns="45720" numCol="1" anchor="t" anchorCtr="0" compatLnSpc="1">
            <a:prstTxWarp prst="textNoShape">
              <a:avLst/>
            </a:prstTxWarp>
          </a:bodyPr>
          <a:lstStyle>
            <a:lvl1pPr>
              <a:defRPr/>
            </a:lvl1pPr>
          </a:lstStyle>
          <a:p>
            <a:pPr>
              <a:defRPr/>
            </a:pPr>
            <a:fld id="{CA572428-9FAC-4324-9994-55C8D94D3425}" type="datetime1">
              <a:rPr lang="en-GB"/>
              <a:pPr>
                <a:defRPr/>
              </a:pPr>
              <a:t>07/01/2018</a:t>
            </a:fld>
            <a:endParaRPr lang="en-GB"/>
          </a:p>
        </p:txBody>
      </p:sp>
      <p:sp>
        <p:nvSpPr>
          <p:cNvPr id="5" name="Rectangle 5"/>
          <p:cNvSpPr>
            <a:spLocks noGrp="1" noChangeArrowheads="1"/>
          </p:cNvSpPr>
          <p:nvPr>
            <p:ph type="ftr" sz="quarter" idx="11"/>
          </p:nvPr>
        </p:nvSpPr>
        <p:spPr>
          <a:xfrm>
            <a:off x="3124200" y="6248400"/>
            <a:ext cx="2895600" cy="457200"/>
          </a:xfrm>
          <a:prstGeom prst="rect">
            <a:avLst/>
          </a:prstGeom>
        </p:spPr>
        <p:txBody>
          <a:bodyPr/>
          <a:lstStyle>
            <a:lvl1pPr>
              <a:defRPr>
                <a:latin typeface="Times New Roman" pitchFamily="18" charset="0"/>
                <a:ea typeface="+mn-ea"/>
              </a:defRPr>
            </a:lvl1pPr>
          </a:lstStyle>
          <a:p>
            <a:pPr>
              <a:defRPr/>
            </a:pPr>
            <a:endParaRPr lang="en-GB"/>
          </a:p>
        </p:txBody>
      </p:sp>
      <p:sp>
        <p:nvSpPr>
          <p:cNvPr id="6" name="Rectangle 6"/>
          <p:cNvSpPr>
            <a:spLocks noGrp="1" noChangeArrowheads="1"/>
          </p:cNvSpPr>
          <p:nvPr>
            <p:ph type="sldNum" sz="quarter" idx="12"/>
          </p:nvPr>
        </p:nvSpPr>
        <p:spPr>
          <a:xfrm>
            <a:off x="6659563" y="6237288"/>
            <a:ext cx="1905000" cy="457200"/>
          </a:xfrm>
          <a:prstGeom prst="rect">
            <a:avLst/>
          </a:prstGeom>
        </p:spPr>
        <p:txBody>
          <a:bodyPr vert="horz" wrap="square" lIns="91440" tIns="45720" rIns="91440" bIns="45720" numCol="1" anchor="t" anchorCtr="0" compatLnSpc="1">
            <a:prstTxWarp prst="textNoShape">
              <a:avLst/>
            </a:prstTxWarp>
          </a:bodyPr>
          <a:lstStyle>
            <a:lvl1pPr>
              <a:defRPr/>
            </a:lvl1pPr>
          </a:lstStyle>
          <a:p>
            <a:pPr>
              <a:defRPr/>
            </a:pPr>
            <a:fld id="{FEE0D5A8-55DD-4B37-923E-F5B356956D74}" type="slidenum">
              <a:rPr lang="en-GB"/>
              <a:pPr>
                <a:defRPr/>
              </a:pPr>
              <a:t>‹#›</a:t>
            </a:fld>
            <a:endParaRPr lang="en-GB"/>
          </a:p>
        </p:txBody>
      </p:sp>
    </p:spTree>
    <p:extLst>
      <p:ext uri="{BB962C8B-B14F-4D97-AF65-F5344CB8AC3E}">
        <p14:creationId xmlns:p14="http://schemas.microsoft.com/office/powerpoint/2010/main" val="3871789586"/>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objOnly" preserve="1">
  <p:cSld name="Content">
    <p:spTree>
      <p:nvGrpSpPr>
        <p:cNvPr id="1" name=""/>
        <p:cNvGrpSpPr/>
        <p:nvPr/>
      </p:nvGrpSpPr>
      <p:grpSpPr>
        <a:xfrm>
          <a:off x="0" y="0"/>
          <a:ext cx="0" cy="0"/>
          <a:chOff x="0" y="0"/>
          <a:chExt cx="0" cy="0"/>
        </a:xfrm>
      </p:grpSpPr>
      <p:sp>
        <p:nvSpPr>
          <p:cNvPr id="2" name="Content Placeholder 1"/>
          <p:cNvSpPr>
            <a:spLocks noGrp="1"/>
          </p:cNvSpPr>
          <p:nvPr>
            <p:ph/>
          </p:nvPr>
        </p:nvSpPr>
        <p:spPr>
          <a:xfrm>
            <a:off x="685800" y="609600"/>
            <a:ext cx="7772400" cy="5486400"/>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GB"/>
          </a:p>
        </p:txBody>
      </p:sp>
      <p:sp>
        <p:nvSpPr>
          <p:cNvPr id="3" name="Date Placeholder 2"/>
          <p:cNvSpPr>
            <a:spLocks noGrp="1"/>
          </p:cNvSpPr>
          <p:nvPr>
            <p:ph type="dt" sz="half" idx="10"/>
          </p:nvPr>
        </p:nvSpPr>
        <p:spPr>
          <a:xfrm>
            <a:off x="685800" y="6248400"/>
            <a:ext cx="1905000" cy="457200"/>
          </a:xfrm>
          <a:prstGeom prst="rect">
            <a:avLst/>
          </a:prstGeom>
        </p:spPr>
        <p:txBody>
          <a:bodyPr vert="horz" wrap="square" lIns="91440" tIns="45720" rIns="91440" bIns="45720" numCol="1" anchor="t" anchorCtr="0" compatLnSpc="1">
            <a:prstTxWarp prst="textNoShape">
              <a:avLst/>
            </a:prstTxWarp>
          </a:bodyPr>
          <a:lstStyle>
            <a:lvl1pPr>
              <a:defRPr/>
            </a:lvl1pPr>
          </a:lstStyle>
          <a:p>
            <a:pPr>
              <a:defRPr/>
            </a:pPr>
            <a:fld id="{B2C003A3-ECE7-451A-A269-EC3993D07DC1}" type="datetime1">
              <a:rPr lang="en-GB"/>
              <a:pPr>
                <a:defRPr/>
              </a:pPr>
              <a:t>07/01/2018</a:t>
            </a:fld>
            <a:endParaRPr lang="en-GB"/>
          </a:p>
        </p:txBody>
      </p:sp>
      <p:sp>
        <p:nvSpPr>
          <p:cNvPr id="4" name="Footer Placeholder 3"/>
          <p:cNvSpPr>
            <a:spLocks noGrp="1"/>
          </p:cNvSpPr>
          <p:nvPr>
            <p:ph type="ftr" sz="quarter" idx="11"/>
          </p:nvPr>
        </p:nvSpPr>
        <p:spPr>
          <a:xfrm>
            <a:off x="3124200" y="6248400"/>
            <a:ext cx="2895600" cy="457200"/>
          </a:xfrm>
          <a:prstGeom prst="rect">
            <a:avLst/>
          </a:prstGeom>
        </p:spPr>
        <p:txBody>
          <a:bodyPr/>
          <a:lstStyle>
            <a:lvl1pPr>
              <a:defRPr>
                <a:latin typeface="Times New Roman" pitchFamily="18" charset="0"/>
                <a:ea typeface="+mn-ea"/>
              </a:defRPr>
            </a:lvl1pPr>
          </a:lstStyle>
          <a:p>
            <a:pPr>
              <a:defRPr/>
            </a:pPr>
            <a:endParaRPr lang="en-GB"/>
          </a:p>
        </p:txBody>
      </p:sp>
      <p:sp>
        <p:nvSpPr>
          <p:cNvPr id="5" name="Slide Number Placeholder 4"/>
          <p:cNvSpPr>
            <a:spLocks noGrp="1"/>
          </p:cNvSpPr>
          <p:nvPr>
            <p:ph type="sldNum" sz="quarter" idx="12"/>
          </p:nvPr>
        </p:nvSpPr>
        <p:spPr>
          <a:xfrm>
            <a:off x="6659563" y="6237288"/>
            <a:ext cx="1905000" cy="457200"/>
          </a:xfrm>
          <a:prstGeom prst="rect">
            <a:avLst/>
          </a:prstGeom>
        </p:spPr>
        <p:txBody>
          <a:bodyPr vert="horz" wrap="square" lIns="91440" tIns="45720" rIns="91440" bIns="45720" numCol="1" anchor="t" anchorCtr="0" compatLnSpc="1">
            <a:prstTxWarp prst="textNoShape">
              <a:avLst/>
            </a:prstTxWarp>
          </a:bodyPr>
          <a:lstStyle>
            <a:lvl1pPr>
              <a:defRPr/>
            </a:lvl1pPr>
          </a:lstStyle>
          <a:p>
            <a:pPr>
              <a:defRPr/>
            </a:pPr>
            <a:fld id="{2E938A0A-4712-4445-A12D-E3A42BB07F6D}" type="slidenum">
              <a:rPr lang="en-GB"/>
              <a:pPr>
                <a:defRPr/>
              </a:pPr>
              <a:t>‹#›</a:t>
            </a:fld>
            <a:endParaRPr lang="en-GB"/>
          </a:p>
        </p:txBody>
      </p:sp>
    </p:spTree>
    <p:extLst>
      <p:ext uri="{BB962C8B-B14F-4D97-AF65-F5344CB8AC3E}">
        <p14:creationId xmlns:p14="http://schemas.microsoft.com/office/powerpoint/2010/main" val="586377433"/>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tbl">
  <p:cSld name="Title and Table">
    <p:spTree>
      <p:nvGrpSpPr>
        <p:cNvPr id="1" name=""/>
        <p:cNvGrpSpPr/>
        <p:nvPr/>
      </p:nvGrpSpPr>
      <p:grpSpPr>
        <a:xfrm>
          <a:off x="0" y="0"/>
          <a:ext cx="0" cy="0"/>
          <a:chOff x="0" y="0"/>
          <a:chExt cx="0" cy="0"/>
        </a:xfrm>
      </p:grpSpPr>
      <p:sp>
        <p:nvSpPr>
          <p:cNvPr id="2" name="Title 1"/>
          <p:cNvSpPr>
            <a:spLocks noGrp="1"/>
          </p:cNvSpPr>
          <p:nvPr>
            <p:ph type="title"/>
          </p:nvPr>
        </p:nvSpPr>
        <p:spPr>
          <a:xfrm>
            <a:off x="914400" y="277813"/>
            <a:ext cx="7772400" cy="1143000"/>
          </a:xfrm>
        </p:spPr>
        <p:txBody>
          <a:bodyPr/>
          <a:lstStyle/>
          <a:p>
            <a:r>
              <a:rPr lang="en-US" smtClean="0"/>
              <a:t>Click to edit Master title style</a:t>
            </a:r>
            <a:endParaRPr lang="en-GB"/>
          </a:p>
        </p:txBody>
      </p:sp>
      <p:sp>
        <p:nvSpPr>
          <p:cNvPr id="3" name="Table Placeholder 2"/>
          <p:cNvSpPr>
            <a:spLocks noGrp="1"/>
          </p:cNvSpPr>
          <p:nvPr>
            <p:ph type="tbl" idx="1"/>
          </p:nvPr>
        </p:nvSpPr>
        <p:spPr>
          <a:xfrm>
            <a:off x="914400" y="1600200"/>
            <a:ext cx="7772400" cy="4530725"/>
          </a:xfrm>
        </p:spPr>
        <p:txBody>
          <a:bodyPr/>
          <a:lstStyle/>
          <a:p>
            <a:pPr lvl="0"/>
            <a:endParaRPr lang="en-GB" noProof="0" smtClean="0"/>
          </a:p>
        </p:txBody>
      </p:sp>
      <p:sp>
        <p:nvSpPr>
          <p:cNvPr id="4" name="Rectangle 9"/>
          <p:cNvSpPr>
            <a:spLocks noGrp="1" noChangeArrowheads="1"/>
          </p:cNvSpPr>
          <p:nvPr>
            <p:ph type="dt" sz="half" idx="10"/>
          </p:nvPr>
        </p:nvSpPr>
        <p:spPr>
          <a:xfrm>
            <a:off x="914400" y="6251575"/>
            <a:ext cx="1981200" cy="457200"/>
          </a:xfrm>
          <a:prstGeom prst="rect">
            <a:avLst/>
          </a:prstGeom>
          <a:ln/>
        </p:spPr>
        <p:txBody>
          <a:bodyPr/>
          <a:lstStyle>
            <a:lvl1pPr>
              <a:defRPr/>
            </a:lvl1pPr>
          </a:lstStyle>
          <a:p>
            <a:pPr>
              <a:defRPr/>
            </a:pPr>
            <a:endParaRPr lang="en-GB" altLang="en-US"/>
          </a:p>
        </p:txBody>
      </p:sp>
      <p:sp>
        <p:nvSpPr>
          <p:cNvPr id="5" name="Rectangle 10"/>
          <p:cNvSpPr>
            <a:spLocks noGrp="1" noChangeArrowheads="1"/>
          </p:cNvSpPr>
          <p:nvPr>
            <p:ph type="ftr" sz="quarter" idx="11"/>
          </p:nvPr>
        </p:nvSpPr>
        <p:spPr>
          <a:xfrm>
            <a:off x="3352800" y="6248400"/>
            <a:ext cx="2971800" cy="457200"/>
          </a:xfrm>
          <a:prstGeom prst="rect">
            <a:avLst/>
          </a:prstGeom>
          <a:ln/>
        </p:spPr>
        <p:txBody>
          <a:bodyPr/>
          <a:lstStyle>
            <a:lvl1pPr>
              <a:defRPr/>
            </a:lvl1pPr>
          </a:lstStyle>
          <a:p>
            <a:pPr>
              <a:defRPr/>
            </a:pPr>
            <a:endParaRPr lang="en-GB" altLang="en-US"/>
          </a:p>
        </p:txBody>
      </p:sp>
      <p:sp>
        <p:nvSpPr>
          <p:cNvPr id="6" name="Rectangle 11"/>
          <p:cNvSpPr>
            <a:spLocks noGrp="1" noChangeArrowheads="1"/>
          </p:cNvSpPr>
          <p:nvPr>
            <p:ph type="sldNum" sz="quarter" idx="12"/>
          </p:nvPr>
        </p:nvSpPr>
        <p:spPr>
          <a:xfrm>
            <a:off x="6781800" y="6248400"/>
            <a:ext cx="1905000" cy="457200"/>
          </a:xfrm>
          <a:prstGeom prst="rect">
            <a:avLst/>
          </a:prstGeom>
          <a:ln/>
        </p:spPr>
        <p:txBody>
          <a:bodyPr/>
          <a:lstStyle>
            <a:lvl1pPr>
              <a:defRPr/>
            </a:lvl1pPr>
          </a:lstStyle>
          <a:p>
            <a:pPr>
              <a:defRPr/>
            </a:pPr>
            <a:fld id="{CC169428-EBE4-44AA-BC74-AC555FAA0D27}" type="slidenum">
              <a:rPr lang="en-GB" altLang="en-US"/>
              <a:pPr>
                <a:defRPr/>
              </a:pPr>
              <a:t>‹#›</a:t>
            </a:fld>
            <a:endParaRPr lang="en-GB" altLang="en-US"/>
          </a:p>
        </p:txBody>
      </p:sp>
    </p:spTree>
    <p:extLst>
      <p:ext uri="{BB962C8B-B14F-4D97-AF65-F5344CB8AC3E}">
        <p14:creationId xmlns:p14="http://schemas.microsoft.com/office/powerpoint/2010/main" val="2858198380"/>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twoObj">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GB"/>
          </a:p>
        </p:txBody>
      </p:sp>
      <p:sp>
        <p:nvSpPr>
          <p:cNvPr id="3" name="Content Placeholder 2"/>
          <p:cNvSpPr>
            <a:spLocks noGrp="1"/>
          </p:cNvSpPr>
          <p:nvPr>
            <p:ph sz="half" idx="1"/>
          </p:nvPr>
        </p:nvSpPr>
        <p:spPr>
          <a:xfrm>
            <a:off x="914400" y="1600200"/>
            <a:ext cx="3810000" cy="4530725"/>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GB"/>
          </a:p>
        </p:txBody>
      </p:sp>
      <p:sp>
        <p:nvSpPr>
          <p:cNvPr id="4" name="Content Placeholder 3"/>
          <p:cNvSpPr>
            <a:spLocks noGrp="1"/>
          </p:cNvSpPr>
          <p:nvPr>
            <p:ph sz="half" idx="2"/>
          </p:nvPr>
        </p:nvSpPr>
        <p:spPr>
          <a:xfrm>
            <a:off x="4876800" y="1600200"/>
            <a:ext cx="3810000" cy="4530725"/>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GB"/>
          </a:p>
        </p:txBody>
      </p:sp>
      <p:sp>
        <p:nvSpPr>
          <p:cNvPr id="5" name="Rectangle 9"/>
          <p:cNvSpPr>
            <a:spLocks noGrp="1" noChangeArrowheads="1"/>
          </p:cNvSpPr>
          <p:nvPr>
            <p:ph type="dt" sz="half" idx="10"/>
          </p:nvPr>
        </p:nvSpPr>
        <p:spPr>
          <a:xfrm>
            <a:off x="914400" y="6251575"/>
            <a:ext cx="1981200" cy="457200"/>
          </a:xfrm>
          <a:prstGeom prst="rect">
            <a:avLst/>
          </a:prstGeom>
          <a:ln/>
        </p:spPr>
        <p:txBody>
          <a:bodyPr/>
          <a:lstStyle>
            <a:lvl1pPr>
              <a:defRPr/>
            </a:lvl1pPr>
          </a:lstStyle>
          <a:p>
            <a:pPr>
              <a:defRPr/>
            </a:pPr>
            <a:endParaRPr lang="en-GB" altLang="en-US"/>
          </a:p>
        </p:txBody>
      </p:sp>
      <p:sp>
        <p:nvSpPr>
          <p:cNvPr id="6" name="Rectangle 10"/>
          <p:cNvSpPr>
            <a:spLocks noGrp="1" noChangeArrowheads="1"/>
          </p:cNvSpPr>
          <p:nvPr>
            <p:ph type="ftr" sz="quarter" idx="11"/>
          </p:nvPr>
        </p:nvSpPr>
        <p:spPr>
          <a:xfrm>
            <a:off x="3352800" y="6248400"/>
            <a:ext cx="2971800" cy="457200"/>
          </a:xfrm>
          <a:prstGeom prst="rect">
            <a:avLst/>
          </a:prstGeom>
          <a:ln/>
        </p:spPr>
        <p:txBody>
          <a:bodyPr/>
          <a:lstStyle>
            <a:lvl1pPr>
              <a:defRPr/>
            </a:lvl1pPr>
          </a:lstStyle>
          <a:p>
            <a:pPr>
              <a:defRPr/>
            </a:pPr>
            <a:endParaRPr lang="en-GB" altLang="en-US"/>
          </a:p>
        </p:txBody>
      </p:sp>
      <p:sp>
        <p:nvSpPr>
          <p:cNvPr id="7" name="Rectangle 11"/>
          <p:cNvSpPr>
            <a:spLocks noGrp="1" noChangeArrowheads="1"/>
          </p:cNvSpPr>
          <p:nvPr>
            <p:ph type="sldNum" sz="quarter" idx="12"/>
          </p:nvPr>
        </p:nvSpPr>
        <p:spPr>
          <a:xfrm>
            <a:off x="6781800" y="6248400"/>
            <a:ext cx="1905000" cy="457200"/>
          </a:xfrm>
          <a:prstGeom prst="rect">
            <a:avLst/>
          </a:prstGeom>
          <a:ln/>
        </p:spPr>
        <p:txBody>
          <a:bodyPr/>
          <a:lstStyle>
            <a:lvl1pPr>
              <a:defRPr/>
            </a:lvl1pPr>
          </a:lstStyle>
          <a:p>
            <a:pPr>
              <a:defRPr/>
            </a:pPr>
            <a:fld id="{54E004DE-5924-4139-A0E5-45C13928DB9B}" type="slidenum">
              <a:rPr lang="en-GB" altLang="en-US"/>
              <a:pPr>
                <a:defRPr/>
              </a:pPr>
              <a:t>‹#›</a:t>
            </a:fld>
            <a:endParaRPr lang="en-GB" altLang="en-US"/>
          </a:p>
        </p:txBody>
      </p:sp>
    </p:spTree>
    <p:extLst>
      <p:ext uri="{BB962C8B-B14F-4D97-AF65-F5344CB8AC3E}">
        <p14:creationId xmlns:p14="http://schemas.microsoft.com/office/powerpoint/2010/main" val="2767380793"/>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GB"/>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GB"/>
          </a:p>
        </p:txBody>
      </p:sp>
      <p:sp>
        <p:nvSpPr>
          <p:cNvPr id="4" name="Date Placeholder 3"/>
          <p:cNvSpPr>
            <a:spLocks noGrp="1"/>
          </p:cNvSpPr>
          <p:nvPr>
            <p:ph type="dt" sz="half" idx="10"/>
          </p:nvPr>
        </p:nvSpPr>
        <p:spPr/>
        <p:txBody>
          <a:bodyPr/>
          <a:lstStyle>
            <a:lvl1pPr>
              <a:defRPr/>
            </a:lvl1pPr>
          </a:lstStyle>
          <a:p>
            <a:pPr>
              <a:defRPr/>
            </a:pPr>
            <a:fld id="{539A5168-D90F-49C0-A2E7-11A2C1B3DCBC}" type="datetime1">
              <a:rPr lang="en-GB"/>
              <a:pPr>
                <a:defRPr/>
              </a:pPr>
              <a:t>07/01/2018</a:t>
            </a:fld>
            <a:endParaRPr lang="en-GB"/>
          </a:p>
        </p:txBody>
      </p:sp>
      <p:sp>
        <p:nvSpPr>
          <p:cNvPr id="5" name="Footer Placeholder 4"/>
          <p:cNvSpPr>
            <a:spLocks noGrp="1"/>
          </p:cNvSpPr>
          <p:nvPr>
            <p:ph type="ftr" sz="quarter" idx="11"/>
          </p:nvPr>
        </p:nvSpPr>
        <p:spPr/>
        <p:txBody>
          <a:bodyPr/>
          <a:lstStyle>
            <a:lvl1pPr>
              <a:defRPr/>
            </a:lvl1pPr>
          </a:lstStyle>
          <a:p>
            <a:pPr>
              <a:defRPr/>
            </a:pPr>
            <a:endParaRPr lang="en-GB"/>
          </a:p>
        </p:txBody>
      </p:sp>
      <p:sp>
        <p:nvSpPr>
          <p:cNvPr id="6" name="Slide Number Placeholder 5"/>
          <p:cNvSpPr>
            <a:spLocks noGrp="1"/>
          </p:cNvSpPr>
          <p:nvPr>
            <p:ph type="sldNum" sz="quarter" idx="12"/>
          </p:nvPr>
        </p:nvSpPr>
        <p:spPr/>
        <p:txBody>
          <a:bodyPr/>
          <a:lstStyle>
            <a:lvl1pPr>
              <a:defRPr/>
            </a:lvl1pPr>
          </a:lstStyle>
          <a:p>
            <a:pPr>
              <a:defRPr/>
            </a:pPr>
            <a:fld id="{A528CF26-C294-4E99-A965-541338BCD376}" type="slidenum">
              <a:rPr lang="en-GB"/>
              <a:pPr>
                <a:defRPr/>
              </a:pPr>
              <a:t>‹#›</a:t>
            </a:fld>
            <a:endParaRPr lang="en-GB"/>
          </a:p>
        </p:txBody>
      </p:sp>
    </p:spTree>
    <p:extLst>
      <p:ext uri="{BB962C8B-B14F-4D97-AF65-F5344CB8AC3E}">
        <p14:creationId xmlns:p14="http://schemas.microsoft.com/office/powerpoint/2010/main" val="7219252"/>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GB"/>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GB"/>
          </a:p>
        </p:txBody>
      </p:sp>
      <p:sp>
        <p:nvSpPr>
          <p:cNvPr id="4" name="Date Placeholder 3"/>
          <p:cNvSpPr>
            <a:spLocks noGrp="1"/>
          </p:cNvSpPr>
          <p:nvPr>
            <p:ph type="dt" sz="half" idx="10"/>
          </p:nvPr>
        </p:nvSpPr>
        <p:spPr/>
        <p:txBody>
          <a:bodyPr/>
          <a:lstStyle>
            <a:lvl1pPr>
              <a:defRPr/>
            </a:lvl1pPr>
          </a:lstStyle>
          <a:p>
            <a:pPr>
              <a:defRPr/>
            </a:pPr>
            <a:fld id="{DB041A03-9E4F-4A28-BA3C-3E710AC50BFB}" type="datetime1">
              <a:rPr lang="en-GB"/>
              <a:pPr>
                <a:defRPr/>
              </a:pPr>
              <a:t>07/01/2018</a:t>
            </a:fld>
            <a:endParaRPr lang="en-GB"/>
          </a:p>
        </p:txBody>
      </p:sp>
      <p:sp>
        <p:nvSpPr>
          <p:cNvPr id="5" name="Footer Placeholder 4"/>
          <p:cNvSpPr>
            <a:spLocks noGrp="1"/>
          </p:cNvSpPr>
          <p:nvPr>
            <p:ph type="ftr" sz="quarter" idx="11"/>
          </p:nvPr>
        </p:nvSpPr>
        <p:spPr/>
        <p:txBody>
          <a:bodyPr/>
          <a:lstStyle>
            <a:lvl1pPr>
              <a:defRPr/>
            </a:lvl1pPr>
          </a:lstStyle>
          <a:p>
            <a:pPr>
              <a:defRPr/>
            </a:pPr>
            <a:endParaRPr lang="en-GB"/>
          </a:p>
        </p:txBody>
      </p:sp>
      <p:sp>
        <p:nvSpPr>
          <p:cNvPr id="6" name="Slide Number Placeholder 5"/>
          <p:cNvSpPr>
            <a:spLocks noGrp="1"/>
          </p:cNvSpPr>
          <p:nvPr>
            <p:ph type="sldNum" sz="quarter" idx="12"/>
          </p:nvPr>
        </p:nvSpPr>
        <p:spPr/>
        <p:txBody>
          <a:bodyPr/>
          <a:lstStyle>
            <a:lvl1pPr>
              <a:defRPr/>
            </a:lvl1pPr>
          </a:lstStyle>
          <a:p>
            <a:pPr>
              <a:defRPr/>
            </a:pPr>
            <a:fld id="{9B6C8A12-96ED-4E9C-98E7-9A79975CB8EB}" type="slidenum">
              <a:rPr lang="en-GB"/>
              <a:pPr>
                <a:defRPr/>
              </a:pPr>
              <a:t>‹#›</a:t>
            </a:fld>
            <a:endParaRPr lang="en-GB"/>
          </a:p>
        </p:txBody>
      </p:sp>
    </p:spTree>
    <p:extLst>
      <p:ext uri="{BB962C8B-B14F-4D97-AF65-F5344CB8AC3E}">
        <p14:creationId xmlns:p14="http://schemas.microsoft.com/office/powerpoint/2010/main" val="366743911"/>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GB"/>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lvl1pPr>
              <a:defRPr/>
            </a:lvl1pPr>
          </a:lstStyle>
          <a:p>
            <a:pPr>
              <a:defRPr/>
            </a:pPr>
            <a:fld id="{09967D6E-5AC9-4AE8-B48F-7966E1C96FA1}" type="datetime1">
              <a:rPr lang="en-GB"/>
              <a:pPr>
                <a:defRPr/>
              </a:pPr>
              <a:t>07/01/2018</a:t>
            </a:fld>
            <a:endParaRPr lang="en-GB"/>
          </a:p>
        </p:txBody>
      </p:sp>
      <p:sp>
        <p:nvSpPr>
          <p:cNvPr id="5" name="Footer Placeholder 4"/>
          <p:cNvSpPr>
            <a:spLocks noGrp="1"/>
          </p:cNvSpPr>
          <p:nvPr>
            <p:ph type="ftr" sz="quarter" idx="11"/>
          </p:nvPr>
        </p:nvSpPr>
        <p:spPr/>
        <p:txBody>
          <a:bodyPr/>
          <a:lstStyle>
            <a:lvl1pPr>
              <a:defRPr/>
            </a:lvl1pPr>
          </a:lstStyle>
          <a:p>
            <a:pPr>
              <a:defRPr/>
            </a:pPr>
            <a:endParaRPr lang="en-GB"/>
          </a:p>
        </p:txBody>
      </p:sp>
      <p:sp>
        <p:nvSpPr>
          <p:cNvPr id="6" name="Slide Number Placeholder 5"/>
          <p:cNvSpPr>
            <a:spLocks noGrp="1"/>
          </p:cNvSpPr>
          <p:nvPr>
            <p:ph type="sldNum" sz="quarter" idx="12"/>
          </p:nvPr>
        </p:nvSpPr>
        <p:spPr/>
        <p:txBody>
          <a:bodyPr/>
          <a:lstStyle>
            <a:lvl1pPr>
              <a:defRPr/>
            </a:lvl1pPr>
          </a:lstStyle>
          <a:p>
            <a:pPr>
              <a:defRPr/>
            </a:pPr>
            <a:fld id="{0AC7B07B-B092-419F-8487-9BC78B49CBBE}" type="slidenum">
              <a:rPr lang="en-GB"/>
              <a:pPr>
                <a:defRPr/>
              </a:pPr>
              <a:t>‹#›</a:t>
            </a:fld>
            <a:endParaRPr lang="en-GB"/>
          </a:p>
        </p:txBody>
      </p:sp>
    </p:spTree>
    <p:extLst>
      <p:ext uri="{BB962C8B-B14F-4D97-AF65-F5344CB8AC3E}">
        <p14:creationId xmlns:p14="http://schemas.microsoft.com/office/powerpoint/2010/main" val="2670733446"/>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GB"/>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GB"/>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GB"/>
          </a:p>
        </p:txBody>
      </p:sp>
      <p:sp>
        <p:nvSpPr>
          <p:cNvPr id="5" name="Date Placeholder 3"/>
          <p:cNvSpPr>
            <a:spLocks noGrp="1"/>
          </p:cNvSpPr>
          <p:nvPr>
            <p:ph type="dt" sz="half" idx="10"/>
          </p:nvPr>
        </p:nvSpPr>
        <p:spPr/>
        <p:txBody>
          <a:bodyPr/>
          <a:lstStyle>
            <a:lvl1pPr>
              <a:defRPr/>
            </a:lvl1pPr>
          </a:lstStyle>
          <a:p>
            <a:pPr>
              <a:defRPr/>
            </a:pPr>
            <a:fld id="{95DA920B-EA4B-4F36-A89A-5B9321645AC6}" type="datetime1">
              <a:rPr lang="en-GB"/>
              <a:pPr>
                <a:defRPr/>
              </a:pPr>
              <a:t>07/01/2018</a:t>
            </a:fld>
            <a:endParaRPr lang="en-GB"/>
          </a:p>
        </p:txBody>
      </p:sp>
      <p:sp>
        <p:nvSpPr>
          <p:cNvPr id="6" name="Footer Placeholder 4"/>
          <p:cNvSpPr>
            <a:spLocks noGrp="1"/>
          </p:cNvSpPr>
          <p:nvPr>
            <p:ph type="ftr" sz="quarter" idx="11"/>
          </p:nvPr>
        </p:nvSpPr>
        <p:spPr/>
        <p:txBody>
          <a:bodyPr/>
          <a:lstStyle>
            <a:lvl1pPr>
              <a:defRPr/>
            </a:lvl1pPr>
          </a:lstStyle>
          <a:p>
            <a:pPr>
              <a:defRPr/>
            </a:pPr>
            <a:endParaRPr lang="en-GB"/>
          </a:p>
        </p:txBody>
      </p:sp>
      <p:sp>
        <p:nvSpPr>
          <p:cNvPr id="7" name="Slide Number Placeholder 5"/>
          <p:cNvSpPr>
            <a:spLocks noGrp="1"/>
          </p:cNvSpPr>
          <p:nvPr>
            <p:ph type="sldNum" sz="quarter" idx="12"/>
          </p:nvPr>
        </p:nvSpPr>
        <p:spPr/>
        <p:txBody>
          <a:bodyPr/>
          <a:lstStyle>
            <a:lvl1pPr>
              <a:defRPr/>
            </a:lvl1pPr>
          </a:lstStyle>
          <a:p>
            <a:pPr>
              <a:defRPr/>
            </a:pPr>
            <a:fld id="{9B115315-7ABB-42D4-8681-04AF0B8A40A1}" type="slidenum">
              <a:rPr lang="en-GB"/>
              <a:pPr>
                <a:defRPr/>
              </a:pPr>
              <a:t>‹#›</a:t>
            </a:fld>
            <a:endParaRPr lang="en-GB"/>
          </a:p>
        </p:txBody>
      </p:sp>
    </p:spTree>
    <p:extLst>
      <p:ext uri="{BB962C8B-B14F-4D97-AF65-F5344CB8AC3E}">
        <p14:creationId xmlns:p14="http://schemas.microsoft.com/office/powerpoint/2010/main" val="627349897"/>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GB"/>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GB"/>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GB"/>
          </a:p>
        </p:txBody>
      </p:sp>
      <p:sp>
        <p:nvSpPr>
          <p:cNvPr id="7" name="Date Placeholder 3"/>
          <p:cNvSpPr>
            <a:spLocks noGrp="1"/>
          </p:cNvSpPr>
          <p:nvPr>
            <p:ph type="dt" sz="half" idx="10"/>
          </p:nvPr>
        </p:nvSpPr>
        <p:spPr/>
        <p:txBody>
          <a:bodyPr/>
          <a:lstStyle>
            <a:lvl1pPr>
              <a:defRPr/>
            </a:lvl1pPr>
          </a:lstStyle>
          <a:p>
            <a:pPr>
              <a:defRPr/>
            </a:pPr>
            <a:fld id="{8F2A2316-72AC-4317-B2B9-0F141537F0F1}" type="datetime1">
              <a:rPr lang="en-GB"/>
              <a:pPr>
                <a:defRPr/>
              </a:pPr>
              <a:t>07/01/2018</a:t>
            </a:fld>
            <a:endParaRPr lang="en-GB"/>
          </a:p>
        </p:txBody>
      </p:sp>
      <p:sp>
        <p:nvSpPr>
          <p:cNvPr id="8" name="Footer Placeholder 4"/>
          <p:cNvSpPr>
            <a:spLocks noGrp="1"/>
          </p:cNvSpPr>
          <p:nvPr>
            <p:ph type="ftr" sz="quarter" idx="11"/>
          </p:nvPr>
        </p:nvSpPr>
        <p:spPr/>
        <p:txBody>
          <a:bodyPr/>
          <a:lstStyle>
            <a:lvl1pPr>
              <a:defRPr/>
            </a:lvl1pPr>
          </a:lstStyle>
          <a:p>
            <a:pPr>
              <a:defRPr/>
            </a:pPr>
            <a:endParaRPr lang="en-GB"/>
          </a:p>
        </p:txBody>
      </p:sp>
      <p:sp>
        <p:nvSpPr>
          <p:cNvPr id="9" name="Slide Number Placeholder 5"/>
          <p:cNvSpPr>
            <a:spLocks noGrp="1"/>
          </p:cNvSpPr>
          <p:nvPr>
            <p:ph type="sldNum" sz="quarter" idx="12"/>
          </p:nvPr>
        </p:nvSpPr>
        <p:spPr/>
        <p:txBody>
          <a:bodyPr/>
          <a:lstStyle>
            <a:lvl1pPr>
              <a:defRPr/>
            </a:lvl1pPr>
          </a:lstStyle>
          <a:p>
            <a:pPr>
              <a:defRPr/>
            </a:pPr>
            <a:fld id="{7AC61D97-E701-4210-832C-56C8BF514541}" type="slidenum">
              <a:rPr lang="en-GB"/>
              <a:pPr>
                <a:defRPr/>
              </a:pPr>
              <a:t>‹#›</a:t>
            </a:fld>
            <a:endParaRPr lang="en-GB"/>
          </a:p>
        </p:txBody>
      </p:sp>
    </p:spTree>
    <p:extLst>
      <p:ext uri="{BB962C8B-B14F-4D97-AF65-F5344CB8AC3E}">
        <p14:creationId xmlns:p14="http://schemas.microsoft.com/office/powerpoint/2010/main" val="888007309"/>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GB"/>
          </a:p>
        </p:txBody>
      </p:sp>
      <p:sp>
        <p:nvSpPr>
          <p:cNvPr id="3" name="Date Placeholder 3"/>
          <p:cNvSpPr>
            <a:spLocks noGrp="1"/>
          </p:cNvSpPr>
          <p:nvPr>
            <p:ph type="dt" sz="half" idx="10"/>
          </p:nvPr>
        </p:nvSpPr>
        <p:spPr/>
        <p:txBody>
          <a:bodyPr/>
          <a:lstStyle>
            <a:lvl1pPr>
              <a:defRPr/>
            </a:lvl1pPr>
          </a:lstStyle>
          <a:p>
            <a:pPr>
              <a:defRPr/>
            </a:pPr>
            <a:fld id="{D6C3D48B-1A0B-45F1-B9CA-9EC17A365BED}" type="datetime1">
              <a:rPr lang="en-GB"/>
              <a:pPr>
                <a:defRPr/>
              </a:pPr>
              <a:t>07/01/2018</a:t>
            </a:fld>
            <a:endParaRPr lang="en-GB"/>
          </a:p>
        </p:txBody>
      </p:sp>
      <p:sp>
        <p:nvSpPr>
          <p:cNvPr id="4" name="Footer Placeholder 4"/>
          <p:cNvSpPr>
            <a:spLocks noGrp="1"/>
          </p:cNvSpPr>
          <p:nvPr>
            <p:ph type="ftr" sz="quarter" idx="11"/>
          </p:nvPr>
        </p:nvSpPr>
        <p:spPr/>
        <p:txBody>
          <a:bodyPr/>
          <a:lstStyle>
            <a:lvl1pPr>
              <a:defRPr/>
            </a:lvl1pPr>
          </a:lstStyle>
          <a:p>
            <a:pPr>
              <a:defRPr/>
            </a:pPr>
            <a:endParaRPr lang="en-GB"/>
          </a:p>
        </p:txBody>
      </p:sp>
      <p:sp>
        <p:nvSpPr>
          <p:cNvPr id="5" name="Slide Number Placeholder 5"/>
          <p:cNvSpPr>
            <a:spLocks noGrp="1"/>
          </p:cNvSpPr>
          <p:nvPr>
            <p:ph type="sldNum" sz="quarter" idx="12"/>
          </p:nvPr>
        </p:nvSpPr>
        <p:spPr/>
        <p:txBody>
          <a:bodyPr/>
          <a:lstStyle>
            <a:lvl1pPr>
              <a:defRPr/>
            </a:lvl1pPr>
          </a:lstStyle>
          <a:p>
            <a:pPr>
              <a:defRPr/>
            </a:pPr>
            <a:fld id="{5996F801-FE17-46A8-92DF-3FFA59D64D2D}" type="slidenum">
              <a:rPr lang="en-GB"/>
              <a:pPr>
                <a:defRPr/>
              </a:pPr>
              <a:t>‹#›</a:t>
            </a:fld>
            <a:endParaRPr lang="en-GB"/>
          </a:p>
        </p:txBody>
      </p:sp>
    </p:spTree>
    <p:extLst>
      <p:ext uri="{BB962C8B-B14F-4D97-AF65-F5344CB8AC3E}">
        <p14:creationId xmlns:p14="http://schemas.microsoft.com/office/powerpoint/2010/main" val="702415276"/>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3"/>
          <p:cNvSpPr>
            <a:spLocks noGrp="1"/>
          </p:cNvSpPr>
          <p:nvPr>
            <p:ph type="dt" sz="half" idx="10"/>
          </p:nvPr>
        </p:nvSpPr>
        <p:spPr/>
        <p:txBody>
          <a:bodyPr/>
          <a:lstStyle>
            <a:lvl1pPr>
              <a:defRPr/>
            </a:lvl1pPr>
          </a:lstStyle>
          <a:p>
            <a:pPr>
              <a:defRPr/>
            </a:pPr>
            <a:fld id="{E65D781D-EE82-4E6C-B265-C1E2BE85CBEB}" type="datetime1">
              <a:rPr lang="en-GB"/>
              <a:pPr>
                <a:defRPr/>
              </a:pPr>
              <a:t>07/01/2018</a:t>
            </a:fld>
            <a:endParaRPr lang="en-GB"/>
          </a:p>
        </p:txBody>
      </p:sp>
      <p:sp>
        <p:nvSpPr>
          <p:cNvPr id="3" name="Footer Placeholder 4"/>
          <p:cNvSpPr>
            <a:spLocks noGrp="1"/>
          </p:cNvSpPr>
          <p:nvPr>
            <p:ph type="ftr" sz="quarter" idx="11"/>
          </p:nvPr>
        </p:nvSpPr>
        <p:spPr/>
        <p:txBody>
          <a:bodyPr/>
          <a:lstStyle>
            <a:lvl1pPr>
              <a:defRPr/>
            </a:lvl1pPr>
          </a:lstStyle>
          <a:p>
            <a:pPr>
              <a:defRPr/>
            </a:pPr>
            <a:endParaRPr lang="en-GB"/>
          </a:p>
        </p:txBody>
      </p:sp>
      <p:sp>
        <p:nvSpPr>
          <p:cNvPr id="4" name="Slide Number Placeholder 5"/>
          <p:cNvSpPr>
            <a:spLocks noGrp="1"/>
          </p:cNvSpPr>
          <p:nvPr>
            <p:ph type="sldNum" sz="quarter" idx="12"/>
          </p:nvPr>
        </p:nvSpPr>
        <p:spPr/>
        <p:txBody>
          <a:bodyPr/>
          <a:lstStyle>
            <a:lvl1pPr>
              <a:defRPr/>
            </a:lvl1pPr>
          </a:lstStyle>
          <a:p>
            <a:pPr>
              <a:defRPr/>
            </a:pPr>
            <a:fld id="{19500BD9-FFAA-48B2-9D64-DA569C62C80F}" type="slidenum">
              <a:rPr lang="en-GB"/>
              <a:pPr>
                <a:defRPr/>
              </a:pPr>
              <a:t>‹#›</a:t>
            </a:fld>
            <a:endParaRPr lang="en-GB"/>
          </a:p>
        </p:txBody>
      </p:sp>
    </p:spTree>
    <p:extLst>
      <p:ext uri="{BB962C8B-B14F-4D97-AF65-F5344CB8AC3E}">
        <p14:creationId xmlns:p14="http://schemas.microsoft.com/office/powerpoint/2010/main" val="154958762"/>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GB"/>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GB"/>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3"/>
          <p:cNvSpPr>
            <a:spLocks noGrp="1"/>
          </p:cNvSpPr>
          <p:nvPr>
            <p:ph type="dt" sz="half" idx="10"/>
          </p:nvPr>
        </p:nvSpPr>
        <p:spPr/>
        <p:txBody>
          <a:bodyPr/>
          <a:lstStyle>
            <a:lvl1pPr>
              <a:defRPr/>
            </a:lvl1pPr>
          </a:lstStyle>
          <a:p>
            <a:pPr>
              <a:defRPr/>
            </a:pPr>
            <a:fld id="{06174833-F6D9-4513-80F4-C51AC573DD52}" type="datetime1">
              <a:rPr lang="en-GB"/>
              <a:pPr>
                <a:defRPr/>
              </a:pPr>
              <a:t>07/01/2018</a:t>
            </a:fld>
            <a:endParaRPr lang="en-GB"/>
          </a:p>
        </p:txBody>
      </p:sp>
      <p:sp>
        <p:nvSpPr>
          <p:cNvPr id="6" name="Footer Placeholder 4"/>
          <p:cNvSpPr>
            <a:spLocks noGrp="1"/>
          </p:cNvSpPr>
          <p:nvPr>
            <p:ph type="ftr" sz="quarter" idx="11"/>
          </p:nvPr>
        </p:nvSpPr>
        <p:spPr/>
        <p:txBody>
          <a:bodyPr/>
          <a:lstStyle>
            <a:lvl1pPr>
              <a:defRPr/>
            </a:lvl1pPr>
          </a:lstStyle>
          <a:p>
            <a:pPr>
              <a:defRPr/>
            </a:pPr>
            <a:endParaRPr lang="en-GB"/>
          </a:p>
        </p:txBody>
      </p:sp>
      <p:sp>
        <p:nvSpPr>
          <p:cNvPr id="7" name="Slide Number Placeholder 5"/>
          <p:cNvSpPr>
            <a:spLocks noGrp="1"/>
          </p:cNvSpPr>
          <p:nvPr>
            <p:ph type="sldNum" sz="quarter" idx="12"/>
          </p:nvPr>
        </p:nvSpPr>
        <p:spPr/>
        <p:txBody>
          <a:bodyPr/>
          <a:lstStyle>
            <a:lvl1pPr>
              <a:defRPr/>
            </a:lvl1pPr>
          </a:lstStyle>
          <a:p>
            <a:pPr>
              <a:defRPr/>
            </a:pPr>
            <a:fld id="{D95E664D-6DC6-47FE-A53E-8D5B344DF549}" type="slidenum">
              <a:rPr lang="en-GB"/>
              <a:pPr>
                <a:defRPr/>
              </a:pPr>
              <a:t>‹#›</a:t>
            </a:fld>
            <a:endParaRPr lang="en-GB"/>
          </a:p>
        </p:txBody>
      </p:sp>
    </p:spTree>
    <p:extLst>
      <p:ext uri="{BB962C8B-B14F-4D97-AF65-F5344CB8AC3E}">
        <p14:creationId xmlns:p14="http://schemas.microsoft.com/office/powerpoint/2010/main" val="1804506339"/>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GB"/>
          </a:p>
        </p:txBody>
      </p:sp>
      <p:sp>
        <p:nvSpPr>
          <p:cNvPr id="3" name="Picture Placeholder 2"/>
          <p:cNvSpPr>
            <a:spLocks noGrp="1"/>
          </p:cNvSpPr>
          <p:nvPr>
            <p:ph type="pic" idx="1"/>
          </p:nvPr>
        </p:nvSpPr>
        <p:spPr>
          <a:xfrm>
            <a:off x="1792288" y="612775"/>
            <a:ext cx="5486400" cy="4114800"/>
          </a:xfrm>
        </p:spPr>
        <p:txBody>
          <a:bodyPr rtlCol="0">
            <a:normAutofit/>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en-GB" noProof="0" smtClean="0"/>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3"/>
          <p:cNvSpPr>
            <a:spLocks noGrp="1"/>
          </p:cNvSpPr>
          <p:nvPr>
            <p:ph type="dt" sz="half" idx="10"/>
          </p:nvPr>
        </p:nvSpPr>
        <p:spPr/>
        <p:txBody>
          <a:bodyPr/>
          <a:lstStyle>
            <a:lvl1pPr>
              <a:defRPr/>
            </a:lvl1pPr>
          </a:lstStyle>
          <a:p>
            <a:pPr>
              <a:defRPr/>
            </a:pPr>
            <a:fld id="{60832145-82AB-492B-8153-BFBD18891961}" type="datetime1">
              <a:rPr lang="en-GB"/>
              <a:pPr>
                <a:defRPr/>
              </a:pPr>
              <a:t>07/01/2018</a:t>
            </a:fld>
            <a:endParaRPr lang="en-GB"/>
          </a:p>
        </p:txBody>
      </p:sp>
      <p:sp>
        <p:nvSpPr>
          <p:cNvPr id="6" name="Footer Placeholder 4"/>
          <p:cNvSpPr>
            <a:spLocks noGrp="1"/>
          </p:cNvSpPr>
          <p:nvPr>
            <p:ph type="ftr" sz="quarter" idx="11"/>
          </p:nvPr>
        </p:nvSpPr>
        <p:spPr/>
        <p:txBody>
          <a:bodyPr/>
          <a:lstStyle>
            <a:lvl1pPr>
              <a:defRPr/>
            </a:lvl1pPr>
          </a:lstStyle>
          <a:p>
            <a:pPr>
              <a:defRPr/>
            </a:pPr>
            <a:endParaRPr lang="en-GB"/>
          </a:p>
        </p:txBody>
      </p:sp>
      <p:sp>
        <p:nvSpPr>
          <p:cNvPr id="7" name="Slide Number Placeholder 5"/>
          <p:cNvSpPr>
            <a:spLocks noGrp="1"/>
          </p:cNvSpPr>
          <p:nvPr>
            <p:ph type="sldNum" sz="quarter" idx="12"/>
          </p:nvPr>
        </p:nvSpPr>
        <p:spPr/>
        <p:txBody>
          <a:bodyPr/>
          <a:lstStyle>
            <a:lvl1pPr>
              <a:defRPr/>
            </a:lvl1pPr>
          </a:lstStyle>
          <a:p>
            <a:pPr>
              <a:defRPr/>
            </a:pPr>
            <a:fld id="{AB792398-66EC-4867-8AC3-F782C66F7016}" type="slidenum">
              <a:rPr lang="en-GB"/>
              <a:pPr>
                <a:defRPr/>
              </a:pPr>
              <a:t>‹#›</a:t>
            </a:fld>
            <a:endParaRPr lang="en-GB"/>
          </a:p>
        </p:txBody>
      </p:sp>
    </p:spTree>
    <p:extLst>
      <p:ext uri="{BB962C8B-B14F-4D97-AF65-F5344CB8AC3E}">
        <p14:creationId xmlns:p14="http://schemas.microsoft.com/office/powerpoint/2010/main" val="434723939"/>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GB"/>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GB"/>
          </a:p>
        </p:txBody>
      </p:sp>
      <p:sp>
        <p:nvSpPr>
          <p:cNvPr id="4" name="Date Placeholder 3"/>
          <p:cNvSpPr>
            <a:spLocks noGrp="1"/>
          </p:cNvSpPr>
          <p:nvPr>
            <p:ph type="dt" sz="half" idx="10"/>
          </p:nvPr>
        </p:nvSpPr>
        <p:spPr/>
        <p:txBody>
          <a:bodyPr/>
          <a:lstStyle>
            <a:lvl1pPr>
              <a:defRPr/>
            </a:lvl1pPr>
          </a:lstStyle>
          <a:p>
            <a:pPr>
              <a:defRPr/>
            </a:pPr>
            <a:fld id="{D5B2A705-5530-440E-94CF-9E69BC320A08}" type="datetime1">
              <a:rPr lang="en-GB"/>
              <a:pPr>
                <a:defRPr/>
              </a:pPr>
              <a:t>07/01/2018</a:t>
            </a:fld>
            <a:endParaRPr lang="en-GB"/>
          </a:p>
        </p:txBody>
      </p:sp>
      <p:sp>
        <p:nvSpPr>
          <p:cNvPr id="5" name="Footer Placeholder 4"/>
          <p:cNvSpPr>
            <a:spLocks noGrp="1"/>
          </p:cNvSpPr>
          <p:nvPr>
            <p:ph type="ftr" sz="quarter" idx="11"/>
          </p:nvPr>
        </p:nvSpPr>
        <p:spPr/>
        <p:txBody>
          <a:bodyPr/>
          <a:lstStyle>
            <a:lvl1pPr>
              <a:defRPr/>
            </a:lvl1pPr>
          </a:lstStyle>
          <a:p>
            <a:pPr>
              <a:defRPr/>
            </a:pPr>
            <a:endParaRPr lang="en-GB"/>
          </a:p>
        </p:txBody>
      </p:sp>
      <p:sp>
        <p:nvSpPr>
          <p:cNvPr id="6" name="Slide Number Placeholder 5"/>
          <p:cNvSpPr>
            <a:spLocks noGrp="1"/>
          </p:cNvSpPr>
          <p:nvPr>
            <p:ph type="sldNum" sz="quarter" idx="12"/>
          </p:nvPr>
        </p:nvSpPr>
        <p:spPr/>
        <p:txBody>
          <a:bodyPr/>
          <a:lstStyle>
            <a:lvl1pPr>
              <a:defRPr/>
            </a:lvl1pPr>
          </a:lstStyle>
          <a:p>
            <a:pPr>
              <a:defRPr/>
            </a:pPr>
            <a:fld id="{7B6D7D41-3D4E-4161-9304-9E4DE0E7BE1D}" type="slidenum">
              <a:rPr lang="en-GB"/>
              <a:pPr>
                <a:defRPr/>
              </a:pPr>
              <a:t>‹#›</a:t>
            </a:fld>
            <a:endParaRPr lang="en-GB"/>
          </a:p>
        </p:txBody>
      </p:sp>
    </p:spTree>
    <p:extLst>
      <p:ext uri="{BB962C8B-B14F-4D97-AF65-F5344CB8AC3E}">
        <p14:creationId xmlns:p14="http://schemas.microsoft.com/office/powerpoint/2010/main" val="1951151606"/>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GB"/>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GB"/>
          </a:p>
        </p:txBody>
      </p:sp>
      <p:sp>
        <p:nvSpPr>
          <p:cNvPr id="4" name="Date Placeholder 3"/>
          <p:cNvSpPr>
            <a:spLocks noGrp="1"/>
          </p:cNvSpPr>
          <p:nvPr>
            <p:ph type="dt" sz="half" idx="10"/>
          </p:nvPr>
        </p:nvSpPr>
        <p:spPr/>
        <p:txBody>
          <a:bodyPr/>
          <a:lstStyle>
            <a:lvl1pPr>
              <a:defRPr/>
            </a:lvl1pPr>
          </a:lstStyle>
          <a:p>
            <a:pPr>
              <a:defRPr/>
            </a:pPr>
            <a:fld id="{432BE5CA-3623-426B-B9FD-A1AD5C87A381}" type="datetime1">
              <a:rPr lang="en-GB"/>
              <a:pPr>
                <a:defRPr/>
              </a:pPr>
              <a:t>07/01/2018</a:t>
            </a:fld>
            <a:endParaRPr lang="en-GB"/>
          </a:p>
        </p:txBody>
      </p:sp>
      <p:sp>
        <p:nvSpPr>
          <p:cNvPr id="5" name="Footer Placeholder 4"/>
          <p:cNvSpPr>
            <a:spLocks noGrp="1"/>
          </p:cNvSpPr>
          <p:nvPr>
            <p:ph type="ftr" sz="quarter" idx="11"/>
          </p:nvPr>
        </p:nvSpPr>
        <p:spPr/>
        <p:txBody>
          <a:bodyPr/>
          <a:lstStyle>
            <a:lvl1pPr>
              <a:defRPr/>
            </a:lvl1pPr>
          </a:lstStyle>
          <a:p>
            <a:pPr>
              <a:defRPr/>
            </a:pPr>
            <a:endParaRPr lang="en-GB"/>
          </a:p>
        </p:txBody>
      </p:sp>
      <p:sp>
        <p:nvSpPr>
          <p:cNvPr id="6" name="Slide Number Placeholder 5"/>
          <p:cNvSpPr>
            <a:spLocks noGrp="1"/>
          </p:cNvSpPr>
          <p:nvPr>
            <p:ph type="sldNum" sz="quarter" idx="12"/>
          </p:nvPr>
        </p:nvSpPr>
        <p:spPr/>
        <p:txBody>
          <a:bodyPr/>
          <a:lstStyle>
            <a:lvl1pPr>
              <a:defRPr/>
            </a:lvl1pPr>
          </a:lstStyle>
          <a:p>
            <a:pPr>
              <a:defRPr/>
            </a:pPr>
            <a:fld id="{F4597432-9985-4F80-9ADA-01A5F9BC7C85}" type="slidenum">
              <a:rPr lang="en-GB"/>
              <a:pPr>
                <a:defRPr/>
              </a:pPr>
              <a:t>‹#›</a:t>
            </a:fld>
            <a:endParaRPr lang="en-GB"/>
          </a:p>
        </p:txBody>
      </p:sp>
    </p:spTree>
    <p:extLst>
      <p:ext uri="{BB962C8B-B14F-4D97-AF65-F5344CB8AC3E}">
        <p14:creationId xmlns:p14="http://schemas.microsoft.com/office/powerpoint/2010/main" val="1634815241"/>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GB"/>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GB"/>
          </a:p>
        </p:txBody>
      </p:sp>
      <p:sp>
        <p:nvSpPr>
          <p:cNvPr id="4" name="Date Placeholder 3"/>
          <p:cNvSpPr>
            <a:spLocks noGrp="1"/>
          </p:cNvSpPr>
          <p:nvPr>
            <p:ph type="dt" sz="half" idx="10"/>
          </p:nvPr>
        </p:nvSpPr>
        <p:spPr/>
        <p:txBody>
          <a:bodyPr/>
          <a:lstStyle>
            <a:lvl1pPr>
              <a:defRPr/>
            </a:lvl1pPr>
          </a:lstStyle>
          <a:p>
            <a:pPr>
              <a:defRPr/>
            </a:pPr>
            <a:fld id="{DAFA3326-ADAE-4A4F-9C14-8B2AD3F4DD9F}" type="datetime1">
              <a:rPr lang="en-GB"/>
              <a:pPr>
                <a:defRPr/>
              </a:pPr>
              <a:t>07/01/2018</a:t>
            </a:fld>
            <a:endParaRPr lang="en-GB"/>
          </a:p>
        </p:txBody>
      </p:sp>
      <p:sp>
        <p:nvSpPr>
          <p:cNvPr id="5" name="Footer Placeholder 4"/>
          <p:cNvSpPr>
            <a:spLocks noGrp="1"/>
          </p:cNvSpPr>
          <p:nvPr>
            <p:ph type="ftr" sz="quarter" idx="11"/>
          </p:nvPr>
        </p:nvSpPr>
        <p:spPr/>
        <p:txBody>
          <a:bodyPr/>
          <a:lstStyle>
            <a:lvl1pPr>
              <a:defRPr/>
            </a:lvl1pPr>
          </a:lstStyle>
          <a:p>
            <a:pPr>
              <a:defRPr/>
            </a:pPr>
            <a:endParaRPr lang="en-GB"/>
          </a:p>
        </p:txBody>
      </p:sp>
      <p:sp>
        <p:nvSpPr>
          <p:cNvPr id="6" name="Slide Number Placeholder 5"/>
          <p:cNvSpPr>
            <a:spLocks noGrp="1"/>
          </p:cNvSpPr>
          <p:nvPr>
            <p:ph type="sldNum" sz="quarter" idx="12"/>
          </p:nvPr>
        </p:nvSpPr>
        <p:spPr/>
        <p:txBody>
          <a:bodyPr/>
          <a:lstStyle>
            <a:lvl1pPr>
              <a:defRPr/>
            </a:lvl1pPr>
          </a:lstStyle>
          <a:p>
            <a:pPr>
              <a:defRPr/>
            </a:pPr>
            <a:fld id="{7711C263-FA8D-4220-8D82-93A79A09BEB0}" type="slidenum">
              <a:rPr lang="en-GB"/>
              <a:pPr>
                <a:defRPr/>
              </a:pPr>
              <a:t>‹#›</a:t>
            </a:fld>
            <a:endParaRPr lang="en-GB"/>
          </a:p>
        </p:txBody>
      </p:sp>
    </p:spTree>
    <p:extLst>
      <p:ext uri="{BB962C8B-B14F-4D97-AF65-F5344CB8AC3E}">
        <p14:creationId xmlns:p14="http://schemas.microsoft.com/office/powerpoint/2010/main" val="1845233834"/>
      </p:ext>
    </p:extLst>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GB"/>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GB"/>
          </a:p>
        </p:txBody>
      </p:sp>
      <p:sp>
        <p:nvSpPr>
          <p:cNvPr id="4" name="Date Placeholder 3"/>
          <p:cNvSpPr>
            <a:spLocks noGrp="1"/>
          </p:cNvSpPr>
          <p:nvPr>
            <p:ph type="dt" sz="half" idx="10"/>
          </p:nvPr>
        </p:nvSpPr>
        <p:spPr/>
        <p:txBody>
          <a:bodyPr/>
          <a:lstStyle>
            <a:lvl1pPr>
              <a:defRPr/>
            </a:lvl1pPr>
          </a:lstStyle>
          <a:p>
            <a:pPr>
              <a:defRPr/>
            </a:pPr>
            <a:fld id="{612018A1-CE7A-4EFE-A1D4-AFBB7FD2CB9B}" type="datetime1">
              <a:rPr lang="en-GB"/>
              <a:pPr>
                <a:defRPr/>
              </a:pPr>
              <a:t>07/01/2018</a:t>
            </a:fld>
            <a:endParaRPr lang="en-GB"/>
          </a:p>
        </p:txBody>
      </p:sp>
      <p:sp>
        <p:nvSpPr>
          <p:cNvPr id="5" name="Footer Placeholder 4"/>
          <p:cNvSpPr>
            <a:spLocks noGrp="1"/>
          </p:cNvSpPr>
          <p:nvPr>
            <p:ph type="ftr" sz="quarter" idx="11"/>
          </p:nvPr>
        </p:nvSpPr>
        <p:spPr/>
        <p:txBody>
          <a:bodyPr/>
          <a:lstStyle>
            <a:lvl1pPr>
              <a:defRPr/>
            </a:lvl1pPr>
          </a:lstStyle>
          <a:p>
            <a:pPr>
              <a:defRPr/>
            </a:pPr>
            <a:endParaRPr lang="en-GB"/>
          </a:p>
        </p:txBody>
      </p:sp>
      <p:sp>
        <p:nvSpPr>
          <p:cNvPr id="6" name="Slide Number Placeholder 5"/>
          <p:cNvSpPr>
            <a:spLocks noGrp="1"/>
          </p:cNvSpPr>
          <p:nvPr>
            <p:ph type="sldNum" sz="quarter" idx="12"/>
          </p:nvPr>
        </p:nvSpPr>
        <p:spPr/>
        <p:txBody>
          <a:bodyPr/>
          <a:lstStyle>
            <a:lvl1pPr>
              <a:defRPr/>
            </a:lvl1pPr>
          </a:lstStyle>
          <a:p>
            <a:pPr>
              <a:defRPr/>
            </a:pPr>
            <a:fld id="{0C2A6B35-EF06-4B1D-96FC-BE5C5D1AB587}" type="slidenum">
              <a:rPr lang="en-GB"/>
              <a:pPr>
                <a:defRPr/>
              </a:pPr>
              <a:t>‹#›</a:t>
            </a:fld>
            <a:endParaRPr lang="en-GB"/>
          </a:p>
        </p:txBody>
      </p:sp>
    </p:spTree>
    <p:extLst>
      <p:ext uri="{BB962C8B-B14F-4D97-AF65-F5344CB8AC3E}">
        <p14:creationId xmlns:p14="http://schemas.microsoft.com/office/powerpoint/2010/main" val="1119834356"/>
      </p:ext>
    </p:extLst>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GB"/>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lvl1pPr>
              <a:defRPr/>
            </a:lvl1pPr>
          </a:lstStyle>
          <a:p>
            <a:pPr>
              <a:defRPr/>
            </a:pPr>
            <a:fld id="{7BB67B7B-6D7F-49B7-88E8-AFC6711841A2}" type="datetime1">
              <a:rPr lang="en-GB"/>
              <a:pPr>
                <a:defRPr/>
              </a:pPr>
              <a:t>07/01/2018</a:t>
            </a:fld>
            <a:endParaRPr lang="en-GB"/>
          </a:p>
        </p:txBody>
      </p:sp>
      <p:sp>
        <p:nvSpPr>
          <p:cNvPr id="5" name="Footer Placeholder 4"/>
          <p:cNvSpPr>
            <a:spLocks noGrp="1"/>
          </p:cNvSpPr>
          <p:nvPr>
            <p:ph type="ftr" sz="quarter" idx="11"/>
          </p:nvPr>
        </p:nvSpPr>
        <p:spPr/>
        <p:txBody>
          <a:bodyPr/>
          <a:lstStyle>
            <a:lvl1pPr>
              <a:defRPr/>
            </a:lvl1pPr>
          </a:lstStyle>
          <a:p>
            <a:pPr>
              <a:defRPr/>
            </a:pPr>
            <a:endParaRPr lang="en-GB"/>
          </a:p>
        </p:txBody>
      </p:sp>
      <p:sp>
        <p:nvSpPr>
          <p:cNvPr id="6" name="Slide Number Placeholder 5"/>
          <p:cNvSpPr>
            <a:spLocks noGrp="1"/>
          </p:cNvSpPr>
          <p:nvPr>
            <p:ph type="sldNum" sz="quarter" idx="12"/>
          </p:nvPr>
        </p:nvSpPr>
        <p:spPr/>
        <p:txBody>
          <a:bodyPr/>
          <a:lstStyle>
            <a:lvl1pPr>
              <a:defRPr/>
            </a:lvl1pPr>
          </a:lstStyle>
          <a:p>
            <a:pPr>
              <a:defRPr/>
            </a:pPr>
            <a:fld id="{FAFB2707-D584-471B-B06E-23B286014186}" type="slidenum">
              <a:rPr lang="en-GB"/>
              <a:pPr>
                <a:defRPr/>
              </a:pPr>
              <a:t>‹#›</a:t>
            </a:fld>
            <a:endParaRPr lang="en-GB"/>
          </a:p>
        </p:txBody>
      </p:sp>
    </p:spTree>
    <p:extLst>
      <p:ext uri="{BB962C8B-B14F-4D97-AF65-F5344CB8AC3E}">
        <p14:creationId xmlns:p14="http://schemas.microsoft.com/office/powerpoint/2010/main" val="2980082911"/>
      </p:ext>
    </p:extLst>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GB"/>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GB"/>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GB"/>
          </a:p>
        </p:txBody>
      </p:sp>
      <p:sp>
        <p:nvSpPr>
          <p:cNvPr id="5" name="Date Placeholder 3"/>
          <p:cNvSpPr>
            <a:spLocks noGrp="1"/>
          </p:cNvSpPr>
          <p:nvPr>
            <p:ph type="dt" sz="half" idx="10"/>
          </p:nvPr>
        </p:nvSpPr>
        <p:spPr/>
        <p:txBody>
          <a:bodyPr/>
          <a:lstStyle>
            <a:lvl1pPr>
              <a:defRPr/>
            </a:lvl1pPr>
          </a:lstStyle>
          <a:p>
            <a:pPr>
              <a:defRPr/>
            </a:pPr>
            <a:fld id="{B9303D1A-B352-42F9-9844-328503C0CF1C}" type="datetime1">
              <a:rPr lang="en-GB"/>
              <a:pPr>
                <a:defRPr/>
              </a:pPr>
              <a:t>07/01/2018</a:t>
            </a:fld>
            <a:endParaRPr lang="en-GB"/>
          </a:p>
        </p:txBody>
      </p:sp>
      <p:sp>
        <p:nvSpPr>
          <p:cNvPr id="6" name="Footer Placeholder 4"/>
          <p:cNvSpPr>
            <a:spLocks noGrp="1"/>
          </p:cNvSpPr>
          <p:nvPr>
            <p:ph type="ftr" sz="quarter" idx="11"/>
          </p:nvPr>
        </p:nvSpPr>
        <p:spPr/>
        <p:txBody>
          <a:bodyPr/>
          <a:lstStyle>
            <a:lvl1pPr>
              <a:defRPr/>
            </a:lvl1pPr>
          </a:lstStyle>
          <a:p>
            <a:pPr>
              <a:defRPr/>
            </a:pPr>
            <a:endParaRPr lang="en-GB"/>
          </a:p>
        </p:txBody>
      </p:sp>
      <p:sp>
        <p:nvSpPr>
          <p:cNvPr id="7" name="Slide Number Placeholder 5"/>
          <p:cNvSpPr>
            <a:spLocks noGrp="1"/>
          </p:cNvSpPr>
          <p:nvPr>
            <p:ph type="sldNum" sz="quarter" idx="12"/>
          </p:nvPr>
        </p:nvSpPr>
        <p:spPr/>
        <p:txBody>
          <a:bodyPr/>
          <a:lstStyle>
            <a:lvl1pPr>
              <a:defRPr/>
            </a:lvl1pPr>
          </a:lstStyle>
          <a:p>
            <a:pPr>
              <a:defRPr/>
            </a:pPr>
            <a:fld id="{DB66A04E-0D32-4A03-9112-3A44FC6113C3}" type="slidenum">
              <a:rPr lang="en-GB"/>
              <a:pPr>
                <a:defRPr/>
              </a:pPr>
              <a:t>‹#›</a:t>
            </a:fld>
            <a:endParaRPr lang="en-GB"/>
          </a:p>
        </p:txBody>
      </p:sp>
    </p:spTree>
    <p:extLst>
      <p:ext uri="{BB962C8B-B14F-4D97-AF65-F5344CB8AC3E}">
        <p14:creationId xmlns:p14="http://schemas.microsoft.com/office/powerpoint/2010/main" val="589734803"/>
      </p:ext>
    </p:extLst>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GB"/>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GB"/>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GB"/>
          </a:p>
        </p:txBody>
      </p:sp>
      <p:sp>
        <p:nvSpPr>
          <p:cNvPr id="7" name="Date Placeholder 3"/>
          <p:cNvSpPr>
            <a:spLocks noGrp="1"/>
          </p:cNvSpPr>
          <p:nvPr>
            <p:ph type="dt" sz="half" idx="10"/>
          </p:nvPr>
        </p:nvSpPr>
        <p:spPr/>
        <p:txBody>
          <a:bodyPr/>
          <a:lstStyle>
            <a:lvl1pPr>
              <a:defRPr/>
            </a:lvl1pPr>
          </a:lstStyle>
          <a:p>
            <a:pPr>
              <a:defRPr/>
            </a:pPr>
            <a:fld id="{7A11C94B-CF08-4F87-A4A1-B0DD84FF0D79}" type="datetime1">
              <a:rPr lang="en-GB"/>
              <a:pPr>
                <a:defRPr/>
              </a:pPr>
              <a:t>07/01/2018</a:t>
            </a:fld>
            <a:endParaRPr lang="en-GB"/>
          </a:p>
        </p:txBody>
      </p:sp>
      <p:sp>
        <p:nvSpPr>
          <p:cNvPr id="8" name="Footer Placeholder 4"/>
          <p:cNvSpPr>
            <a:spLocks noGrp="1"/>
          </p:cNvSpPr>
          <p:nvPr>
            <p:ph type="ftr" sz="quarter" idx="11"/>
          </p:nvPr>
        </p:nvSpPr>
        <p:spPr/>
        <p:txBody>
          <a:bodyPr/>
          <a:lstStyle>
            <a:lvl1pPr>
              <a:defRPr/>
            </a:lvl1pPr>
          </a:lstStyle>
          <a:p>
            <a:pPr>
              <a:defRPr/>
            </a:pPr>
            <a:endParaRPr lang="en-GB"/>
          </a:p>
        </p:txBody>
      </p:sp>
      <p:sp>
        <p:nvSpPr>
          <p:cNvPr id="9" name="Slide Number Placeholder 5"/>
          <p:cNvSpPr>
            <a:spLocks noGrp="1"/>
          </p:cNvSpPr>
          <p:nvPr>
            <p:ph type="sldNum" sz="quarter" idx="12"/>
          </p:nvPr>
        </p:nvSpPr>
        <p:spPr/>
        <p:txBody>
          <a:bodyPr/>
          <a:lstStyle>
            <a:lvl1pPr>
              <a:defRPr/>
            </a:lvl1pPr>
          </a:lstStyle>
          <a:p>
            <a:pPr>
              <a:defRPr/>
            </a:pPr>
            <a:fld id="{38407A66-73FB-4060-BEA6-A6CA3616EE5C}" type="slidenum">
              <a:rPr lang="en-GB"/>
              <a:pPr>
                <a:defRPr/>
              </a:pPr>
              <a:t>‹#›</a:t>
            </a:fld>
            <a:endParaRPr lang="en-GB"/>
          </a:p>
        </p:txBody>
      </p:sp>
    </p:spTree>
    <p:extLst>
      <p:ext uri="{BB962C8B-B14F-4D97-AF65-F5344CB8AC3E}">
        <p14:creationId xmlns:p14="http://schemas.microsoft.com/office/powerpoint/2010/main" val="2710070470"/>
      </p:ext>
    </p:extLst>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GB"/>
          </a:p>
        </p:txBody>
      </p:sp>
      <p:sp>
        <p:nvSpPr>
          <p:cNvPr id="3" name="Date Placeholder 3"/>
          <p:cNvSpPr>
            <a:spLocks noGrp="1"/>
          </p:cNvSpPr>
          <p:nvPr>
            <p:ph type="dt" sz="half" idx="10"/>
          </p:nvPr>
        </p:nvSpPr>
        <p:spPr/>
        <p:txBody>
          <a:bodyPr/>
          <a:lstStyle>
            <a:lvl1pPr>
              <a:defRPr/>
            </a:lvl1pPr>
          </a:lstStyle>
          <a:p>
            <a:pPr>
              <a:defRPr/>
            </a:pPr>
            <a:fld id="{7E6FF19E-D1CE-4D5E-94B8-E8CF1A039C01}" type="datetime1">
              <a:rPr lang="en-GB"/>
              <a:pPr>
                <a:defRPr/>
              </a:pPr>
              <a:t>07/01/2018</a:t>
            </a:fld>
            <a:endParaRPr lang="en-GB"/>
          </a:p>
        </p:txBody>
      </p:sp>
      <p:sp>
        <p:nvSpPr>
          <p:cNvPr id="4" name="Footer Placeholder 4"/>
          <p:cNvSpPr>
            <a:spLocks noGrp="1"/>
          </p:cNvSpPr>
          <p:nvPr>
            <p:ph type="ftr" sz="quarter" idx="11"/>
          </p:nvPr>
        </p:nvSpPr>
        <p:spPr/>
        <p:txBody>
          <a:bodyPr/>
          <a:lstStyle>
            <a:lvl1pPr>
              <a:defRPr/>
            </a:lvl1pPr>
          </a:lstStyle>
          <a:p>
            <a:pPr>
              <a:defRPr/>
            </a:pPr>
            <a:endParaRPr lang="en-GB"/>
          </a:p>
        </p:txBody>
      </p:sp>
      <p:sp>
        <p:nvSpPr>
          <p:cNvPr id="5" name="Slide Number Placeholder 5"/>
          <p:cNvSpPr>
            <a:spLocks noGrp="1"/>
          </p:cNvSpPr>
          <p:nvPr>
            <p:ph type="sldNum" sz="quarter" idx="12"/>
          </p:nvPr>
        </p:nvSpPr>
        <p:spPr/>
        <p:txBody>
          <a:bodyPr/>
          <a:lstStyle>
            <a:lvl1pPr>
              <a:defRPr/>
            </a:lvl1pPr>
          </a:lstStyle>
          <a:p>
            <a:pPr>
              <a:defRPr/>
            </a:pPr>
            <a:fld id="{C6B44138-8C0D-4525-B818-B9C3642F6C53}" type="slidenum">
              <a:rPr lang="en-GB"/>
              <a:pPr>
                <a:defRPr/>
              </a:pPr>
              <a:t>‹#›</a:t>
            </a:fld>
            <a:endParaRPr lang="en-GB"/>
          </a:p>
        </p:txBody>
      </p:sp>
    </p:spTree>
    <p:extLst>
      <p:ext uri="{BB962C8B-B14F-4D97-AF65-F5344CB8AC3E}">
        <p14:creationId xmlns:p14="http://schemas.microsoft.com/office/powerpoint/2010/main" val="475942659"/>
      </p:ext>
    </p:extLst>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3"/>
          <p:cNvSpPr>
            <a:spLocks noGrp="1"/>
          </p:cNvSpPr>
          <p:nvPr>
            <p:ph type="dt" sz="half" idx="10"/>
          </p:nvPr>
        </p:nvSpPr>
        <p:spPr/>
        <p:txBody>
          <a:bodyPr/>
          <a:lstStyle>
            <a:lvl1pPr>
              <a:defRPr/>
            </a:lvl1pPr>
          </a:lstStyle>
          <a:p>
            <a:pPr>
              <a:defRPr/>
            </a:pPr>
            <a:fld id="{7D198C75-5C06-4C85-9C1B-DF880317BB23}" type="datetime1">
              <a:rPr lang="en-GB"/>
              <a:pPr>
                <a:defRPr/>
              </a:pPr>
              <a:t>07/01/2018</a:t>
            </a:fld>
            <a:endParaRPr lang="en-GB"/>
          </a:p>
        </p:txBody>
      </p:sp>
      <p:sp>
        <p:nvSpPr>
          <p:cNvPr id="3" name="Footer Placeholder 4"/>
          <p:cNvSpPr>
            <a:spLocks noGrp="1"/>
          </p:cNvSpPr>
          <p:nvPr>
            <p:ph type="ftr" sz="quarter" idx="11"/>
          </p:nvPr>
        </p:nvSpPr>
        <p:spPr/>
        <p:txBody>
          <a:bodyPr/>
          <a:lstStyle>
            <a:lvl1pPr>
              <a:defRPr/>
            </a:lvl1pPr>
          </a:lstStyle>
          <a:p>
            <a:pPr>
              <a:defRPr/>
            </a:pPr>
            <a:endParaRPr lang="en-GB"/>
          </a:p>
        </p:txBody>
      </p:sp>
      <p:sp>
        <p:nvSpPr>
          <p:cNvPr id="4" name="Slide Number Placeholder 5"/>
          <p:cNvSpPr>
            <a:spLocks noGrp="1"/>
          </p:cNvSpPr>
          <p:nvPr>
            <p:ph type="sldNum" sz="quarter" idx="12"/>
          </p:nvPr>
        </p:nvSpPr>
        <p:spPr/>
        <p:txBody>
          <a:bodyPr/>
          <a:lstStyle>
            <a:lvl1pPr>
              <a:defRPr/>
            </a:lvl1pPr>
          </a:lstStyle>
          <a:p>
            <a:pPr>
              <a:defRPr/>
            </a:pPr>
            <a:fld id="{8B7F2BF4-4BBA-42BD-A6CE-204306C3BAB6}" type="slidenum">
              <a:rPr lang="en-GB"/>
              <a:pPr>
                <a:defRPr/>
              </a:pPr>
              <a:t>‹#›</a:t>
            </a:fld>
            <a:endParaRPr lang="en-GB"/>
          </a:p>
        </p:txBody>
      </p:sp>
    </p:spTree>
    <p:extLst>
      <p:ext uri="{BB962C8B-B14F-4D97-AF65-F5344CB8AC3E}">
        <p14:creationId xmlns:p14="http://schemas.microsoft.com/office/powerpoint/2010/main" val="3939288837"/>
      </p:ext>
    </p:extLst>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GB"/>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GB"/>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3"/>
          <p:cNvSpPr>
            <a:spLocks noGrp="1"/>
          </p:cNvSpPr>
          <p:nvPr>
            <p:ph type="dt" sz="half" idx="10"/>
          </p:nvPr>
        </p:nvSpPr>
        <p:spPr/>
        <p:txBody>
          <a:bodyPr/>
          <a:lstStyle>
            <a:lvl1pPr>
              <a:defRPr/>
            </a:lvl1pPr>
          </a:lstStyle>
          <a:p>
            <a:pPr>
              <a:defRPr/>
            </a:pPr>
            <a:fld id="{BF0AA59E-A2AF-4EE3-9BDA-235EB643313B}" type="datetime1">
              <a:rPr lang="en-GB"/>
              <a:pPr>
                <a:defRPr/>
              </a:pPr>
              <a:t>07/01/2018</a:t>
            </a:fld>
            <a:endParaRPr lang="en-GB"/>
          </a:p>
        </p:txBody>
      </p:sp>
      <p:sp>
        <p:nvSpPr>
          <p:cNvPr id="6" name="Footer Placeholder 4"/>
          <p:cNvSpPr>
            <a:spLocks noGrp="1"/>
          </p:cNvSpPr>
          <p:nvPr>
            <p:ph type="ftr" sz="quarter" idx="11"/>
          </p:nvPr>
        </p:nvSpPr>
        <p:spPr/>
        <p:txBody>
          <a:bodyPr/>
          <a:lstStyle>
            <a:lvl1pPr>
              <a:defRPr/>
            </a:lvl1pPr>
          </a:lstStyle>
          <a:p>
            <a:pPr>
              <a:defRPr/>
            </a:pPr>
            <a:endParaRPr lang="en-GB"/>
          </a:p>
        </p:txBody>
      </p:sp>
      <p:sp>
        <p:nvSpPr>
          <p:cNvPr id="7" name="Slide Number Placeholder 5"/>
          <p:cNvSpPr>
            <a:spLocks noGrp="1"/>
          </p:cNvSpPr>
          <p:nvPr>
            <p:ph type="sldNum" sz="quarter" idx="12"/>
          </p:nvPr>
        </p:nvSpPr>
        <p:spPr/>
        <p:txBody>
          <a:bodyPr/>
          <a:lstStyle>
            <a:lvl1pPr>
              <a:defRPr/>
            </a:lvl1pPr>
          </a:lstStyle>
          <a:p>
            <a:pPr>
              <a:defRPr/>
            </a:pPr>
            <a:fld id="{BC93314F-FF5D-4CBF-9DCD-3F07549EAC79}" type="slidenum">
              <a:rPr lang="en-GB"/>
              <a:pPr>
                <a:defRPr/>
              </a:pPr>
              <a:t>‹#›</a:t>
            </a:fld>
            <a:endParaRPr lang="en-GB"/>
          </a:p>
        </p:txBody>
      </p:sp>
    </p:spTree>
    <p:extLst>
      <p:ext uri="{BB962C8B-B14F-4D97-AF65-F5344CB8AC3E}">
        <p14:creationId xmlns:p14="http://schemas.microsoft.com/office/powerpoint/2010/main" val="1456340228"/>
      </p:ext>
    </p:extLst>
  </p:cSld>
  <p:clrMapOvr>
    <a:masterClrMapping/>
  </p:clrMapOvr>
</p:sldLayout>
</file>

<file path=ppt/slideLayouts/slideLayout34.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GB"/>
          </a:p>
        </p:txBody>
      </p:sp>
      <p:sp>
        <p:nvSpPr>
          <p:cNvPr id="3" name="Picture Placeholder 2"/>
          <p:cNvSpPr>
            <a:spLocks noGrp="1"/>
          </p:cNvSpPr>
          <p:nvPr>
            <p:ph type="pic" idx="1"/>
          </p:nvPr>
        </p:nvSpPr>
        <p:spPr>
          <a:xfrm>
            <a:off x="1792288" y="612775"/>
            <a:ext cx="5486400" cy="4114800"/>
          </a:xfrm>
        </p:spPr>
        <p:txBody>
          <a:bodyPr rtlCol="0">
            <a:normAutofit/>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en-GB" noProof="0" smtClean="0"/>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3"/>
          <p:cNvSpPr>
            <a:spLocks noGrp="1"/>
          </p:cNvSpPr>
          <p:nvPr>
            <p:ph type="dt" sz="half" idx="10"/>
          </p:nvPr>
        </p:nvSpPr>
        <p:spPr/>
        <p:txBody>
          <a:bodyPr/>
          <a:lstStyle>
            <a:lvl1pPr>
              <a:defRPr/>
            </a:lvl1pPr>
          </a:lstStyle>
          <a:p>
            <a:pPr>
              <a:defRPr/>
            </a:pPr>
            <a:fld id="{F000E10C-C381-49B9-BAB8-9439F88A6E32}" type="datetime1">
              <a:rPr lang="en-GB"/>
              <a:pPr>
                <a:defRPr/>
              </a:pPr>
              <a:t>07/01/2018</a:t>
            </a:fld>
            <a:endParaRPr lang="en-GB"/>
          </a:p>
        </p:txBody>
      </p:sp>
      <p:sp>
        <p:nvSpPr>
          <p:cNvPr id="6" name="Footer Placeholder 4"/>
          <p:cNvSpPr>
            <a:spLocks noGrp="1"/>
          </p:cNvSpPr>
          <p:nvPr>
            <p:ph type="ftr" sz="quarter" idx="11"/>
          </p:nvPr>
        </p:nvSpPr>
        <p:spPr/>
        <p:txBody>
          <a:bodyPr/>
          <a:lstStyle>
            <a:lvl1pPr>
              <a:defRPr/>
            </a:lvl1pPr>
          </a:lstStyle>
          <a:p>
            <a:pPr>
              <a:defRPr/>
            </a:pPr>
            <a:endParaRPr lang="en-GB"/>
          </a:p>
        </p:txBody>
      </p:sp>
      <p:sp>
        <p:nvSpPr>
          <p:cNvPr id="7" name="Slide Number Placeholder 5"/>
          <p:cNvSpPr>
            <a:spLocks noGrp="1"/>
          </p:cNvSpPr>
          <p:nvPr>
            <p:ph type="sldNum" sz="quarter" idx="12"/>
          </p:nvPr>
        </p:nvSpPr>
        <p:spPr/>
        <p:txBody>
          <a:bodyPr/>
          <a:lstStyle>
            <a:lvl1pPr>
              <a:defRPr/>
            </a:lvl1pPr>
          </a:lstStyle>
          <a:p>
            <a:pPr>
              <a:defRPr/>
            </a:pPr>
            <a:fld id="{62268C21-9C5C-41DF-8ABE-9B48E0443565}" type="slidenum">
              <a:rPr lang="en-GB"/>
              <a:pPr>
                <a:defRPr/>
              </a:pPr>
              <a:t>‹#›</a:t>
            </a:fld>
            <a:endParaRPr lang="en-GB"/>
          </a:p>
        </p:txBody>
      </p:sp>
    </p:spTree>
    <p:extLst>
      <p:ext uri="{BB962C8B-B14F-4D97-AF65-F5344CB8AC3E}">
        <p14:creationId xmlns:p14="http://schemas.microsoft.com/office/powerpoint/2010/main" val="850276569"/>
      </p:ext>
    </p:extLst>
  </p:cSld>
  <p:clrMapOvr>
    <a:masterClrMapping/>
  </p:clrMapOvr>
</p:sldLayout>
</file>

<file path=ppt/slideLayouts/slideLayout35.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GB"/>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GB"/>
          </a:p>
        </p:txBody>
      </p:sp>
      <p:sp>
        <p:nvSpPr>
          <p:cNvPr id="4" name="Date Placeholder 3"/>
          <p:cNvSpPr>
            <a:spLocks noGrp="1"/>
          </p:cNvSpPr>
          <p:nvPr>
            <p:ph type="dt" sz="half" idx="10"/>
          </p:nvPr>
        </p:nvSpPr>
        <p:spPr/>
        <p:txBody>
          <a:bodyPr/>
          <a:lstStyle>
            <a:lvl1pPr>
              <a:defRPr/>
            </a:lvl1pPr>
          </a:lstStyle>
          <a:p>
            <a:pPr>
              <a:defRPr/>
            </a:pPr>
            <a:fld id="{A2E45DCB-CC29-4A21-AA7D-6F4099201F96}" type="datetime1">
              <a:rPr lang="en-GB"/>
              <a:pPr>
                <a:defRPr/>
              </a:pPr>
              <a:t>07/01/2018</a:t>
            </a:fld>
            <a:endParaRPr lang="en-GB"/>
          </a:p>
        </p:txBody>
      </p:sp>
      <p:sp>
        <p:nvSpPr>
          <p:cNvPr id="5" name="Footer Placeholder 4"/>
          <p:cNvSpPr>
            <a:spLocks noGrp="1"/>
          </p:cNvSpPr>
          <p:nvPr>
            <p:ph type="ftr" sz="quarter" idx="11"/>
          </p:nvPr>
        </p:nvSpPr>
        <p:spPr/>
        <p:txBody>
          <a:bodyPr/>
          <a:lstStyle>
            <a:lvl1pPr>
              <a:defRPr/>
            </a:lvl1pPr>
          </a:lstStyle>
          <a:p>
            <a:pPr>
              <a:defRPr/>
            </a:pPr>
            <a:endParaRPr lang="en-GB"/>
          </a:p>
        </p:txBody>
      </p:sp>
      <p:sp>
        <p:nvSpPr>
          <p:cNvPr id="6" name="Slide Number Placeholder 5"/>
          <p:cNvSpPr>
            <a:spLocks noGrp="1"/>
          </p:cNvSpPr>
          <p:nvPr>
            <p:ph type="sldNum" sz="quarter" idx="12"/>
          </p:nvPr>
        </p:nvSpPr>
        <p:spPr/>
        <p:txBody>
          <a:bodyPr/>
          <a:lstStyle>
            <a:lvl1pPr>
              <a:defRPr/>
            </a:lvl1pPr>
          </a:lstStyle>
          <a:p>
            <a:pPr>
              <a:defRPr/>
            </a:pPr>
            <a:fld id="{3ED17F51-91ED-4B19-B9BA-E952C859CC26}" type="slidenum">
              <a:rPr lang="en-GB"/>
              <a:pPr>
                <a:defRPr/>
              </a:pPr>
              <a:t>‹#›</a:t>
            </a:fld>
            <a:endParaRPr lang="en-GB"/>
          </a:p>
        </p:txBody>
      </p:sp>
    </p:spTree>
    <p:extLst>
      <p:ext uri="{BB962C8B-B14F-4D97-AF65-F5344CB8AC3E}">
        <p14:creationId xmlns:p14="http://schemas.microsoft.com/office/powerpoint/2010/main" val="1127793691"/>
      </p:ext>
    </p:extLst>
  </p:cSld>
  <p:clrMapOvr>
    <a:masterClrMapping/>
  </p:clrMapOvr>
</p:sldLayout>
</file>

<file path=ppt/slideLayouts/slideLayout36.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GB"/>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GB"/>
          </a:p>
        </p:txBody>
      </p:sp>
      <p:sp>
        <p:nvSpPr>
          <p:cNvPr id="4" name="Date Placeholder 3"/>
          <p:cNvSpPr>
            <a:spLocks noGrp="1"/>
          </p:cNvSpPr>
          <p:nvPr>
            <p:ph type="dt" sz="half" idx="10"/>
          </p:nvPr>
        </p:nvSpPr>
        <p:spPr/>
        <p:txBody>
          <a:bodyPr/>
          <a:lstStyle>
            <a:lvl1pPr>
              <a:defRPr/>
            </a:lvl1pPr>
          </a:lstStyle>
          <a:p>
            <a:pPr>
              <a:defRPr/>
            </a:pPr>
            <a:fld id="{C4952F77-9E6D-487C-A038-5B8BB71AAE79}" type="datetime1">
              <a:rPr lang="en-GB"/>
              <a:pPr>
                <a:defRPr/>
              </a:pPr>
              <a:t>07/01/2018</a:t>
            </a:fld>
            <a:endParaRPr lang="en-GB"/>
          </a:p>
        </p:txBody>
      </p:sp>
      <p:sp>
        <p:nvSpPr>
          <p:cNvPr id="5" name="Footer Placeholder 4"/>
          <p:cNvSpPr>
            <a:spLocks noGrp="1"/>
          </p:cNvSpPr>
          <p:nvPr>
            <p:ph type="ftr" sz="quarter" idx="11"/>
          </p:nvPr>
        </p:nvSpPr>
        <p:spPr/>
        <p:txBody>
          <a:bodyPr/>
          <a:lstStyle>
            <a:lvl1pPr>
              <a:defRPr/>
            </a:lvl1pPr>
          </a:lstStyle>
          <a:p>
            <a:pPr>
              <a:defRPr/>
            </a:pPr>
            <a:endParaRPr lang="en-GB"/>
          </a:p>
        </p:txBody>
      </p:sp>
      <p:sp>
        <p:nvSpPr>
          <p:cNvPr id="6" name="Slide Number Placeholder 5"/>
          <p:cNvSpPr>
            <a:spLocks noGrp="1"/>
          </p:cNvSpPr>
          <p:nvPr>
            <p:ph type="sldNum" sz="quarter" idx="12"/>
          </p:nvPr>
        </p:nvSpPr>
        <p:spPr/>
        <p:txBody>
          <a:bodyPr/>
          <a:lstStyle>
            <a:lvl1pPr>
              <a:defRPr/>
            </a:lvl1pPr>
          </a:lstStyle>
          <a:p>
            <a:pPr>
              <a:defRPr/>
            </a:pPr>
            <a:fld id="{2AAA69DD-0BEF-4114-9F72-8691988F2577}" type="slidenum">
              <a:rPr lang="en-GB"/>
              <a:pPr>
                <a:defRPr/>
              </a:pPr>
              <a:t>‹#›</a:t>
            </a:fld>
            <a:endParaRPr lang="en-GB"/>
          </a:p>
        </p:txBody>
      </p:sp>
    </p:spTree>
    <p:extLst>
      <p:ext uri="{BB962C8B-B14F-4D97-AF65-F5344CB8AC3E}">
        <p14:creationId xmlns:p14="http://schemas.microsoft.com/office/powerpoint/2010/main" val="2881286993"/>
      </p:ext>
    </p:extLst>
  </p:cSld>
  <p:clrMapOvr>
    <a:masterClrMapping/>
  </p:clrMapOvr>
</p:sldLayout>
</file>

<file path=ppt/slideLayouts/slideLayout37.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GB"/>
          </a:p>
        </p:txBody>
      </p:sp>
      <p:sp>
        <p:nvSpPr>
          <p:cNvPr id="3" name="Subtitle 2"/>
          <p:cNvSpPr>
            <a:spLocks noGrp="1"/>
          </p:cNvSpPr>
          <p:nvPr>
            <p:ph type="subTitle" idx="1"/>
          </p:nvPr>
        </p:nvSpPr>
        <p:spPr>
          <a:xfrm>
            <a:off x="1371600" y="3886200"/>
            <a:ext cx="6400800" cy="1752600"/>
          </a:xfrm>
        </p:spPr>
        <p:txBody>
          <a:bodyPr/>
          <a:lstStyle>
            <a:lvl1pPr marL="0" indent="0" algn="ctr">
              <a:buNone/>
              <a:defRPr/>
            </a:lvl1pPr>
            <a:lvl2pPr marL="457200" indent="0" algn="ctr">
              <a:buNone/>
              <a:defRPr/>
            </a:lvl2pPr>
            <a:lvl3pPr marL="914400" indent="0" algn="ctr">
              <a:buNone/>
              <a:defRPr/>
            </a:lvl3pPr>
            <a:lvl4pPr marL="1371600" indent="0" algn="ctr">
              <a:buNone/>
              <a:defRPr/>
            </a:lvl4pPr>
            <a:lvl5pPr marL="1828800" indent="0" algn="ctr">
              <a:buNone/>
              <a:defRPr/>
            </a:lvl5pPr>
            <a:lvl6pPr marL="2286000" indent="0" algn="ctr">
              <a:buNone/>
              <a:defRPr/>
            </a:lvl6pPr>
            <a:lvl7pPr marL="2743200" indent="0" algn="ctr">
              <a:buNone/>
              <a:defRPr/>
            </a:lvl7pPr>
            <a:lvl8pPr marL="3200400" indent="0" algn="ctr">
              <a:buNone/>
              <a:defRPr/>
            </a:lvl8pPr>
            <a:lvl9pPr marL="3657600" indent="0" algn="ctr">
              <a:buNone/>
              <a:defRPr/>
            </a:lvl9pPr>
          </a:lstStyle>
          <a:p>
            <a:r>
              <a:rPr lang="en-US" smtClean="0"/>
              <a:t>Click to edit Master subtitle style</a:t>
            </a:r>
            <a:endParaRPr lang="en-GB"/>
          </a:p>
        </p:txBody>
      </p:sp>
      <p:sp>
        <p:nvSpPr>
          <p:cNvPr id="4" name="Rectangle 4"/>
          <p:cNvSpPr>
            <a:spLocks noGrp="1" noChangeArrowheads="1"/>
          </p:cNvSpPr>
          <p:nvPr>
            <p:ph type="dt" sz="half" idx="10"/>
          </p:nvPr>
        </p:nvSpPr>
        <p:spPr>
          <a:ln/>
        </p:spPr>
        <p:txBody>
          <a:bodyPr/>
          <a:lstStyle>
            <a:lvl1pPr>
              <a:defRPr/>
            </a:lvl1pPr>
          </a:lstStyle>
          <a:p>
            <a:pPr>
              <a:defRPr/>
            </a:pPr>
            <a:fld id="{457D2EB2-9A70-486C-B712-B9E3C1DD3F59}" type="datetime1">
              <a:rPr lang="en-GB"/>
              <a:pPr>
                <a:defRPr/>
              </a:pPr>
              <a:t>07/01/2018</a:t>
            </a:fld>
            <a:endParaRPr lang="en-GB"/>
          </a:p>
        </p:txBody>
      </p:sp>
      <p:sp>
        <p:nvSpPr>
          <p:cNvPr id="5" name="Rectangle 5"/>
          <p:cNvSpPr>
            <a:spLocks noGrp="1" noChangeArrowheads="1"/>
          </p:cNvSpPr>
          <p:nvPr>
            <p:ph type="ftr" sz="quarter" idx="11"/>
          </p:nvPr>
        </p:nvSpPr>
        <p:spPr>
          <a:ln/>
        </p:spPr>
        <p:txBody>
          <a:bodyPr/>
          <a:lstStyle>
            <a:lvl1pPr>
              <a:defRPr/>
            </a:lvl1pPr>
          </a:lstStyle>
          <a:p>
            <a:pPr>
              <a:defRPr/>
            </a:pPr>
            <a:endParaRPr lang="en-GB"/>
          </a:p>
        </p:txBody>
      </p:sp>
      <p:sp>
        <p:nvSpPr>
          <p:cNvPr id="6" name="Rectangle 6"/>
          <p:cNvSpPr>
            <a:spLocks noGrp="1" noChangeArrowheads="1"/>
          </p:cNvSpPr>
          <p:nvPr>
            <p:ph type="sldNum" sz="quarter" idx="12"/>
          </p:nvPr>
        </p:nvSpPr>
        <p:spPr>
          <a:ln/>
        </p:spPr>
        <p:txBody>
          <a:bodyPr/>
          <a:lstStyle>
            <a:lvl1pPr>
              <a:defRPr/>
            </a:lvl1pPr>
          </a:lstStyle>
          <a:p>
            <a:pPr>
              <a:defRPr/>
            </a:pPr>
            <a:fld id="{582628BC-6046-4E77-8915-D0EA327CFCC6}" type="slidenum">
              <a:rPr lang="en-GB"/>
              <a:pPr>
                <a:defRPr/>
              </a:pPr>
              <a:t>‹#›</a:t>
            </a:fld>
            <a:endParaRPr lang="en-GB"/>
          </a:p>
        </p:txBody>
      </p:sp>
    </p:spTree>
    <p:extLst>
      <p:ext uri="{BB962C8B-B14F-4D97-AF65-F5344CB8AC3E}">
        <p14:creationId xmlns:p14="http://schemas.microsoft.com/office/powerpoint/2010/main" val="2200782849"/>
      </p:ext>
    </p:extLst>
  </p:cSld>
  <p:clrMapOvr>
    <a:masterClrMapping/>
  </p:clrMapOvr>
</p:sldLayout>
</file>

<file path=ppt/slideLayouts/slideLayout38.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GB"/>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GB"/>
          </a:p>
        </p:txBody>
      </p:sp>
      <p:sp>
        <p:nvSpPr>
          <p:cNvPr id="4" name="Rectangle 4"/>
          <p:cNvSpPr>
            <a:spLocks noGrp="1" noChangeArrowheads="1"/>
          </p:cNvSpPr>
          <p:nvPr>
            <p:ph type="dt" sz="half" idx="10"/>
          </p:nvPr>
        </p:nvSpPr>
        <p:spPr>
          <a:ln/>
        </p:spPr>
        <p:txBody>
          <a:bodyPr/>
          <a:lstStyle>
            <a:lvl1pPr>
              <a:defRPr/>
            </a:lvl1pPr>
          </a:lstStyle>
          <a:p>
            <a:pPr>
              <a:defRPr/>
            </a:pPr>
            <a:fld id="{91706372-AE1A-40CA-84FE-E117B61BDA1C}" type="datetime1">
              <a:rPr lang="en-GB"/>
              <a:pPr>
                <a:defRPr/>
              </a:pPr>
              <a:t>07/01/2018</a:t>
            </a:fld>
            <a:endParaRPr lang="en-GB"/>
          </a:p>
        </p:txBody>
      </p:sp>
      <p:sp>
        <p:nvSpPr>
          <p:cNvPr id="5" name="Rectangle 5"/>
          <p:cNvSpPr>
            <a:spLocks noGrp="1" noChangeArrowheads="1"/>
          </p:cNvSpPr>
          <p:nvPr>
            <p:ph type="ftr" sz="quarter" idx="11"/>
          </p:nvPr>
        </p:nvSpPr>
        <p:spPr>
          <a:ln/>
        </p:spPr>
        <p:txBody>
          <a:bodyPr/>
          <a:lstStyle>
            <a:lvl1pPr>
              <a:defRPr/>
            </a:lvl1pPr>
          </a:lstStyle>
          <a:p>
            <a:pPr>
              <a:defRPr/>
            </a:pPr>
            <a:endParaRPr lang="en-GB"/>
          </a:p>
        </p:txBody>
      </p:sp>
      <p:sp>
        <p:nvSpPr>
          <p:cNvPr id="6" name="Rectangle 6"/>
          <p:cNvSpPr>
            <a:spLocks noGrp="1" noChangeArrowheads="1"/>
          </p:cNvSpPr>
          <p:nvPr>
            <p:ph type="sldNum" sz="quarter" idx="12"/>
          </p:nvPr>
        </p:nvSpPr>
        <p:spPr>
          <a:ln/>
        </p:spPr>
        <p:txBody>
          <a:bodyPr/>
          <a:lstStyle>
            <a:lvl1pPr>
              <a:defRPr/>
            </a:lvl1pPr>
          </a:lstStyle>
          <a:p>
            <a:pPr>
              <a:defRPr/>
            </a:pPr>
            <a:fld id="{D01B76DB-3FD4-4C1A-A167-9682C68EA1D1}" type="slidenum">
              <a:rPr lang="en-GB"/>
              <a:pPr>
                <a:defRPr/>
              </a:pPr>
              <a:t>‹#›</a:t>
            </a:fld>
            <a:endParaRPr lang="en-GB"/>
          </a:p>
        </p:txBody>
      </p:sp>
    </p:spTree>
    <p:extLst>
      <p:ext uri="{BB962C8B-B14F-4D97-AF65-F5344CB8AC3E}">
        <p14:creationId xmlns:p14="http://schemas.microsoft.com/office/powerpoint/2010/main" val="2654129952"/>
      </p:ext>
    </p:extLst>
  </p:cSld>
  <p:clrMapOvr>
    <a:masterClrMapping/>
  </p:clrMapOvr>
</p:sldLayout>
</file>

<file path=ppt/slideLayouts/slideLayout39.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GB"/>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en-US" smtClean="0"/>
              <a:t>Click to edit Master text styles</a:t>
            </a:r>
          </a:p>
        </p:txBody>
      </p:sp>
      <p:sp>
        <p:nvSpPr>
          <p:cNvPr id="4" name="Rectangle 4"/>
          <p:cNvSpPr>
            <a:spLocks noGrp="1" noChangeArrowheads="1"/>
          </p:cNvSpPr>
          <p:nvPr>
            <p:ph type="dt" sz="half" idx="10"/>
          </p:nvPr>
        </p:nvSpPr>
        <p:spPr>
          <a:ln/>
        </p:spPr>
        <p:txBody>
          <a:bodyPr/>
          <a:lstStyle>
            <a:lvl1pPr>
              <a:defRPr/>
            </a:lvl1pPr>
          </a:lstStyle>
          <a:p>
            <a:pPr>
              <a:defRPr/>
            </a:pPr>
            <a:fld id="{ECFDFC35-F16A-4C47-B53F-B3AA9017E29C}" type="datetime1">
              <a:rPr lang="en-GB"/>
              <a:pPr>
                <a:defRPr/>
              </a:pPr>
              <a:t>07/01/2018</a:t>
            </a:fld>
            <a:endParaRPr lang="en-GB"/>
          </a:p>
        </p:txBody>
      </p:sp>
      <p:sp>
        <p:nvSpPr>
          <p:cNvPr id="5" name="Rectangle 5"/>
          <p:cNvSpPr>
            <a:spLocks noGrp="1" noChangeArrowheads="1"/>
          </p:cNvSpPr>
          <p:nvPr>
            <p:ph type="ftr" sz="quarter" idx="11"/>
          </p:nvPr>
        </p:nvSpPr>
        <p:spPr>
          <a:ln/>
        </p:spPr>
        <p:txBody>
          <a:bodyPr/>
          <a:lstStyle>
            <a:lvl1pPr>
              <a:defRPr/>
            </a:lvl1pPr>
          </a:lstStyle>
          <a:p>
            <a:pPr>
              <a:defRPr/>
            </a:pPr>
            <a:endParaRPr lang="en-GB"/>
          </a:p>
        </p:txBody>
      </p:sp>
      <p:sp>
        <p:nvSpPr>
          <p:cNvPr id="6" name="Rectangle 6"/>
          <p:cNvSpPr>
            <a:spLocks noGrp="1" noChangeArrowheads="1"/>
          </p:cNvSpPr>
          <p:nvPr>
            <p:ph type="sldNum" sz="quarter" idx="12"/>
          </p:nvPr>
        </p:nvSpPr>
        <p:spPr>
          <a:ln/>
        </p:spPr>
        <p:txBody>
          <a:bodyPr/>
          <a:lstStyle>
            <a:lvl1pPr>
              <a:defRPr/>
            </a:lvl1pPr>
          </a:lstStyle>
          <a:p>
            <a:pPr>
              <a:defRPr/>
            </a:pPr>
            <a:fld id="{6880F22C-EE71-4077-BA54-1649DFD2D415}" type="slidenum">
              <a:rPr lang="en-GB"/>
              <a:pPr>
                <a:defRPr/>
              </a:pPr>
              <a:t>‹#›</a:t>
            </a:fld>
            <a:endParaRPr lang="en-GB"/>
          </a:p>
        </p:txBody>
      </p:sp>
    </p:spTree>
    <p:extLst>
      <p:ext uri="{BB962C8B-B14F-4D97-AF65-F5344CB8AC3E}">
        <p14:creationId xmlns:p14="http://schemas.microsoft.com/office/powerpoint/2010/main" val="4223932923"/>
      </p:ext>
    </p:extLst>
  </p:cSld>
  <p:clrMapOvr>
    <a:masterClrMapping/>
  </p:clrMapOvr>
</p:sldLayout>
</file>

<file path=ppt/slideLayouts/slideLayout40.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GB"/>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GB"/>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GB"/>
          </a:p>
        </p:txBody>
      </p:sp>
      <p:sp>
        <p:nvSpPr>
          <p:cNvPr id="5" name="Rectangle 4"/>
          <p:cNvSpPr>
            <a:spLocks noGrp="1" noChangeArrowheads="1"/>
          </p:cNvSpPr>
          <p:nvPr>
            <p:ph type="dt" sz="half" idx="10"/>
          </p:nvPr>
        </p:nvSpPr>
        <p:spPr>
          <a:ln/>
        </p:spPr>
        <p:txBody>
          <a:bodyPr/>
          <a:lstStyle>
            <a:lvl1pPr>
              <a:defRPr/>
            </a:lvl1pPr>
          </a:lstStyle>
          <a:p>
            <a:pPr>
              <a:defRPr/>
            </a:pPr>
            <a:fld id="{05FB59BB-41EC-458D-9EC3-A3AC830CDAC5}" type="datetime1">
              <a:rPr lang="en-GB"/>
              <a:pPr>
                <a:defRPr/>
              </a:pPr>
              <a:t>07/01/2018</a:t>
            </a:fld>
            <a:endParaRPr lang="en-GB"/>
          </a:p>
        </p:txBody>
      </p:sp>
      <p:sp>
        <p:nvSpPr>
          <p:cNvPr id="6" name="Rectangle 5"/>
          <p:cNvSpPr>
            <a:spLocks noGrp="1" noChangeArrowheads="1"/>
          </p:cNvSpPr>
          <p:nvPr>
            <p:ph type="ftr" sz="quarter" idx="11"/>
          </p:nvPr>
        </p:nvSpPr>
        <p:spPr>
          <a:ln/>
        </p:spPr>
        <p:txBody>
          <a:bodyPr/>
          <a:lstStyle>
            <a:lvl1pPr>
              <a:defRPr/>
            </a:lvl1pPr>
          </a:lstStyle>
          <a:p>
            <a:pPr>
              <a:defRPr/>
            </a:pPr>
            <a:endParaRPr lang="en-GB"/>
          </a:p>
        </p:txBody>
      </p:sp>
      <p:sp>
        <p:nvSpPr>
          <p:cNvPr id="7" name="Rectangle 6"/>
          <p:cNvSpPr>
            <a:spLocks noGrp="1" noChangeArrowheads="1"/>
          </p:cNvSpPr>
          <p:nvPr>
            <p:ph type="sldNum" sz="quarter" idx="12"/>
          </p:nvPr>
        </p:nvSpPr>
        <p:spPr>
          <a:ln/>
        </p:spPr>
        <p:txBody>
          <a:bodyPr/>
          <a:lstStyle>
            <a:lvl1pPr>
              <a:defRPr/>
            </a:lvl1pPr>
          </a:lstStyle>
          <a:p>
            <a:pPr>
              <a:defRPr/>
            </a:pPr>
            <a:fld id="{F2ABC957-EFF2-49EE-84AB-13DAB76A7981}" type="slidenum">
              <a:rPr lang="en-GB"/>
              <a:pPr>
                <a:defRPr/>
              </a:pPr>
              <a:t>‹#›</a:t>
            </a:fld>
            <a:endParaRPr lang="en-GB"/>
          </a:p>
        </p:txBody>
      </p:sp>
    </p:spTree>
    <p:extLst>
      <p:ext uri="{BB962C8B-B14F-4D97-AF65-F5344CB8AC3E}">
        <p14:creationId xmlns:p14="http://schemas.microsoft.com/office/powerpoint/2010/main" val="3184212605"/>
      </p:ext>
    </p:extLst>
  </p:cSld>
  <p:clrMapOvr>
    <a:masterClrMapping/>
  </p:clrMapOvr>
</p:sldLayout>
</file>

<file path=ppt/slideLayouts/slideLayout41.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GB"/>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GB"/>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GB"/>
          </a:p>
        </p:txBody>
      </p:sp>
      <p:sp>
        <p:nvSpPr>
          <p:cNvPr id="7" name="Rectangle 4"/>
          <p:cNvSpPr>
            <a:spLocks noGrp="1" noChangeArrowheads="1"/>
          </p:cNvSpPr>
          <p:nvPr>
            <p:ph type="dt" sz="half" idx="10"/>
          </p:nvPr>
        </p:nvSpPr>
        <p:spPr>
          <a:ln/>
        </p:spPr>
        <p:txBody>
          <a:bodyPr/>
          <a:lstStyle>
            <a:lvl1pPr>
              <a:defRPr/>
            </a:lvl1pPr>
          </a:lstStyle>
          <a:p>
            <a:pPr>
              <a:defRPr/>
            </a:pPr>
            <a:fld id="{C7F4B5C6-E0FA-49CE-ACC6-5AC53DE16082}" type="datetime1">
              <a:rPr lang="en-GB"/>
              <a:pPr>
                <a:defRPr/>
              </a:pPr>
              <a:t>07/01/2018</a:t>
            </a:fld>
            <a:endParaRPr lang="en-GB"/>
          </a:p>
        </p:txBody>
      </p:sp>
      <p:sp>
        <p:nvSpPr>
          <p:cNvPr id="8" name="Rectangle 5"/>
          <p:cNvSpPr>
            <a:spLocks noGrp="1" noChangeArrowheads="1"/>
          </p:cNvSpPr>
          <p:nvPr>
            <p:ph type="ftr" sz="quarter" idx="11"/>
          </p:nvPr>
        </p:nvSpPr>
        <p:spPr>
          <a:ln/>
        </p:spPr>
        <p:txBody>
          <a:bodyPr/>
          <a:lstStyle>
            <a:lvl1pPr>
              <a:defRPr/>
            </a:lvl1pPr>
          </a:lstStyle>
          <a:p>
            <a:pPr>
              <a:defRPr/>
            </a:pPr>
            <a:endParaRPr lang="en-GB"/>
          </a:p>
        </p:txBody>
      </p:sp>
      <p:sp>
        <p:nvSpPr>
          <p:cNvPr id="9" name="Rectangle 6"/>
          <p:cNvSpPr>
            <a:spLocks noGrp="1" noChangeArrowheads="1"/>
          </p:cNvSpPr>
          <p:nvPr>
            <p:ph type="sldNum" sz="quarter" idx="12"/>
          </p:nvPr>
        </p:nvSpPr>
        <p:spPr>
          <a:ln/>
        </p:spPr>
        <p:txBody>
          <a:bodyPr/>
          <a:lstStyle>
            <a:lvl1pPr>
              <a:defRPr/>
            </a:lvl1pPr>
          </a:lstStyle>
          <a:p>
            <a:pPr>
              <a:defRPr/>
            </a:pPr>
            <a:fld id="{76F3343B-380D-4B39-912A-4AF97353837D}" type="slidenum">
              <a:rPr lang="en-GB"/>
              <a:pPr>
                <a:defRPr/>
              </a:pPr>
              <a:t>‹#›</a:t>
            </a:fld>
            <a:endParaRPr lang="en-GB"/>
          </a:p>
        </p:txBody>
      </p:sp>
    </p:spTree>
    <p:extLst>
      <p:ext uri="{BB962C8B-B14F-4D97-AF65-F5344CB8AC3E}">
        <p14:creationId xmlns:p14="http://schemas.microsoft.com/office/powerpoint/2010/main" val="1585932386"/>
      </p:ext>
    </p:extLst>
  </p:cSld>
  <p:clrMapOvr>
    <a:masterClrMapping/>
  </p:clrMapOvr>
</p:sldLayout>
</file>

<file path=ppt/slideLayouts/slideLayout42.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GB"/>
          </a:p>
        </p:txBody>
      </p:sp>
      <p:sp>
        <p:nvSpPr>
          <p:cNvPr id="3" name="Rectangle 4"/>
          <p:cNvSpPr>
            <a:spLocks noGrp="1" noChangeArrowheads="1"/>
          </p:cNvSpPr>
          <p:nvPr>
            <p:ph type="dt" sz="half" idx="10"/>
          </p:nvPr>
        </p:nvSpPr>
        <p:spPr>
          <a:ln/>
        </p:spPr>
        <p:txBody>
          <a:bodyPr/>
          <a:lstStyle>
            <a:lvl1pPr>
              <a:defRPr/>
            </a:lvl1pPr>
          </a:lstStyle>
          <a:p>
            <a:pPr>
              <a:defRPr/>
            </a:pPr>
            <a:fld id="{C66A9273-9151-4102-BC1A-6ABD478EA0DE}" type="datetime1">
              <a:rPr lang="en-GB"/>
              <a:pPr>
                <a:defRPr/>
              </a:pPr>
              <a:t>07/01/2018</a:t>
            </a:fld>
            <a:endParaRPr lang="en-GB"/>
          </a:p>
        </p:txBody>
      </p:sp>
      <p:sp>
        <p:nvSpPr>
          <p:cNvPr id="4" name="Rectangle 5"/>
          <p:cNvSpPr>
            <a:spLocks noGrp="1" noChangeArrowheads="1"/>
          </p:cNvSpPr>
          <p:nvPr>
            <p:ph type="ftr" sz="quarter" idx="11"/>
          </p:nvPr>
        </p:nvSpPr>
        <p:spPr>
          <a:ln/>
        </p:spPr>
        <p:txBody>
          <a:bodyPr/>
          <a:lstStyle>
            <a:lvl1pPr>
              <a:defRPr/>
            </a:lvl1pPr>
          </a:lstStyle>
          <a:p>
            <a:pPr>
              <a:defRPr/>
            </a:pPr>
            <a:endParaRPr lang="en-GB"/>
          </a:p>
        </p:txBody>
      </p:sp>
      <p:sp>
        <p:nvSpPr>
          <p:cNvPr id="5" name="Rectangle 6"/>
          <p:cNvSpPr>
            <a:spLocks noGrp="1" noChangeArrowheads="1"/>
          </p:cNvSpPr>
          <p:nvPr>
            <p:ph type="sldNum" sz="quarter" idx="12"/>
          </p:nvPr>
        </p:nvSpPr>
        <p:spPr>
          <a:ln/>
        </p:spPr>
        <p:txBody>
          <a:bodyPr/>
          <a:lstStyle>
            <a:lvl1pPr>
              <a:defRPr/>
            </a:lvl1pPr>
          </a:lstStyle>
          <a:p>
            <a:pPr>
              <a:defRPr/>
            </a:pPr>
            <a:fld id="{440D7A55-1825-42F5-8424-2F8D914ED216}" type="slidenum">
              <a:rPr lang="en-GB"/>
              <a:pPr>
                <a:defRPr/>
              </a:pPr>
              <a:t>‹#›</a:t>
            </a:fld>
            <a:endParaRPr lang="en-GB"/>
          </a:p>
        </p:txBody>
      </p:sp>
    </p:spTree>
    <p:extLst>
      <p:ext uri="{BB962C8B-B14F-4D97-AF65-F5344CB8AC3E}">
        <p14:creationId xmlns:p14="http://schemas.microsoft.com/office/powerpoint/2010/main" val="1335805530"/>
      </p:ext>
    </p:extLst>
  </p:cSld>
  <p:clrMapOvr>
    <a:masterClrMapping/>
  </p:clrMapOvr>
</p:sldLayout>
</file>

<file path=ppt/slideLayouts/slideLayout43.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Rectangle 4"/>
          <p:cNvSpPr>
            <a:spLocks noGrp="1" noChangeArrowheads="1"/>
          </p:cNvSpPr>
          <p:nvPr>
            <p:ph type="dt" sz="half" idx="10"/>
          </p:nvPr>
        </p:nvSpPr>
        <p:spPr>
          <a:ln/>
        </p:spPr>
        <p:txBody>
          <a:bodyPr/>
          <a:lstStyle>
            <a:lvl1pPr>
              <a:defRPr/>
            </a:lvl1pPr>
          </a:lstStyle>
          <a:p>
            <a:pPr>
              <a:defRPr/>
            </a:pPr>
            <a:fld id="{F8EBED48-AAA2-4476-B00C-B774E4469265}" type="datetime1">
              <a:rPr lang="en-GB"/>
              <a:pPr>
                <a:defRPr/>
              </a:pPr>
              <a:t>07/01/2018</a:t>
            </a:fld>
            <a:endParaRPr lang="en-GB"/>
          </a:p>
        </p:txBody>
      </p:sp>
      <p:sp>
        <p:nvSpPr>
          <p:cNvPr id="3" name="Rectangle 5"/>
          <p:cNvSpPr>
            <a:spLocks noGrp="1" noChangeArrowheads="1"/>
          </p:cNvSpPr>
          <p:nvPr>
            <p:ph type="ftr" sz="quarter" idx="11"/>
          </p:nvPr>
        </p:nvSpPr>
        <p:spPr>
          <a:ln/>
        </p:spPr>
        <p:txBody>
          <a:bodyPr/>
          <a:lstStyle>
            <a:lvl1pPr>
              <a:defRPr/>
            </a:lvl1pPr>
          </a:lstStyle>
          <a:p>
            <a:pPr>
              <a:defRPr/>
            </a:pPr>
            <a:endParaRPr lang="en-GB"/>
          </a:p>
        </p:txBody>
      </p:sp>
      <p:sp>
        <p:nvSpPr>
          <p:cNvPr id="4" name="Rectangle 6"/>
          <p:cNvSpPr>
            <a:spLocks noGrp="1" noChangeArrowheads="1"/>
          </p:cNvSpPr>
          <p:nvPr>
            <p:ph type="sldNum" sz="quarter" idx="12"/>
          </p:nvPr>
        </p:nvSpPr>
        <p:spPr>
          <a:ln/>
        </p:spPr>
        <p:txBody>
          <a:bodyPr/>
          <a:lstStyle>
            <a:lvl1pPr>
              <a:defRPr/>
            </a:lvl1pPr>
          </a:lstStyle>
          <a:p>
            <a:pPr>
              <a:defRPr/>
            </a:pPr>
            <a:fld id="{D709C51E-3EB4-4A6C-B489-3E348F82F834}" type="slidenum">
              <a:rPr lang="en-GB"/>
              <a:pPr>
                <a:defRPr/>
              </a:pPr>
              <a:t>‹#›</a:t>
            </a:fld>
            <a:endParaRPr lang="en-GB"/>
          </a:p>
        </p:txBody>
      </p:sp>
    </p:spTree>
    <p:extLst>
      <p:ext uri="{BB962C8B-B14F-4D97-AF65-F5344CB8AC3E}">
        <p14:creationId xmlns:p14="http://schemas.microsoft.com/office/powerpoint/2010/main" val="155984721"/>
      </p:ext>
    </p:extLst>
  </p:cSld>
  <p:clrMapOvr>
    <a:masterClrMapping/>
  </p:clrMapOvr>
</p:sldLayout>
</file>

<file path=ppt/slideLayouts/slideLayout44.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GB"/>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GB"/>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Rectangle 4"/>
          <p:cNvSpPr>
            <a:spLocks noGrp="1" noChangeArrowheads="1"/>
          </p:cNvSpPr>
          <p:nvPr>
            <p:ph type="dt" sz="half" idx="10"/>
          </p:nvPr>
        </p:nvSpPr>
        <p:spPr>
          <a:ln/>
        </p:spPr>
        <p:txBody>
          <a:bodyPr/>
          <a:lstStyle>
            <a:lvl1pPr>
              <a:defRPr/>
            </a:lvl1pPr>
          </a:lstStyle>
          <a:p>
            <a:pPr>
              <a:defRPr/>
            </a:pPr>
            <a:fld id="{F2099084-5C7F-4CF5-9AE8-F3AA8F0EA9F9}" type="datetime1">
              <a:rPr lang="en-GB"/>
              <a:pPr>
                <a:defRPr/>
              </a:pPr>
              <a:t>07/01/2018</a:t>
            </a:fld>
            <a:endParaRPr lang="en-GB"/>
          </a:p>
        </p:txBody>
      </p:sp>
      <p:sp>
        <p:nvSpPr>
          <p:cNvPr id="6" name="Rectangle 5"/>
          <p:cNvSpPr>
            <a:spLocks noGrp="1" noChangeArrowheads="1"/>
          </p:cNvSpPr>
          <p:nvPr>
            <p:ph type="ftr" sz="quarter" idx="11"/>
          </p:nvPr>
        </p:nvSpPr>
        <p:spPr>
          <a:ln/>
        </p:spPr>
        <p:txBody>
          <a:bodyPr/>
          <a:lstStyle>
            <a:lvl1pPr>
              <a:defRPr/>
            </a:lvl1pPr>
          </a:lstStyle>
          <a:p>
            <a:pPr>
              <a:defRPr/>
            </a:pPr>
            <a:endParaRPr lang="en-GB"/>
          </a:p>
        </p:txBody>
      </p:sp>
      <p:sp>
        <p:nvSpPr>
          <p:cNvPr id="7" name="Rectangle 6"/>
          <p:cNvSpPr>
            <a:spLocks noGrp="1" noChangeArrowheads="1"/>
          </p:cNvSpPr>
          <p:nvPr>
            <p:ph type="sldNum" sz="quarter" idx="12"/>
          </p:nvPr>
        </p:nvSpPr>
        <p:spPr>
          <a:ln/>
        </p:spPr>
        <p:txBody>
          <a:bodyPr/>
          <a:lstStyle>
            <a:lvl1pPr>
              <a:defRPr/>
            </a:lvl1pPr>
          </a:lstStyle>
          <a:p>
            <a:pPr>
              <a:defRPr/>
            </a:pPr>
            <a:fld id="{AFA269E3-5176-4669-8431-5AAACA4E051D}" type="slidenum">
              <a:rPr lang="en-GB"/>
              <a:pPr>
                <a:defRPr/>
              </a:pPr>
              <a:t>‹#›</a:t>
            </a:fld>
            <a:endParaRPr lang="en-GB"/>
          </a:p>
        </p:txBody>
      </p:sp>
    </p:spTree>
    <p:extLst>
      <p:ext uri="{BB962C8B-B14F-4D97-AF65-F5344CB8AC3E}">
        <p14:creationId xmlns:p14="http://schemas.microsoft.com/office/powerpoint/2010/main" val="3583235474"/>
      </p:ext>
    </p:extLst>
  </p:cSld>
  <p:clrMapOvr>
    <a:masterClrMapping/>
  </p:clrMapOvr>
</p:sldLayout>
</file>

<file path=ppt/slideLayouts/slideLayout45.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GB"/>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en-GB" noProof="0" smtClean="0"/>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Rectangle 4"/>
          <p:cNvSpPr>
            <a:spLocks noGrp="1" noChangeArrowheads="1"/>
          </p:cNvSpPr>
          <p:nvPr>
            <p:ph type="dt" sz="half" idx="10"/>
          </p:nvPr>
        </p:nvSpPr>
        <p:spPr>
          <a:ln/>
        </p:spPr>
        <p:txBody>
          <a:bodyPr/>
          <a:lstStyle>
            <a:lvl1pPr>
              <a:defRPr/>
            </a:lvl1pPr>
          </a:lstStyle>
          <a:p>
            <a:pPr>
              <a:defRPr/>
            </a:pPr>
            <a:fld id="{4B29C012-FA62-4961-8411-9D683412FB31}" type="datetime1">
              <a:rPr lang="en-GB"/>
              <a:pPr>
                <a:defRPr/>
              </a:pPr>
              <a:t>07/01/2018</a:t>
            </a:fld>
            <a:endParaRPr lang="en-GB"/>
          </a:p>
        </p:txBody>
      </p:sp>
      <p:sp>
        <p:nvSpPr>
          <p:cNvPr id="6" name="Rectangle 5"/>
          <p:cNvSpPr>
            <a:spLocks noGrp="1" noChangeArrowheads="1"/>
          </p:cNvSpPr>
          <p:nvPr>
            <p:ph type="ftr" sz="quarter" idx="11"/>
          </p:nvPr>
        </p:nvSpPr>
        <p:spPr>
          <a:ln/>
        </p:spPr>
        <p:txBody>
          <a:bodyPr/>
          <a:lstStyle>
            <a:lvl1pPr>
              <a:defRPr/>
            </a:lvl1pPr>
          </a:lstStyle>
          <a:p>
            <a:pPr>
              <a:defRPr/>
            </a:pPr>
            <a:endParaRPr lang="en-GB"/>
          </a:p>
        </p:txBody>
      </p:sp>
      <p:sp>
        <p:nvSpPr>
          <p:cNvPr id="7" name="Rectangle 6"/>
          <p:cNvSpPr>
            <a:spLocks noGrp="1" noChangeArrowheads="1"/>
          </p:cNvSpPr>
          <p:nvPr>
            <p:ph type="sldNum" sz="quarter" idx="12"/>
          </p:nvPr>
        </p:nvSpPr>
        <p:spPr>
          <a:ln/>
        </p:spPr>
        <p:txBody>
          <a:bodyPr/>
          <a:lstStyle>
            <a:lvl1pPr>
              <a:defRPr/>
            </a:lvl1pPr>
          </a:lstStyle>
          <a:p>
            <a:pPr>
              <a:defRPr/>
            </a:pPr>
            <a:fld id="{2509C71E-CDEE-41F3-A492-2FE32C4122B5}" type="slidenum">
              <a:rPr lang="en-GB"/>
              <a:pPr>
                <a:defRPr/>
              </a:pPr>
              <a:t>‹#›</a:t>
            </a:fld>
            <a:endParaRPr lang="en-GB"/>
          </a:p>
        </p:txBody>
      </p:sp>
    </p:spTree>
    <p:extLst>
      <p:ext uri="{BB962C8B-B14F-4D97-AF65-F5344CB8AC3E}">
        <p14:creationId xmlns:p14="http://schemas.microsoft.com/office/powerpoint/2010/main" val="3878096958"/>
      </p:ext>
    </p:extLst>
  </p:cSld>
  <p:clrMapOvr>
    <a:masterClrMapping/>
  </p:clrMapOvr>
</p:sldLayout>
</file>

<file path=ppt/slideLayouts/slideLayout46.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GB"/>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GB"/>
          </a:p>
        </p:txBody>
      </p:sp>
      <p:sp>
        <p:nvSpPr>
          <p:cNvPr id="4" name="Rectangle 4"/>
          <p:cNvSpPr>
            <a:spLocks noGrp="1" noChangeArrowheads="1"/>
          </p:cNvSpPr>
          <p:nvPr>
            <p:ph type="dt" sz="half" idx="10"/>
          </p:nvPr>
        </p:nvSpPr>
        <p:spPr>
          <a:ln/>
        </p:spPr>
        <p:txBody>
          <a:bodyPr/>
          <a:lstStyle>
            <a:lvl1pPr>
              <a:defRPr/>
            </a:lvl1pPr>
          </a:lstStyle>
          <a:p>
            <a:pPr>
              <a:defRPr/>
            </a:pPr>
            <a:fld id="{9C89AD61-A90F-465D-8026-FC0E4A3B1483}" type="datetime1">
              <a:rPr lang="en-GB"/>
              <a:pPr>
                <a:defRPr/>
              </a:pPr>
              <a:t>07/01/2018</a:t>
            </a:fld>
            <a:endParaRPr lang="en-GB"/>
          </a:p>
        </p:txBody>
      </p:sp>
      <p:sp>
        <p:nvSpPr>
          <p:cNvPr id="5" name="Rectangle 5"/>
          <p:cNvSpPr>
            <a:spLocks noGrp="1" noChangeArrowheads="1"/>
          </p:cNvSpPr>
          <p:nvPr>
            <p:ph type="ftr" sz="quarter" idx="11"/>
          </p:nvPr>
        </p:nvSpPr>
        <p:spPr>
          <a:ln/>
        </p:spPr>
        <p:txBody>
          <a:bodyPr/>
          <a:lstStyle>
            <a:lvl1pPr>
              <a:defRPr/>
            </a:lvl1pPr>
          </a:lstStyle>
          <a:p>
            <a:pPr>
              <a:defRPr/>
            </a:pPr>
            <a:endParaRPr lang="en-GB"/>
          </a:p>
        </p:txBody>
      </p:sp>
      <p:sp>
        <p:nvSpPr>
          <p:cNvPr id="6" name="Rectangle 6"/>
          <p:cNvSpPr>
            <a:spLocks noGrp="1" noChangeArrowheads="1"/>
          </p:cNvSpPr>
          <p:nvPr>
            <p:ph type="sldNum" sz="quarter" idx="12"/>
          </p:nvPr>
        </p:nvSpPr>
        <p:spPr>
          <a:ln/>
        </p:spPr>
        <p:txBody>
          <a:bodyPr/>
          <a:lstStyle>
            <a:lvl1pPr>
              <a:defRPr/>
            </a:lvl1pPr>
          </a:lstStyle>
          <a:p>
            <a:pPr>
              <a:defRPr/>
            </a:pPr>
            <a:fld id="{CEC16109-EE3E-4DE0-9E43-EEB19D7604A1}" type="slidenum">
              <a:rPr lang="en-GB"/>
              <a:pPr>
                <a:defRPr/>
              </a:pPr>
              <a:t>‹#›</a:t>
            </a:fld>
            <a:endParaRPr lang="en-GB"/>
          </a:p>
        </p:txBody>
      </p:sp>
    </p:spTree>
    <p:extLst>
      <p:ext uri="{BB962C8B-B14F-4D97-AF65-F5344CB8AC3E}">
        <p14:creationId xmlns:p14="http://schemas.microsoft.com/office/powerpoint/2010/main" val="1622575444"/>
      </p:ext>
    </p:extLst>
  </p:cSld>
  <p:clrMapOvr>
    <a:masterClrMapping/>
  </p:clrMapOvr>
</p:sldLayout>
</file>

<file path=ppt/slideLayouts/slideLayout47.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GB"/>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GB"/>
          </a:p>
        </p:txBody>
      </p:sp>
      <p:sp>
        <p:nvSpPr>
          <p:cNvPr id="4" name="Rectangle 4"/>
          <p:cNvSpPr>
            <a:spLocks noGrp="1" noChangeArrowheads="1"/>
          </p:cNvSpPr>
          <p:nvPr>
            <p:ph type="dt" sz="half" idx="10"/>
          </p:nvPr>
        </p:nvSpPr>
        <p:spPr>
          <a:ln/>
        </p:spPr>
        <p:txBody>
          <a:bodyPr/>
          <a:lstStyle>
            <a:lvl1pPr>
              <a:defRPr/>
            </a:lvl1pPr>
          </a:lstStyle>
          <a:p>
            <a:pPr>
              <a:defRPr/>
            </a:pPr>
            <a:fld id="{66DD5F20-7925-44B9-8963-05167227A927}" type="datetime1">
              <a:rPr lang="en-GB"/>
              <a:pPr>
                <a:defRPr/>
              </a:pPr>
              <a:t>07/01/2018</a:t>
            </a:fld>
            <a:endParaRPr lang="en-GB"/>
          </a:p>
        </p:txBody>
      </p:sp>
      <p:sp>
        <p:nvSpPr>
          <p:cNvPr id="5" name="Rectangle 5"/>
          <p:cNvSpPr>
            <a:spLocks noGrp="1" noChangeArrowheads="1"/>
          </p:cNvSpPr>
          <p:nvPr>
            <p:ph type="ftr" sz="quarter" idx="11"/>
          </p:nvPr>
        </p:nvSpPr>
        <p:spPr>
          <a:ln/>
        </p:spPr>
        <p:txBody>
          <a:bodyPr/>
          <a:lstStyle>
            <a:lvl1pPr>
              <a:defRPr/>
            </a:lvl1pPr>
          </a:lstStyle>
          <a:p>
            <a:pPr>
              <a:defRPr/>
            </a:pPr>
            <a:endParaRPr lang="en-GB"/>
          </a:p>
        </p:txBody>
      </p:sp>
      <p:sp>
        <p:nvSpPr>
          <p:cNvPr id="6" name="Rectangle 6"/>
          <p:cNvSpPr>
            <a:spLocks noGrp="1" noChangeArrowheads="1"/>
          </p:cNvSpPr>
          <p:nvPr>
            <p:ph type="sldNum" sz="quarter" idx="12"/>
          </p:nvPr>
        </p:nvSpPr>
        <p:spPr>
          <a:ln/>
        </p:spPr>
        <p:txBody>
          <a:bodyPr/>
          <a:lstStyle>
            <a:lvl1pPr>
              <a:defRPr/>
            </a:lvl1pPr>
          </a:lstStyle>
          <a:p>
            <a:pPr>
              <a:defRPr/>
            </a:pPr>
            <a:fld id="{CD103D39-E6B5-4825-82B7-1F236515E509}" type="slidenum">
              <a:rPr lang="en-GB"/>
              <a:pPr>
                <a:defRPr/>
              </a:pPr>
              <a:t>‹#›</a:t>
            </a:fld>
            <a:endParaRPr lang="en-GB"/>
          </a:p>
        </p:txBody>
      </p:sp>
    </p:spTree>
    <p:extLst>
      <p:ext uri="{BB962C8B-B14F-4D97-AF65-F5344CB8AC3E}">
        <p14:creationId xmlns:p14="http://schemas.microsoft.com/office/powerpoint/2010/main" val="4109304595"/>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6" Type="http://schemas.openxmlformats.org/officeDocument/2006/relationships/image" Target="../media/image1.jpeg"/><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theme" Target="../theme/theme1.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22.xml"/><Relationship Id="rId13" Type="http://schemas.openxmlformats.org/officeDocument/2006/relationships/image" Target="../media/image1.jpeg"/><Relationship Id="rId3" Type="http://schemas.openxmlformats.org/officeDocument/2006/relationships/slideLayout" Target="../slideLayouts/slideLayout17.xml"/><Relationship Id="rId7" Type="http://schemas.openxmlformats.org/officeDocument/2006/relationships/slideLayout" Target="../slideLayouts/slideLayout21.xml"/><Relationship Id="rId12" Type="http://schemas.openxmlformats.org/officeDocument/2006/relationships/theme" Target="../theme/theme2.xml"/><Relationship Id="rId2" Type="http://schemas.openxmlformats.org/officeDocument/2006/relationships/slideLayout" Target="../slideLayouts/slideLayout16.xml"/><Relationship Id="rId1" Type="http://schemas.openxmlformats.org/officeDocument/2006/relationships/slideLayout" Target="../slideLayouts/slideLayout15.xml"/><Relationship Id="rId6" Type="http://schemas.openxmlformats.org/officeDocument/2006/relationships/slideLayout" Target="../slideLayouts/slideLayout20.xml"/><Relationship Id="rId11" Type="http://schemas.openxmlformats.org/officeDocument/2006/relationships/slideLayout" Target="../slideLayouts/slideLayout25.xml"/><Relationship Id="rId5" Type="http://schemas.openxmlformats.org/officeDocument/2006/relationships/slideLayout" Target="../slideLayouts/slideLayout19.xml"/><Relationship Id="rId10" Type="http://schemas.openxmlformats.org/officeDocument/2006/relationships/slideLayout" Target="../slideLayouts/slideLayout24.xml"/><Relationship Id="rId4" Type="http://schemas.openxmlformats.org/officeDocument/2006/relationships/slideLayout" Target="../slideLayouts/slideLayout18.xml"/><Relationship Id="rId9" Type="http://schemas.openxmlformats.org/officeDocument/2006/relationships/slideLayout" Target="../slideLayouts/slideLayout23.xml"/></Relationships>
</file>

<file path=ppt/slideMasters/_rels/slideMaster3.xml.rels><?xml version="1.0" encoding="UTF-8" standalone="yes"?>
<Relationships xmlns="http://schemas.openxmlformats.org/package/2006/relationships"><Relationship Id="rId8" Type="http://schemas.openxmlformats.org/officeDocument/2006/relationships/slideLayout" Target="../slideLayouts/slideLayout33.xml"/><Relationship Id="rId13" Type="http://schemas.openxmlformats.org/officeDocument/2006/relationships/image" Target="../media/image1.jpeg"/><Relationship Id="rId3" Type="http://schemas.openxmlformats.org/officeDocument/2006/relationships/slideLayout" Target="../slideLayouts/slideLayout28.xml"/><Relationship Id="rId7" Type="http://schemas.openxmlformats.org/officeDocument/2006/relationships/slideLayout" Target="../slideLayouts/slideLayout32.xml"/><Relationship Id="rId12" Type="http://schemas.openxmlformats.org/officeDocument/2006/relationships/theme" Target="../theme/theme3.xml"/><Relationship Id="rId2" Type="http://schemas.openxmlformats.org/officeDocument/2006/relationships/slideLayout" Target="../slideLayouts/slideLayout27.xml"/><Relationship Id="rId1" Type="http://schemas.openxmlformats.org/officeDocument/2006/relationships/slideLayout" Target="../slideLayouts/slideLayout26.xml"/><Relationship Id="rId6" Type="http://schemas.openxmlformats.org/officeDocument/2006/relationships/slideLayout" Target="../slideLayouts/slideLayout31.xml"/><Relationship Id="rId11" Type="http://schemas.openxmlformats.org/officeDocument/2006/relationships/slideLayout" Target="../slideLayouts/slideLayout36.xml"/><Relationship Id="rId5" Type="http://schemas.openxmlformats.org/officeDocument/2006/relationships/slideLayout" Target="../slideLayouts/slideLayout30.xml"/><Relationship Id="rId10" Type="http://schemas.openxmlformats.org/officeDocument/2006/relationships/slideLayout" Target="../slideLayouts/slideLayout35.xml"/><Relationship Id="rId4" Type="http://schemas.openxmlformats.org/officeDocument/2006/relationships/slideLayout" Target="../slideLayouts/slideLayout29.xml"/><Relationship Id="rId9" Type="http://schemas.openxmlformats.org/officeDocument/2006/relationships/slideLayout" Target="../slideLayouts/slideLayout34.xml"/></Relationships>
</file>

<file path=ppt/slideMasters/_rels/slideMaster4.xml.rels><?xml version="1.0" encoding="UTF-8" standalone="yes"?>
<Relationships xmlns="http://schemas.openxmlformats.org/package/2006/relationships"><Relationship Id="rId8" Type="http://schemas.openxmlformats.org/officeDocument/2006/relationships/slideLayout" Target="../slideLayouts/slideLayout44.xml"/><Relationship Id="rId13" Type="http://schemas.openxmlformats.org/officeDocument/2006/relationships/image" Target="../media/image1.jpeg"/><Relationship Id="rId3" Type="http://schemas.openxmlformats.org/officeDocument/2006/relationships/slideLayout" Target="../slideLayouts/slideLayout39.xml"/><Relationship Id="rId7" Type="http://schemas.openxmlformats.org/officeDocument/2006/relationships/slideLayout" Target="../slideLayouts/slideLayout43.xml"/><Relationship Id="rId12" Type="http://schemas.openxmlformats.org/officeDocument/2006/relationships/theme" Target="../theme/theme4.xml"/><Relationship Id="rId2" Type="http://schemas.openxmlformats.org/officeDocument/2006/relationships/slideLayout" Target="../slideLayouts/slideLayout38.xml"/><Relationship Id="rId1" Type="http://schemas.openxmlformats.org/officeDocument/2006/relationships/slideLayout" Target="../slideLayouts/slideLayout37.xml"/><Relationship Id="rId6" Type="http://schemas.openxmlformats.org/officeDocument/2006/relationships/slideLayout" Target="../slideLayouts/slideLayout42.xml"/><Relationship Id="rId11" Type="http://schemas.openxmlformats.org/officeDocument/2006/relationships/slideLayout" Target="../slideLayouts/slideLayout47.xml"/><Relationship Id="rId5" Type="http://schemas.openxmlformats.org/officeDocument/2006/relationships/slideLayout" Target="../slideLayouts/slideLayout41.xml"/><Relationship Id="rId10" Type="http://schemas.openxmlformats.org/officeDocument/2006/relationships/slideLayout" Target="../slideLayouts/slideLayout46.xml"/><Relationship Id="rId4" Type="http://schemas.openxmlformats.org/officeDocument/2006/relationships/slideLayout" Target="../slideLayouts/slideLayout40.xml"/><Relationship Id="rId9" Type="http://schemas.openxmlformats.org/officeDocument/2006/relationships/slideLayout" Target="../slideLayouts/slideLayout45.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26" name="Rectangle 2"/>
          <p:cNvSpPr>
            <a:spLocks noGrp="1" noChangeArrowheads="1"/>
          </p:cNvSpPr>
          <p:nvPr>
            <p:ph type="title"/>
          </p:nvPr>
        </p:nvSpPr>
        <p:spPr bwMode="auto">
          <a:xfrm>
            <a:off x="395288" y="115888"/>
            <a:ext cx="8497887" cy="64928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 uri="{FAA26D3D-D897-4be2-8F04-BA451C77F1D7}"/>
          </a:extLst>
        </p:spPr>
        <p:txBody>
          <a:bodyPr vert="horz" wrap="square" lIns="91440" tIns="45720" rIns="91440" bIns="45720" numCol="1" anchor="ctr" anchorCtr="0" compatLnSpc="1">
            <a:prstTxWarp prst="textNoShape">
              <a:avLst/>
            </a:prstTxWarp>
          </a:bodyPr>
          <a:lstStyle/>
          <a:p>
            <a:pPr lvl="0"/>
            <a:r>
              <a:rPr lang="en-GB"/>
              <a:t>Click to edit Master title style</a:t>
            </a:r>
          </a:p>
        </p:txBody>
      </p:sp>
      <p:sp>
        <p:nvSpPr>
          <p:cNvPr id="1027" name="Rectangle 3"/>
          <p:cNvSpPr>
            <a:spLocks noGrp="1" noChangeArrowheads="1"/>
          </p:cNvSpPr>
          <p:nvPr>
            <p:ph type="body" idx="1"/>
          </p:nvPr>
        </p:nvSpPr>
        <p:spPr bwMode="auto">
          <a:xfrm>
            <a:off x="395288" y="965200"/>
            <a:ext cx="7632700" cy="4968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 uri="{FAA26D3D-D897-4be2-8F04-BA451C77F1D7}"/>
          </a:extLst>
        </p:spPr>
        <p:txBody>
          <a:bodyPr vert="horz" wrap="square" lIns="91440" tIns="45720" rIns="91440" bIns="45720" numCol="1" anchor="t" anchorCtr="0" compatLnSpc="1">
            <a:prstTxWarp prst="textNoShape">
              <a:avLst/>
            </a:prstTxWarp>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p>
        </p:txBody>
      </p:sp>
      <p:sp>
        <p:nvSpPr>
          <p:cNvPr id="1028" name="Rectangle 7"/>
          <p:cNvSpPr>
            <a:spLocks noChangeArrowheads="1"/>
          </p:cNvSpPr>
          <p:nvPr userDrawn="1"/>
        </p:nvSpPr>
        <p:spPr bwMode="auto">
          <a:xfrm>
            <a:off x="250825" y="6237288"/>
            <a:ext cx="7777163" cy="144462"/>
          </a:xfrm>
          <a:prstGeom prst="rect">
            <a:avLst/>
          </a:prstGeom>
          <a:solidFill>
            <a:srgbClr val="73267A"/>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eaLnBrk="0" hangingPunct="0">
              <a:defRPr sz="2400">
                <a:solidFill>
                  <a:schemeClr val="tx1"/>
                </a:solidFill>
                <a:latin typeface="Times New Roman" pitchFamily="18" charset="0"/>
                <a:ea typeface="MS PGothic" pitchFamily="34" charset="-128"/>
              </a:defRPr>
            </a:lvl1pPr>
            <a:lvl2pPr marL="742950" indent="-285750" eaLnBrk="0" hangingPunct="0">
              <a:defRPr sz="2400">
                <a:solidFill>
                  <a:schemeClr val="tx1"/>
                </a:solidFill>
                <a:latin typeface="Times New Roman" pitchFamily="18" charset="0"/>
                <a:ea typeface="MS PGothic" pitchFamily="34" charset="-128"/>
              </a:defRPr>
            </a:lvl2pPr>
            <a:lvl3pPr marL="1143000" indent="-228600" eaLnBrk="0" hangingPunct="0">
              <a:defRPr sz="2400">
                <a:solidFill>
                  <a:schemeClr val="tx1"/>
                </a:solidFill>
                <a:latin typeface="Times New Roman" pitchFamily="18" charset="0"/>
                <a:ea typeface="MS PGothic" pitchFamily="34" charset="-128"/>
              </a:defRPr>
            </a:lvl3pPr>
            <a:lvl4pPr marL="1600200" indent="-228600" eaLnBrk="0" hangingPunct="0">
              <a:defRPr sz="2400">
                <a:solidFill>
                  <a:schemeClr val="tx1"/>
                </a:solidFill>
                <a:latin typeface="Times New Roman" pitchFamily="18" charset="0"/>
                <a:ea typeface="MS PGothic" pitchFamily="34" charset="-128"/>
              </a:defRPr>
            </a:lvl4pPr>
            <a:lvl5pPr marL="2057400" indent="-228600" eaLnBrk="0" hangingPunct="0">
              <a:defRPr sz="2400">
                <a:solidFill>
                  <a:schemeClr val="tx1"/>
                </a:solidFill>
                <a:latin typeface="Times New Roman" pitchFamily="18" charset="0"/>
                <a:ea typeface="MS PGothic" pitchFamily="34" charset="-128"/>
              </a:defRPr>
            </a:lvl5pPr>
            <a:lvl6pPr marL="2514600" indent="-228600" algn="ctr" eaLnBrk="0" fontAlgn="base" hangingPunct="0">
              <a:spcBef>
                <a:spcPct val="0"/>
              </a:spcBef>
              <a:spcAft>
                <a:spcPct val="0"/>
              </a:spcAft>
              <a:defRPr sz="2400">
                <a:solidFill>
                  <a:schemeClr val="tx1"/>
                </a:solidFill>
                <a:latin typeface="Times New Roman" pitchFamily="18" charset="0"/>
                <a:ea typeface="MS PGothic" pitchFamily="34" charset="-128"/>
              </a:defRPr>
            </a:lvl6pPr>
            <a:lvl7pPr marL="2971800" indent="-228600" algn="ctr" eaLnBrk="0" fontAlgn="base" hangingPunct="0">
              <a:spcBef>
                <a:spcPct val="0"/>
              </a:spcBef>
              <a:spcAft>
                <a:spcPct val="0"/>
              </a:spcAft>
              <a:defRPr sz="2400">
                <a:solidFill>
                  <a:schemeClr val="tx1"/>
                </a:solidFill>
                <a:latin typeface="Times New Roman" pitchFamily="18" charset="0"/>
                <a:ea typeface="MS PGothic" pitchFamily="34" charset="-128"/>
              </a:defRPr>
            </a:lvl7pPr>
            <a:lvl8pPr marL="3429000" indent="-228600" algn="ctr" eaLnBrk="0" fontAlgn="base" hangingPunct="0">
              <a:spcBef>
                <a:spcPct val="0"/>
              </a:spcBef>
              <a:spcAft>
                <a:spcPct val="0"/>
              </a:spcAft>
              <a:defRPr sz="2400">
                <a:solidFill>
                  <a:schemeClr val="tx1"/>
                </a:solidFill>
                <a:latin typeface="Times New Roman" pitchFamily="18" charset="0"/>
                <a:ea typeface="MS PGothic" pitchFamily="34" charset="-128"/>
              </a:defRPr>
            </a:lvl8pPr>
            <a:lvl9pPr marL="3886200" indent="-228600" algn="ctr" eaLnBrk="0" fontAlgn="base" hangingPunct="0">
              <a:spcBef>
                <a:spcPct val="0"/>
              </a:spcBef>
              <a:spcAft>
                <a:spcPct val="0"/>
              </a:spcAft>
              <a:defRPr sz="2400">
                <a:solidFill>
                  <a:schemeClr val="tx1"/>
                </a:solidFill>
                <a:latin typeface="Times New Roman" pitchFamily="18" charset="0"/>
                <a:ea typeface="MS PGothic" pitchFamily="34" charset="-128"/>
              </a:defRPr>
            </a:lvl9pPr>
          </a:lstStyle>
          <a:p>
            <a:pPr eaLnBrk="1" hangingPunct="1">
              <a:defRPr/>
            </a:pPr>
            <a:endParaRPr lang="en-US" altLang="en-US" smtClean="0"/>
          </a:p>
        </p:txBody>
      </p:sp>
      <p:pic>
        <p:nvPicPr>
          <p:cNvPr id="1029" name="Picture 3" descr="RBWM logo"/>
          <p:cNvPicPr>
            <a:picLocks noChangeAspect="1" noChangeArrowheads="1"/>
          </p:cNvPicPr>
          <p:nvPr userDrawn="1"/>
        </p:nvPicPr>
        <p:blipFill>
          <a:blip r:embed="rId16">
            <a:extLst>
              <a:ext uri="{28A0092B-C50C-407E-A947-70E740481C1C}">
                <a14:useLocalDpi xmlns:a14="http://schemas.microsoft.com/office/drawing/2010/main" val="0"/>
              </a:ext>
            </a:extLst>
          </a:blip>
          <a:srcRect/>
          <a:stretch>
            <a:fillRect/>
          </a:stretch>
        </p:blipFill>
        <p:spPr bwMode="auto">
          <a:xfrm>
            <a:off x="8105775" y="5229225"/>
            <a:ext cx="749300" cy="11493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 bg1="lt1" tx1="dk1" bg2="lt2" tx2="dk2" accent1="accent1" accent2="accent2" accent3="accent3" accent4="accent4" accent5="accent5" accent6="accent6" hlink="hlink" folHlink="folHlink"/>
  <p:sldLayoutIdLst>
    <p:sldLayoutId id="2147484121" r:id="rId1"/>
    <p:sldLayoutId id="2147484084" r:id="rId2"/>
    <p:sldLayoutId id="2147484122" r:id="rId3"/>
    <p:sldLayoutId id="2147484085" r:id="rId4"/>
    <p:sldLayoutId id="2147484086" r:id="rId5"/>
    <p:sldLayoutId id="2147484123" r:id="rId6"/>
    <p:sldLayoutId id="2147484124" r:id="rId7"/>
    <p:sldLayoutId id="2147484125" r:id="rId8"/>
    <p:sldLayoutId id="2147484087" r:id="rId9"/>
    <p:sldLayoutId id="2147484126" r:id="rId10"/>
    <p:sldLayoutId id="2147484127" r:id="rId11"/>
    <p:sldLayoutId id="2147484128" r:id="rId12"/>
    <p:sldLayoutId id="2147484129" r:id="rId13"/>
    <p:sldLayoutId id="2147484130" r:id="rId14"/>
  </p:sldLayoutIdLst>
  <p:hf sldNum="0" hdr="0" ftr="0" dt="0"/>
  <p:txStyles>
    <p:titleStyle>
      <a:lvl1pPr algn="r" rtl="0" eaLnBrk="0" fontAlgn="base" hangingPunct="0">
        <a:spcBef>
          <a:spcPct val="0"/>
        </a:spcBef>
        <a:spcAft>
          <a:spcPct val="0"/>
        </a:spcAft>
        <a:defRPr sz="2800">
          <a:solidFill>
            <a:schemeClr val="tx2"/>
          </a:solidFill>
          <a:latin typeface="+mj-lt"/>
          <a:ea typeface="MS PGothic" pitchFamily="34" charset="-128"/>
          <a:cs typeface="+mj-cs"/>
        </a:defRPr>
      </a:lvl1pPr>
      <a:lvl2pPr algn="r" rtl="0" eaLnBrk="0" fontAlgn="base" hangingPunct="0">
        <a:spcBef>
          <a:spcPct val="0"/>
        </a:spcBef>
        <a:spcAft>
          <a:spcPct val="0"/>
        </a:spcAft>
        <a:defRPr sz="2800">
          <a:solidFill>
            <a:schemeClr val="tx2"/>
          </a:solidFill>
          <a:latin typeface="Arial" charset="0"/>
          <a:ea typeface="MS PGothic" pitchFamily="34" charset="-128"/>
        </a:defRPr>
      </a:lvl2pPr>
      <a:lvl3pPr algn="r" rtl="0" eaLnBrk="0" fontAlgn="base" hangingPunct="0">
        <a:spcBef>
          <a:spcPct val="0"/>
        </a:spcBef>
        <a:spcAft>
          <a:spcPct val="0"/>
        </a:spcAft>
        <a:defRPr sz="2800">
          <a:solidFill>
            <a:schemeClr val="tx2"/>
          </a:solidFill>
          <a:latin typeface="Arial" charset="0"/>
          <a:ea typeface="MS PGothic" pitchFamily="34" charset="-128"/>
        </a:defRPr>
      </a:lvl3pPr>
      <a:lvl4pPr algn="r" rtl="0" eaLnBrk="0" fontAlgn="base" hangingPunct="0">
        <a:spcBef>
          <a:spcPct val="0"/>
        </a:spcBef>
        <a:spcAft>
          <a:spcPct val="0"/>
        </a:spcAft>
        <a:defRPr sz="2800">
          <a:solidFill>
            <a:schemeClr val="tx2"/>
          </a:solidFill>
          <a:latin typeface="Arial" charset="0"/>
          <a:ea typeface="MS PGothic" pitchFamily="34" charset="-128"/>
        </a:defRPr>
      </a:lvl4pPr>
      <a:lvl5pPr algn="r" rtl="0" eaLnBrk="0" fontAlgn="base" hangingPunct="0">
        <a:spcBef>
          <a:spcPct val="0"/>
        </a:spcBef>
        <a:spcAft>
          <a:spcPct val="0"/>
        </a:spcAft>
        <a:defRPr sz="2800">
          <a:solidFill>
            <a:schemeClr val="tx2"/>
          </a:solidFill>
          <a:latin typeface="Arial" charset="0"/>
          <a:ea typeface="MS PGothic" pitchFamily="34" charset="-128"/>
        </a:defRPr>
      </a:lvl5pPr>
      <a:lvl6pPr marL="457200" algn="ctr" rtl="0" fontAlgn="base">
        <a:spcBef>
          <a:spcPct val="0"/>
        </a:spcBef>
        <a:spcAft>
          <a:spcPct val="0"/>
        </a:spcAft>
        <a:defRPr sz="4400">
          <a:solidFill>
            <a:schemeClr val="tx2"/>
          </a:solidFill>
          <a:latin typeface="Times New Roman" pitchFamily="18" charset="0"/>
        </a:defRPr>
      </a:lvl6pPr>
      <a:lvl7pPr marL="914400" algn="ctr" rtl="0" fontAlgn="base">
        <a:spcBef>
          <a:spcPct val="0"/>
        </a:spcBef>
        <a:spcAft>
          <a:spcPct val="0"/>
        </a:spcAft>
        <a:defRPr sz="4400">
          <a:solidFill>
            <a:schemeClr val="tx2"/>
          </a:solidFill>
          <a:latin typeface="Times New Roman" pitchFamily="18" charset="0"/>
        </a:defRPr>
      </a:lvl7pPr>
      <a:lvl8pPr marL="1371600" algn="ctr" rtl="0" fontAlgn="base">
        <a:spcBef>
          <a:spcPct val="0"/>
        </a:spcBef>
        <a:spcAft>
          <a:spcPct val="0"/>
        </a:spcAft>
        <a:defRPr sz="4400">
          <a:solidFill>
            <a:schemeClr val="tx2"/>
          </a:solidFill>
          <a:latin typeface="Times New Roman" pitchFamily="18" charset="0"/>
        </a:defRPr>
      </a:lvl8pPr>
      <a:lvl9pPr marL="1828800" algn="ctr" rtl="0" fontAlgn="base">
        <a:spcBef>
          <a:spcPct val="0"/>
        </a:spcBef>
        <a:spcAft>
          <a:spcPct val="0"/>
        </a:spcAft>
        <a:defRPr sz="4400">
          <a:solidFill>
            <a:schemeClr val="tx2"/>
          </a:solidFill>
          <a:latin typeface="Times New Roman" pitchFamily="18" charset="0"/>
        </a:defRPr>
      </a:lvl9pPr>
    </p:titleStyle>
    <p:bodyStyle>
      <a:lvl1pPr marL="342900" indent="-342900" algn="l" rtl="0" eaLnBrk="0" fontAlgn="base" hangingPunct="0">
        <a:spcBef>
          <a:spcPct val="20000"/>
        </a:spcBef>
        <a:spcAft>
          <a:spcPct val="0"/>
        </a:spcAft>
        <a:buChar char="•"/>
        <a:defRPr sz="2400">
          <a:solidFill>
            <a:schemeClr val="tx1"/>
          </a:solidFill>
          <a:latin typeface="+mj-lt"/>
          <a:ea typeface="MS PGothic" pitchFamily="34" charset="-128"/>
          <a:cs typeface="+mn-cs"/>
        </a:defRPr>
      </a:lvl1pPr>
      <a:lvl2pPr marL="742950" indent="-285750" algn="l" rtl="0" eaLnBrk="0" fontAlgn="base" hangingPunct="0">
        <a:spcBef>
          <a:spcPct val="20000"/>
        </a:spcBef>
        <a:spcAft>
          <a:spcPct val="0"/>
        </a:spcAft>
        <a:buChar char="–"/>
        <a:defRPr sz="2000">
          <a:solidFill>
            <a:schemeClr val="tx1"/>
          </a:solidFill>
          <a:latin typeface="+mj-lt"/>
          <a:ea typeface="MS PGothic" pitchFamily="34" charset="-128"/>
        </a:defRPr>
      </a:lvl2pPr>
      <a:lvl3pPr marL="1143000" indent="-228600" algn="l" rtl="0" eaLnBrk="0" fontAlgn="base" hangingPunct="0">
        <a:spcBef>
          <a:spcPct val="20000"/>
        </a:spcBef>
        <a:spcAft>
          <a:spcPct val="0"/>
        </a:spcAft>
        <a:buChar char="•"/>
        <a:defRPr sz="2000">
          <a:solidFill>
            <a:schemeClr val="tx1"/>
          </a:solidFill>
          <a:latin typeface="+mj-lt"/>
          <a:ea typeface="MS PGothic" pitchFamily="34" charset="-128"/>
        </a:defRPr>
      </a:lvl3pPr>
      <a:lvl4pPr marL="1600200" indent="-228600" algn="l" rtl="0" eaLnBrk="0" fontAlgn="base" hangingPunct="0">
        <a:spcBef>
          <a:spcPct val="20000"/>
        </a:spcBef>
        <a:spcAft>
          <a:spcPct val="0"/>
        </a:spcAft>
        <a:buChar char="–"/>
        <a:defRPr sz="2000">
          <a:solidFill>
            <a:schemeClr val="tx1"/>
          </a:solidFill>
          <a:latin typeface="+mj-lt"/>
          <a:ea typeface="MS PGothic" pitchFamily="34" charset="-128"/>
        </a:defRPr>
      </a:lvl4pPr>
      <a:lvl5pPr marL="2057400" indent="-228600" algn="l" rtl="0" eaLnBrk="0" fontAlgn="base" hangingPunct="0">
        <a:spcBef>
          <a:spcPct val="20000"/>
        </a:spcBef>
        <a:spcAft>
          <a:spcPct val="0"/>
        </a:spcAft>
        <a:buChar char="»"/>
        <a:defRPr sz="2000">
          <a:solidFill>
            <a:schemeClr val="tx1"/>
          </a:solidFill>
          <a:latin typeface="+mj-lt"/>
          <a:ea typeface="MS PGothic" pitchFamily="34" charset="-128"/>
        </a:defRPr>
      </a:lvl5pPr>
      <a:lvl6pPr marL="2514600" indent="-228600" algn="l" rtl="0" fontAlgn="base">
        <a:spcBef>
          <a:spcPct val="20000"/>
        </a:spcBef>
        <a:spcAft>
          <a:spcPct val="0"/>
        </a:spcAft>
        <a:buChar char="»"/>
        <a:defRPr sz="2000">
          <a:solidFill>
            <a:schemeClr val="tx1"/>
          </a:solidFill>
          <a:latin typeface="+mn-lt"/>
        </a:defRPr>
      </a:lvl6pPr>
      <a:lvl7pPr marL="2971800" indent="-228600" algn="l" rtl="0" fontAlgn="base">
        <a:spcBef>
          <a:spcPct val="20000"/>
        </a:spcBef>
        <a:spcAft>
          <a:spcPct val="0"/>
        </a:spcAft>
        <a:buChar char="»"/>
        <a:defRPr sz="2000">
          <a:solidFill>
            <a:schemeClr val="tx1"/>
          </a:solidFill>
          <a:latin typeface="+mn-lt"/>
        </a:defRPr>
      </a:lvl7pPr>
      <a:lvl8pPr marL="3429000" indent="-228600" algn="l" rtl="0" fontAlgn="base">
        <a:spcBef>
          <a:spcPct val="20000"/>
        </a:spcBef>
        <a:spcAft>
          <a:spcPct val="0"/>
        </a:spcAft>
        <a:buChar char="»"/>
        <a:defRPr sz="2000">
          <a:solidFill>
            <a:schemeClr val="tx1"/>
          </a:solidFill>
          <a:latin typeface="+mn-lt"/>
        </a:defRPr>
      </a:lvl8pPr>
      <a:lvl9pPr marL="3886200" indent="-228600" algn="l" rtl="0" fontAlgn="base">
        <a:spcBef>
          <a:spcPct val="20000"/>
        </a:spcBef>
        <a:spcAft>
          <a:spcPct val="0"/>
        </a:spcAft>
        <a:buChar char="»"/>
        <a:defRPr sz="2000">
          <a:solidFill>
            <a:schemeClr val="tx1"/>
          </a:solidFill>
          <a:latin typeface="+mn-lt"/>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2050" name="Title Placeholder 1"/>
          <p:cNvSpPr>
            <a:spLocks noGrp="1"/>
          </p:cNvSpPr>
          <p:nvPr>
            <p:ph type="title"/>
          </p:nvPr>
        </p:nvSpPr>
        <p:spPr bwMode="auto">
          <a:xfrm>
            <a:off x="457200" y="274638"/>
            <a:ext cx="8229600" cy="1143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p>
            <a:pPr lvl="0"/>
            <a:r>
              <a:rPr lang="en-US" altLang="en-US" smtClean="0"/>
              <a:t>Click to edit Master title style</a:t>
            </a:r>
            <a:endParaRPr lang="en-GB" altLang="en-US" smtClean="0"/>
          </a:p>
        </p:txBody>
      </p:sp>
      <p:sp>
        <p:nvSpPr>
          <p:cNvPr id="2051" name="Text Placeholder 2"/>
          <p:cNvSpPr>
            <a:spLocks noGrp="1"/>
          </p:cNvSpPr>
          <p:nvPr>
            <p:ph type="body" idx="1"/>
          </p:nvPr>
        </p:nvSpPr>
        <p:spPr bwMode="auto">
          <a:xfrm>
            <a:off x="457200" y="1600200"/>
            <a:ext cx="8229600" cy="4525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lvl="0"/>
            <a:r>
              <a:rPr lang="en-US" altLang="en-US" smtClean="0"/>
              <a:t>Click to edit Master text styles</a:t>
            </a:r>
          </a:p>
          <a:p>
            <a:pPr lvl="1"/>
            <a:r>
              <a:rPr lang="en-US" altLang="en-US" smtClean="0"/>
              <a:t>Second level</a:t>
            </a:r>
          </a:p>
          <a:p>
            <a:pPr lvl="2"/>
            <a:r>
              <a:rPr lang="en-US" altLang="en-US" smtClean="0"/>
              <a:t>Third level</a:t>
            </a:r>
          </a:p>
          <a:p>
            <a:pPr lvl="3"/>
            <a:r>
              <a:rPr lang="en-US" altLang="en-US" smtClean="0"/>
              <a:t>Fourth level</a:t>
            </a:r>
          </a:p>
          <a:p>
            <a:pPr lvl="4"/>
            <a:r>
              <a:rPr lang="en-US" altLang="en-US" smtClean="0"/>
              <a:t>Fifth level</a:t>
            </a:r>
            <a:endParaRPr lang="en-GB" altLang="en-US" smtClean="0"/>
          </a:p>
        </p:txBody>
      </p:sp>
      <p:sp>
        <p:nvSpPr>
          <p:cNvPr id="4" name="Date Placeholder 3"/>
          <p:cNvSpPr>
            <a:spLocks noGrp="1"/>
          </p:cNvSpPr>
          <p:nvPr>
            <p:ph type="dt" sz="half" idx="2"/>
          </p:nvPr>
        </p:nvSpPr>
        <p:spPr>
          <a:xfrm>
            <a:off x="457200" y="6356350"/>
            <a:ext cx="2133600" cy="365125"/>
          </a:xfrm>
          <a:prstGeom prst="rect">
            <a:avLst/>
          </a:prstGeom>
        </p:spPr>
        <p:txBody>
          <a:bodyPr vert="horz" wrap="square" lIns="91440" tIns="45720" rIns="91440" bIns="45720" numCol="1" anchor="ctr" anchorCtr="0" compatLnSpc="1">
            <a:prstTxWarp prst="textNoShape">
              <a:avLst/>
            </a:prstTxWarp>
          </a:bodyPr>
          <a:lstStyle>
            <a:lvl1pPr algn="l">
              <a:defRPr sz="1200">
                <a:solidFill>
                  <a:srgbClr val="898989"/>
                </a:solidFill>
              </a:defRPr>
            </a:lvl1pPr>
          </a:lstStyle>
          <a:p>
            <a:pPr>
              <a:defRPr/>
            </a:pPr>
            <a:fld id="{EDDBA0D3-6193-4E0F-B453-77F65E8EBCD8}" type="datetime1">
              <a:rPr lang="en-GB"/>
              <a:pPr>
                <a:defRPr/>
              </a:pPr>
              <a:t>07/01/2018</a:t>
            </a:fld>
            <a:endParaRPr lang="en-GB"/>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latin typeface="Times New Roman" pitchFamily="18" charset="0"/>
                <a:ea typeface="+mn-ea"/>
              </a:defRPr>
            </a:lvl1pPr>
          </a:lstStyle>
          <a:p>
            <a:pPr>
              <a:defRPr/>
            </a:pPr>
            <a:endParaRPr lang="en-GB"/>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wrap="square" lIns="91440" tIns="45720" rIns="91440" bIns="45720" numCol="1" anchor="ctr" anchorCtr="0" compatLnSpc="1">
            <a:prstTxWarp prst="textNoShape">
              <a:avLst/>
            </a:prstTxWarp>
          </a:bodyPr>
          <a:lstStyle>
            <a:lvl1pPr algn="r">
              <a:defRPr sz="1200">
                <a:solidFill>
                  <a:srgbClr val="898989"/>
                </a:solidFill>
              </a:defRPr>
            </a:lvl1pPr>
          </a:lstStyle>
          <a:p>
            <a:pPr>
              <a:defRPr/>
            </a:pPr>
            <a:fld id="{C146901C-12B1-40DD-8DBE-C2246E163039}" type="slidenum">
              <a:rPr lang="en-GB"/>
              <a:pPr>
                <a:defRPr/>
              </a:pPr>
              <a:t>‹#›</a:t>
            </a:fld>
            <a:endParaRPr lang="en-GB"/>
          </a:p>
        </p:txBody>
      </p:sp>
      <p:sp>
        <p:nvSpPr>
          <p:cNvPr id="2055" name="Rectangle 7"/>
          <p:cNvSpPr>
            <a:spLocks noChangeArrowheads="1"/>
          </p:cNvSpPr>
          <p:nvPr userDrawn="1"/>
        </p:nvSpPr>
        <p:spPr bwMode="auto">
          <a:xfrm>
            <a:off x="250825" y="6237288"/>
            <a:ext cx="7777163" cy="144462"/>
          </a:xfrm>
          <a:prstGeom prst="rect">
            <a:avLst/>
          </a:prstGeom>
          <a:solidFill>
            <a:srgbClr val="73267A"/>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eaLnBrk="0" hangingPunct="0">
              <a:defRPr sz="2400">
                <a:solidFill>
                  <a:schemeClr val="tx1"/>
                </a:solidFill>
                <a:latin typeface="Times New Roman" pitchFamily="18" charset="0"/>
                <a:ea typeface="MS PGothic" pitchFamily="34" charset="-128"/>
              </a:defRPr>
            </a:lvl1pPr>
            <a:lvl2pPr marL="742950" indent="-285750" eaLnBrk="0" hangingPunct="0">
              <a:defRPr sz="2400">
                <a:solidFill>
                  <a:schemeClr val="tx1"/>
                </a:solidFill>
                <a:latin typeface="Times New Roman" pitchFamily="18" charset="0"/>
                <a:ea typeface="MS PGothic" pitchFamily="34" charset="-128"/>
              </a:defRPr>
            </a:lvl2pPr>
            <a:lvl3pPr marL="1143000" indent="-228600" eaLnBrk="0" hangingPunct="0">
              <a:defRPr sz="2400">
                <a:solidFill>
                  <a:schemeClr val="tx1"/>
                </a:solidFill>
                <a:latin typeface="Times New Roman" pitchFamily="18" charset="0"/>
                <a:ea typeface="MS PGothic" pitchFamily="34" charset="-128"/>
              </a:defRPr>
            </a:lvl3pPr>
            <a:lvl4pPr marL="1600200" indent="-228600" eaLnBrk="0" hangingPunct="0">
              <a:defRPr sz="2400">
                <a:solidFill>
                  <a:schemeClr val="tx1"/>
                </a:solidFill>
                <a:latin typeface="Times New Roman" pitchFamily="18" charset="0"/>
                <a:ea typeface="MS PGothic" pitchFamily="34" charset="-128"/>
              </a:defRPr>
            </a:lvl4pPr>
            <a:lvl5pPr marL="2057400" indent="-228600" eaLnBrk="0" hangingPunct="0">
              <a:defRPr sz="2400">
                <a:solidFill>
                  <a:schemeClr val="tx1"/>
                </a:solidFill>
                <a:latin typeface="Times New Roman" pitchFamily="18" charset="0"/>
                <a:ea typeface="MS PGothic" pitchFamily="34" charset="-128"/>
              </a:defRPr>
            </a:lvl5pPr>
            <a:lvl6pPr marL="2514600" indent="-228600" algn="ctr" eaLnBrk="0" fontAlgn="base" hangingPunct="0">
              <a:spcBef>
                <a:spcPct val="0"/>
              </a:spcBef>
              <a:spcAft>
                <a:spcPct val="0"/>
              </a:spcAft>
              <a:defRPr sz="2400">
                <a:solidFill>
                  <a:schemeClr val="tx1"/>
                </a:solidFill>
                <a:latin typeface="Times New Roman" pitchFamily="18" charset="0"/>
                <a:ea typeface="MS PGothic" pitchFamily="34" charset="-128"/>
              </a:defRPr>
            </a:lvl6pPr>
            <a:lvl7pPr marL="2971800" indent="-228600" algn="ctr" eaLnBrk="0" fontAlgn="base" hangingPunct="0">
              <a:spcBef>
                <a:spcPct val="0"/>
              </a:spcBef>
              <a:spcAft>
                <a:spcPct val="0"/>
              </a:spcAft>
              <a:defRPr sz="2400">
                <a:solidFill>
                  <a:schemeClr val="tx1"/>
                </a:solidFill>
                <a:latin typeface="Times New Roman" pitchFamily="18" charset="0"/>
                <a:ea typeface="MS PGothic" pitchFamily="34" charset="-128"/>
              </a:defRPr>
            </a:lvl7pPr>
            <a:lvl8pPr marL="3429000" indent="-228600" algn="ctr" eaLnBrk="0" fontAlgn="base" hangingPunct="0">
              <a:spcBef>
                <a:spcPct val="0"/>
              </a:spcBef>
              <a:spcAft>
                <a:spcPct val="0"/>
              </a:spcAft>
              <a:defRPr sz="2400">
                <a:solidFill>
                  <a:schemeClr val="tx1"/>
                </a:solidFill>
                <a:latin typeface="Times New Roman" pitchFamily="18" charset="0"/>
                <a:ea typeface="MS PGothic" pitchFamily="34" charset="-128"/>
              </a:defRPr>
            </a:lvl8pPr>
            <a:lvl9pPr marL="3886200" indent="-228600" algn="ctr" eaLnBrk="0" fontAlgn="base" hangingPunct="0">
              <a:spcBef>
                <a:spcPct val="0"/>
              </a:spcBef>
              <a:spcAft>
                <a:spcPct val="0"/>
              </a:spcAft>
              <a:defRPr sz="2400">
                <a:solidFill>
                  <a:schemeClr val="tx1"/>
                </a:solidFill>
                <a:latin typeface="Times New Roman" pitchFamily="18" charset="0"/>
                <a:ea typeface="MS PGothic" pitchFamily="34" charset="-128"/>
              </a:defRPr>
            </a:lvl9pPr>
          </a:lstStyle>
          <a:p>
            <a:pPr eaLnBrk="1" hangingPunct="1">
              <a:defRPr/>
            </a:pPr>
            <a:endParaRPr lang="en-US" altLang="en-US" smtClean="0"/>
          </a:p>
        </p:txBody>
      </p:sp>
      <p:pic>
        <p:nvPicPr>
          <p:cNvPr id="2056" name="Picture 3" descr="RBWM logo"/>
          <p:cNvPicPr>
            <a:picLocks noChangeAspect="1" noChangeArrowheads="1"/>
          </p:cNvPicPr>
          <p:nvPr userDrawn="1"/>
        </p:nvPicPr>
        <p:blipFill>
          <a:blip r:embed="rId13">
            <a:extLst>
              <a:ext uri="{28A0092B-C50C-407E-A947-70E740481C1C}">
                <a14:useLocalDpi xmlns:a14="http://schemas.microsoft.com/office/drawing/2010/main" val="0"/>
              </a:ext>
            </a:extLst>
          </a:blip>
          <a:srcRect/>
          <a:stretch>
            <a:fillRect/>
          </a:stretch>
        </p:blipFill>
        <p:spPr bwMode="auto">
          <a:xfrm>
            <a:off x="8105775" y="5229225"/>
            <a:ext cx="749300" cy="11493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 bg1="lt1" tx1="dk1" bg2="lt2" tx2="dk2" accent1="accent1" accent2="accent2" accent3="accent3" accent4="accent4" accent5="accent5" accent6="accent6" hlink="hlink" folHlink="folHlink"/>
  <p:sldLayoutIdLst>
    <p:sldLayoutId id="2147484088" r:id="rId1"/>
    <p:sldLayoutId id="2147484089" r:id="rId2"/>
    <p:sldLayoutId id="2147484090" r:id="rId3"/>
    <p:sldLayoutId id="2147484091" r:id="rId4"/>
    <p:sldLayoutId id="2147484092" r:id="rId5"/>
    <p:sldLayoutId id="2147484093" r:id="rId6"/>
    <p:sldLayoutId id="2147484094" r:id="rId7"/>
    <p:sldLayoutId id="2147484095" r:id="rId8"/>
    <p:sldLayoutId id="2147484096" r:id="rId9"/>
    <p:sldLayoutId id="2147484097" r:id="rId10"/>
    <p:sldLayoutId id="2147484098" r:id="rId11"/>
  </p:sldLayoutIdLst>
  <p:hf sldNum="0" hdr="0" ftr="0" dt="0"/>
  <p:txStyles>
    <p:titleStyle>
      <a:lvl1pPr algn="ctr" rtl="0" eaLnBrk="0" fontAlgn="base" hangingPunct="0">
        <a:spcBef>
          <a:spcPct val="0"/>
        </a:spcBef>
        <a:spcAft>
          <a:spcPct val="0"/>
        </a:spcAft>
        <a:defRPr sz="4400" kern="1200">
          <a:solidFill>
            <a:schemeClr val="tx1"/>
          </a:solidFill>
          <a:latin typeface="+mj-lt"/>
          <a:ea typeface="MS PGothic" pitchFamily="34" charset="-128"/>
          <a:cs typeface="+mj-cs"/>
        </a:defRPr>
      </a:lvl1pPr>
      <a:lvl2pPr algn="ctr" rtl="0" eaLnBrk="0" fontAlgn="base" hangingPunct="0">
        <a:spcBef>
          <a:spcPct val="0"/>
        </a:spcBef>
        <a:spcAft>
          <a:spcPct val="0"/>
        </a:spcAft>
        <a:defRPr sz="4400">
          <a:solidFill>
            <a:schemeClr val="tx1"/>
          </a:solidFill>
          <a:latin typeface="Calibri" pitchFamily="34" charset="0"/>
          <a:ea typeface="MS PGothic" pitchFamily="34" charset="-128"/>
        </a:defRPr>
      </a:lvl2pPr>
      <a:lvl3pPr algn="ctr" rtl="0" eaLnBrk="0" fontAlgn="base" hangingPunct="0">
        <a:spcBef>
          <a:spcPct val="0"/>
        </a:spcBef>
        <a:spcAft>
          <a:spcPct val="0"/>
        </a:spcAft>
        <a:defRPr sz="4400">
          <a:solidFill>
            <a:schemeClr val="tx1"/>
          </a:solidFill>
          <a:latin typeface="Calibri" pitchFamily="34" charset="0"/>
          <a:ea typeface="MS PGothic" pitchFamily="34" charset="-128"/>
        </a:defRPr>
      </a:lvl3pPr>
      <a:lvl4pPr algn="ctr" rtl="0" eaLnBrk="0" fontAlgn="base" hangingPunct="0">
        <a:spcBef>
          <a:spcPct val="0"/>
        </a:spcBef>
        <a:spcAft>
          <a:spcPct val="0"/>
        </a:spcAft>
        <a:defRPr sz="4400">
          <a:solidFill>
            <a:schemeClr val="tx1"/>
          </a:solidFill>
          <a:latin typeface="Calibri" pitchFamily="34" charset="0"/>
          <a:ea typeface="MS PGothic" pitchFamily="34" charset="-128"/>
        </a:defRPr>
      </a:lvl4pPr>
      <a:lvl5pPr algn="ctr" rtl="0" eaLnBrk="0" fontAlgn="base" hangingPunct="0">
        <a:spcBef>
          <a:spcPct val="0"/>
        </a:spcBef>
        <a:spcAft>
          <a:spcPct val="0"/>
        </a:spcAft>
        <a:defRPr sz="4400">
          <a:solidFill>
            <a:schemeClr val="tx1"/>
          </a:solidFill>
          <a:latin typeface="Calibri" pitchFamily="34" charset="0"/>
          <a:ea typeface="MS PGothic" pitchFamily="34" charset="-128"/>
        </a:defRPr>
      </a:lvl5pPr>
      <a:lvl6pPr marL="457200" algn="ctr" rtl="0" fontAlgn="base">
        <a:spcBef>
          <a:spcPct val="0"/>
        </a:spcBef>
        <a:spcAft>
          <a:spcPct val="0"/>
        </a:spcAft>
        <a:defRPr sz="4400">
          <a:solidFill>
            <a:schemeClr val="tx1"/>
          </a:solidFill>
          <a:latin typeface="Calibri" pitchFamily="34" charset="0"/>
        </a:defRPr>
      </a:lvl6pPr>
      <a:lvl7pPr marL="914400" algn="ctr" rtl="0" fontAlgn="base">
        <a:spcBef>
          <a:spcPct val="0"/>
        </a:spcBef>
        <a:spcAft>
          <a:spcPct val="0"/>
        </a:spcAft>
        <a:defRPr sz="4400">
          <a:solidFill>
            <a:schemeClr val="tx1"/>
          </a:solidFill>
          <a:latin typeface="Calibri" pitchFamily="34" charset="0"/>
        </a:defRPr>
      </a:lvl7pPr>
      <a:lvl8pPr marL="1371600" algn="ctr" rtl="0" fontAlgn="base">
        <a:spcBef>
          <a:spcPct val="0"/>
        </a:spcBef>
        <a:spcAft>
          <a:spcPct val="0"/>
        </a:spcAft>
        <a:defRPr sz="4400">
          <a:solidFill>
            <a:schemeClr val="tx1"/>
          </a:solidFill>
          <a:latin typeface="Calibri" pitchFamily="34" charset="0"/>
        </a:defRPr>
      </a:lvl8pPr>
      <a:lvl9pPr marL="1828800" algn="ctr" rtl="0" fontAlgn="base">
        <a:spcBef>
          <a:spcPct val="0"/>
        </a:spcBef>
        <a:spcAft>
          <a:spcPct val="0"/>
        </a:spcAft>
        <a:defRPr sz="4400">
          <a:solidFill>
            <a:schemeClr val="tx1"/>
          </a:solidFill>
          <a:latin typeface="Calibri" pitchFamily="34" charset="0"/>
        </a:defRPr>
      </a:lvl9pPr>
    </p:titleStyle>
    <p:bodyStyle>
      <a:lvl1pPr marL="342900" indent="-342900" algn="l" rtl="0" eaLnBrk="0" fontAlgn="base" hangingPunct="0">
        <a:spcBef>
          <a:spcPct val="20000"/>
        </a:spcBef>
        <a:spcAft>
          <a:spcPct val="0"/>
        </a:spcAft>
        <a:buFont typeface="Arial" charset="0"/>
        <a:buChar char="•"/>
        <a:defRPr sz="3200" kern="1200">
          <a:solidFill>
            <a:schemeClr val="tx1"/>
          </a:solidFill>
          <a:latin typeface="+mn-lt"/>
          <a:ea typeface="MS PGothic" pitchFamily="34" charset="-128"/>
          <a:cs typeface="+mn-cs"/>
        </a:defRPr>
      </a:lvl1pPr>
      <a:lvl2pPr marL="742950" indent="-285750" algn="l" rtl="0" eaLnBrk="0" fontAlgn="base" hangingPunct="0">
        <a:spcBef>
          <a:spcPct val="20000"/>
        </a:spcBef>
        <a:spcAft>
          <a:spcPct val="0"/>
        </a:spcAft>
        <a:buFont typeface="Arial" charset="0"/>
        <a:buChar char="–"/>
        <a:defRPr sz="2800" kern="1200">
          <a:solidFill>
            <a:schemeClr val="tx1"/>
          </a:solidFill>
          <a:latin typeface="+mn-lt"/>
          <a:ea typeface="MS PGothic" pitchFamily="34" charset="-128"/>
          <a:cs typeface="+mn-cs"/>
        </a:defRPr>
      </a:lvl2pPr>
      <a:lvl3pPr marL="1143000" indent="-228600" algn="l" rtl="0" eaLnBrk="0" fontAlgn="base" hangingPunct="0">
        <a:spcBef>
          <a:spcPct val="20000"/>
        </a:spcBef>
        <a:spcAft>
          <a:spcPct val="0"/>
        </a:spcAft>
        <a:buFont typeface="Arial" charset="0"/>
        <a:buChar char="•"/>
        <a:defRPr sz="2400" kern="1200">
          <a:solidFill>
            <a:schemeClr val="tx1"/>
          </a:solidFill>
          <a:latin typeface="+mn-lt"/>
          <a:ea typeface="MS PGothic" pitchFamily="34" charset="-128"/>
          <a:cs typeface="+mn-cs"/>
        </a:defRPr>
      </a:lvl3pPr>
      <a:lvl4pPr marL="1600200" indent="-228600" algn="l" rtl="0" eaLnBrk="0" fontAlgn="base" hangingPunct="0">
        <a:spcBef>
          <a:spcPct val="20000"/>
        </a:spcBef>
        <a:spcAft>
          <a:spcPct val="0"/>
        </a:spcAft>
        <a:buFont typeface="Arial" charset="0"/>
        <a:buChar char="–"/>
        <a:defRPr sz="2000" kern="1200">
          <a:solidFill>
            <a:schemeClr val="tx1"/>
          </a:solidFill>
          <a:latin typeface="+mn-lt"/>
          <a:ea typeface="MS PGothic" pitchFamily="34" charset="-128"/>
          <a:cs typeface="+mn-cs"/>
        </a:defRPr>
      </a:lvl4pPr>
      <a:lvl5pPr marL="2057400" indent="-228600" algn="l" rtl="0" eaLnBrk="0" fontAlgn="base" hangingPunct="0">
        <a:spcBef>
          <a:spcPct val="20000"/>
        </a:spcBef>
        <a:spcAft>
          <a:spcPct val="0"/>
        </a:spcAft>
        <a:buFont typeface="Arial" charset="0"/>
        <a:buChar char="»"/>
        <a:defRPr sz="2000" kern="1200">
          <a:solidFill>
            <a:schemeClr val="tx1"/>
          </a:solidFill>
          <a:latin typeface="+mn-lt"/>
          <a:ea typeface="MS PGothic" pitchFamily="34" charset="-128"/>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3074" name="Title Placeholder 1"/>
          <p:cNvSpPr>
            <a:spLocks noGrp="1"/>
          </p:cNvSpPr>
          <p:nvPr>
            <p:ph type="title"/>
          </p:nvPr>
        </p:nvSpPr>
        <p:spPr bwMode="auto">
          <a:xfrm>
            <a:off x="457200" y="274638"/>
            <a:ext cx="8229600" cy="1143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p>
            <a:pPr lvl="0"/>
            <a:r>
              <a:rPr lang="en-US" altLang="en-US" smtClean="0"/>
              <a:t>Click to edit Master title style</a:t>
            </a:r>
            <a:endParaRPr lang="en-GB" altLang="en-US" smtClean="0"/>
          </a:p>
        </p:txBody>
      </p:sp>
      <p:sp>
        <p:nvSpPr>
          <p:cNvPr id="3075" name="Text Placeholder 2"/>
          <p:cNvSpPr>
            <a:spLocks noGrp="1"/>
          </p:cNvSpPr>
          <p:nvPr>
            <p:ph type="body" idx="1"/>
          </p:nvPr>
        </p:nvSpPr>
        <p:spPr bwMode="auto">
          <a:xfrm>
            <a:off x="457200" y="1600200"/>
            <a:ext cx="8229600" cy="4525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lvl="0"/>
            <a:r>
              <a:rPr lang="en-US" altLang="en-US" smtClean="0"/>
              <a:t>Click to edit Master text styles</a:t>
            </a:r>
          </a:p>
          <a:p>
            <a:pPr lvl="1"/>
            <a:r>
              <a:rPr lang="en-US" altLang="en-US" smtClean="0"/>
              <a:t>Second level</a:t>
            </a:r>
          </a:p>
          <a:p>
            <a:pPr lvl="2"/>
            <a:r>
              <a:rPr lang="en-US" altLang="en-US" smtClean="0"/>
              <a:t>Third level</a:t>
            </a:r>
          </a:p>
          <a:p>
            <a:pPr lvl="3"/>
            <a:r>
              <a:rPr lang="en-US" altLang="en-US" smtClean="0"/>
              <a:t>Fourth level</a:t>
            </a:r>
          </a:p>
          <a:p>
            <a:pPr lvl="4"/>
            <a:r>
              <a:rPr lang="en-US" altLang="en-US" smtClean="0"/>
              <a:t>Fifth level</a:t>
            </a:r>
            <a:endParaRPr lang="en-GB" altLang="en-US" smtClean="0"/>
          </a:p>
        </p:txBody>
      </p:sp>
      <p:sp>
        <p:nvSpPr>
          <p:cNvPr id="4" name="Date Placeholder 3"/>
          <p:cNvSpPr>
            <a:spLocks noGrp="1"/>
          </p:cNvSpPr>
          <p:nvPr>
            <p:ph type="dt" sz="half" idx="2"/>
          </p:nvPr>
        </p:nvSpPr>
        <p:spPr>
          <a:xfrm>
            <a:off x="457200" y="6356350"/>
            <a:ext cx="2133600" cy="365125"/>
          </a:xfrm>
          <a:prstGeom prst="rect">
            <a:avLst/>
          </a:prstGeom>
        </p:spPr>
        <p:txBody>
          <a:bodyPr vert="horz" wrap="square" lIns="91440" tIns="45720" rIns="91440" bIns="45720" numCol="1" anchor="ctr" anchorCtr="0" compatLnSpc="1">
            <a:prstTxWarp prst="textNoShape">
              <a:avLst/>
            </a:prstTxWarp>
          </a:bodyPr>
          <a:lstStyle>
            <a:lvl1pPr algn="l">
              <a:defRPr sz="1200">
                <a:solidFill>
                  <a:srgbClr val="898989"/>
                </a:solidFill>
              </a:defRPr>
            </a:lvl1pPr>
          </a:lstStyle>
          <a:p>
            <a:pPr>
              <a:defRPr/>
            </a:pPr>
            <a:fld id="{AC8DF5DC-1168-47BE-8B87-FD4A316C87A3}" type="datetime1">
              <a:rPr lang="en-GB"/>
              <a:pPr>
                <a:defRPr/>
              </a:pPr>
              <a:t>07/01/2018</a:t>
            </a:fld>
            <a:endParaRPr lang="en-GB"/>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latin typeface="Times New Roman" pitchFamily="18" charset="0"/>
                <a:ea typeface="+mn-ea"/>
              </a:defRPr>
            </a:lvl1pPr>
          </a:lstStyle>
          <a:p>
            <a:pPr>
              <a:defRPr/>
            </a:pPr>
            <a:endParaRPr lang="en-GB"/>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wrap="square" lIns="91440" tIns="45720" rIns="91440" bIns="45720" numCol="1" anchor="ctr" anchorCtr="0" compatLnSpc="1">
            <a:prstTxWarp prst="textNoShape">
              <a:avLst/>
            </a:prstTxWarp>
          </a:bodyPr>
          <a:lstStyle>
            <a:lvl1pPr algn="r">
              <a:defRPr sz="1200">
                <a:solidFill>
                  <a:srgbClr val="898989"/>
                </a:solidFill>
              </a:defRPr>
            </a:lvl1pPr>
          </a:lstStyle>
          <a:p>
            <a:pPr>
              <a:defRPr/>
            </a:pPr>
            <a:fld id="{8EA2DB17-9047-46F4-B9BC-DE8C9637BF13}" type="slidenum">
              <a:rPr lang="en-GB"/>
              <a:pPr>
                <a:defRPr/>
              </a:pPr>
              <a:t>‹#›</a:t>
            </a:fld>
            <a:endParaRPr lang="en-GB"/>
          </a:p>
        </p:txBody>
      </p:sp>
      <p:sp>
        <p:nvSpPr>
          <p:cNvPr id="3079" name="Rectangle 7"/>
          <p:cNvSpPr>
            <a:spLocks noChangeArrowheads="1"/>
          </p:cNvSpPr>
          <p:nvPr userDrawn="1"/>
        </p:nvSpPr>
        <p:spPr bwMode="auto">
          <a:xfrm>
            <a:off x="250825" y="6237288"/>
            <a:ext cx="7777163" cy="144462"/>
          </a:xfrm>
          <a:prstGeom prst="rect">
            <a:avLst/>
          </a:prstGeom>
          <a:solidFill>
            <a:srgbClr val="73267A"/>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eaLnBrk="0" hangingPunct="0">
              <a:defRPr sz="2400">
                <a:solidFill>
                  <a:schemeClr val="tx1"/>
                </a:solidFill>
                <a:latin typeface="Times New Roman" pitchFamily="18" charset="0"/>
                <a:ea typeface="MS PGothic" pitchFamily="34" charset="-128"/>
              </a:defRPr>
            </a:lvl1pPr>
            <a:lvl2pPr marL="742950" indent="-285750" eaLnBrk="0" hangingPunct="0">
              <a:defRPr sz="2400">
                <a:solidFill>
                  <a:schemeClr val="tx1"/>
                </a:solidFill>
                <a:latin typeface="Times New Roman" pitchFamily="18" charset="0"/>
                <a:ea typeface="MS PGothic" pitchFamily="34" charset="-128"/>
              </a:defRPr>
            </a:lvl2pPr>
            <a:lvl3pPr marL="1143000" indent="-228600" eaLnBrk="0" hangingPunct="0">
              <a:defRPr sz="2400">
                <a:solidFill>
                  <a:schemeClr val="tx1"/>
                </a:solidFill>
                <a:latin typeface="Times New Roman" pitchFamily="18" charset="0"/>
                <a:ea typeface="MS PGothic" pitchFamily="34" charset="-128"/>
              </a:defRPr>
            </a:lvl3pPr>
            <a:lvl4pPr marL="1600200" indent="-228600" eaLnBrk="0" hangingPunct="0">
              <a:defRPr sz="2400">
                <a:solidFill>
                  <a:schemeClr val="tx1"/>
                </a:solidFill>
                <a:latin typeface="Times New Roman" pitchFamily="18" charset="0"/>
                <a:ea typeface="MS PGothic" pitchFamily="34" charset="-128"/>
              </a:defRPr>
            </a:lvl4pPr>
            <a:lvl5pPr marL="2057400" indent="-228600" eaLnBrk="0" hangingPunct="0">
              <a:defRPr sz="2400">
                <a:solidFill>
                  <a:schemeClr val="tx1"/>
                </a:solidFill>
                <a:latin typeface="Times New Roman" pitchFamily="18" charset="0"/>
                <a:ea typeface="MS PGothic" pitchFamily="34" charset="-128"/>
              </a:defRPr>
            </a:lvl5pPr>
            <a:lvl6pPr marL="2514600" indent="-228600" algn="ctr" eaLnBrk="0" fontAlgn="base" hangingPunct="0">
              <a:spcBef>
                <a:spcPct val="0"/>
              </a:spcBef>
              <a:spcAft>
                <a:spcPct val="0"/>
              </a:spcAft>
              <a:defRPr sz="2400">
                <a:solidFill>
                  <a:schemeClr val="tx1"/>
                </a:solidFill>
                <a:latin typeface="Times New Roman" pitchFamily="18" charset="0"/>
                <a:ea typeface="MS PGothic" pitchFamily="34" charset="-128"/>
              </a:defRPr>
            </a:lvl6pPr>
            <a:lvl7pPr marL="2971800" indent="-228600" algn="ctr" eaLnBrk="0" fontAlgn="base" hangingPunct="0">
              <a:spcBef>
                <a:spcPct val="0"/>
              </a:spcBef>
              <a:spcAft>
                <a:spcPct val="0"/>
              </a:spcAft>
              <a:defRPr sz="2400">
                <a:solidFill>
                  <a:schemeClr val="tx1"/>
                </a:solidFill>
                <a:latin typeface="Times New Roman" pitchFamily="18" charset="0"/>
                <a:ea typeface="MS PGothic" pitchFamily="34" charset="-128"/>
              </a:defRPr>
            </a:lvl7pPr>
            <a:lvl8pPr marL="3429000" indent="-228600" algn="ctr" eaLnBrk="0" fontAlgn="base" hangingPunct="0">
              <a:spcBef>
                <a:spcPct val="0"/>
              </a:spcBef>
              <a:spcAft>
                <a:spcPct val="0"/>
              </a:spcAft>
              <a:defRPr sz="2400">
                <a:solidFill>
                  <a:schemeClr val="tx1"/>
                </a:solidFill>
                <a:latin typeface="Times New Roman" pitchFamily="18" charset="0"/>
                <a:ea typeface="MS PGothic" pitchFamily="34" charset="-128"/>
              </a:defRPr>
            </a:lvl8pPr>
            <a:lvl9pPr marL="3886200" indent="-228600" algn="ctr" eaLnBrk="0" fontAlgn="base" hangingPunct="0">
              <a:spcBef>
                <a:spcPct val="0"/>
              </a:spcBef>
              <a:spcAft>
                <a:spcPct val="0"/>
              </a:spcAft>
              <a:defRPr sz="2400">
                <a:solidFill>
                  <a:schemeClr val="tx1"/>
                </a:solidFill>
                <a:latin typeface="Times New Roman" pitchFamily="18" charset="0"/>
                <a:ea typeface="MS PGothic" pitchFamily="34" charset="-128"/>
              </a:defRPr>
            </a:lvl9pPr>
          </a:lstStyle>
          <a:p>
            <a:pPr eaLnBrk="1" hangingPunct="1">
              <a:defRPr/>
            </a:pPr>
            <a:endParaRPr lang="en-US" altLang="en-US" smtClean="0"/>
          </a:p>
        </p:txBody>
      </p:sp>
      <p:pic>
        <p:nvPicPr>
          <p:cNvPr id="3080" name="Picture 3" descr="RBWM logo"/>
          <p:cNvPicPr>
            <a:picLocks noChangeAspect="1" noChangeArrowheads="1"/>
          </p:cNvPicPr>
          <p:nvPr userDrawn="1"/>
        </p:nvPicPr>
        <p:blipFill>
          <a:blip r:embed="rId13">
            <a:extLst>
              <a:ext uri="{28A0092B-C50C-407E-A947-70E740481C1C}">
                <a14:useLocalDpi xmlns:a14="http://schemas.microsoft.com/office/drawing/2010/main" val="0"/>
              </a:ext>
            </a:extLst>
          </a:blip>
          <a:srcRect/>
          <a:stretch>
            <a:fillRect/>
          </a:stretch>
        </p:blipFill>
        <p:spPr bwMode="auto">
          <a:xfrm>
            <a:off x="8105775" y="5229225"/>
            <a:ext cx="749300" cy="11493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 bg1="lt1" tx1="dk1" bg2="lt2" tx2="dk2" accent1="accent1" accent2="accent2" accent3="accent3" accent4="accent4" accent5="accent5" accent6="accent6" hlink="hlink" folHlink="folHlink"/>
  <p:sldLayoutIdLst>
    <p:sldLayoutId id="2147484099" r:id="rId1"/>
    <p:sldLayoutId id="2147484100" r:id="rId2"/>
    <p:sldLayoutId id="2147484101" r:id="rId3"/>
    <p:sldLayoutId id="2147484102" r:id="rId4"/>
    <p:sldLayoutId id="2147484103" r:id="rId5"/>
    <p:sldLayoutId id="2147484104" r:id="rId6"/>
    <p:sldLayoutId id="2147484105" r:id="rId7"/>
    <p:sldLayoutId id="2147484106" r:id="rId8"/>
    <p:sldLayoutId id="2147484107" r:id="rId9"/>
    <p:sldLayoutId id="2147484108" r:id="rId10"/>
    <p:sldLayoutId id="2147484109" r:id="rId11"/>
  </p:sldLayoutIdLst>
  <p:hf sldNum="0" hdr="0" ftr="0" dt="0"/>
  <p:txStyles>
    <p:titleStyle>
      <a:lvl1pPr algn="ctr" rtl="0" eaLnBrk="0" fontAlgn="base" hangingPunct="0">
        <a:spcBef>
          <a:spcPct val="0"/>
        </a:spcBef>
        <a:spcAft>
          <a:spcPct val="0"/>
        </a:spcAft>
        <a:defRPr sz="4400" kern="1200">
          <a:solidFill>
            <a:schemeClr val="tx1"/>
          </a:solidFill>
          <a:latin typeface="+mj-lt"/>
          <a:ea typeface="MS PGothic" pitchFamily="34" charset="-128"/>
          <a:cs typeface="+mj-cs"/>
        </a:defRPr>
      </a:lvl1pPr>
      <a:lvl2pPr algn="ctr" rtl="0" eaLnBrk="0" fontAlgn="base" hangingPunct="0">
        <a:spcBef>
          <a:spcPct val="0"/>
        </a:spcBef>
        <a:spcAft>
          <a:spcPct val="0"/>
        </a:spcAft>
        <a:defRPr sz="4400">
          <a:solidFill>
            <a:schemeClr val="tx1"/>
          </a:solidFill>
          <a:latin typeface="Calibri" pitchFamily="34" charset="0"/>
          <a:ea typeface="MS PGothic" pitchFamily="34" charset="-128"/>
        </a:defRPr>
      </a:lvl2pPr>
      <a:lvl3pPr algn="ctr" rtl="0" eaLnBrk="0" fontAlgn="base" hangingPunct="0">
        <a:spcBef>
          <a:spcPct val="0"/>
        </a:spcBef>
        <a:spcAft>
          <a:spcPct val="0"/>
        </a:spcAft>
        <a:defRPr sz="4400">
          <a:solidFill>
            <a:schemeClr val="tx1"/>
          </a:solidFill>
          <a:latin typeface="Calibri" pitchFamily="34" charset="0"/>
          <a:ea typeface="MS PGothic" pitchFamily="34" charset="-128"/>
        </a:defRPr>
      </a:lvl3pPr>
      <a:lvl4pPr algn="ctr" rtl="0" eaLnBrk="0" fontAlgn="base" hangingPunct="0">
        <a:spcBef>
          <a:spcPct val="0"/>
        </a:spcBef>
        <a:spcAft>
          <a:spcPct val="0"/>
        </a:spcAft>
        <a:defRPr sz="4400">
          <a:solidFill>
            <a:schemeClr val="tx1"/>
          </a:solidFill>
          <a:latin typeface="Calibri" pitchFamily="34" charset="0"/>
          <a:ea typeface="MS PGothic" pitchFamily="34" charset="-128"/>
        </a:defRPr>
      </a:lvl4pPr>
      <a:lvl5pPr algn="ctr" rtl="0" eaLnBrk="0" fontAlgn="base" hangingPunct="0">
        <a:spcBef>
          <a:spcPct val="0"/>
        </a:spcBef>
        <a:spcAft>
          <a:spcPct val="0"/>
        </a:spcAft>
        <a:defRPr sz="4400">
          <a:solidFill>
            <a:schemeClr val="tx1"/>
          </a:solidFill>
          <a:latin typeface="Calibri" pitchFamily="34" charset="0"/>
          <a:ea typeface="MS PGothic" pitchFamily="34" charset="-128"/>
        </a:defRPr>
      </a:lvl5pPr>
      <a:lvl6pPr marL="457200" algn="ctr" rtl="0" fontAlgn="base">
        <a:spcBef>
          <a:spcPct val="0"/>
        </a:spcBef>
        <a:spcAft>
          <a:spcPct val="0"/>
        </a:spcAft>
        <a:defRPr sz="4400">
          <a:solidFill>
            <a:schemeClr val="tx1"/>
          </a:solidFill>
          <a:latin typeface="Calibri" pitchFamily="34" charset="0"/>
        </a:defRPr>
      </a:lvl6pPr>
      <a:lvl7pPr marL="914400" algn="ctr" rtl="0" fontAlgn="base">
        <a:spcBef>
          <a:spcPct val="0"/>
        </a:spcBef>
        <a:spcAft>
          <a:spcPct val="0"/>
        </a:spcAft>
        <a:defRPr sz="4400">
          <a:solidFill>
            <a:schemeClr val="tx1"/>
          </a:solidFill>
          <a:latin typeface="Calibri" pitchFamily="34" charset="0"/>
        </a:defRPr>
      </a:lvl7pPr>
      <a:lvl8pPr marL="1371600" algn="ctr" rtl="0" fontAlgn="base">
        <a:spcBef>
          <a:spcPct val="0"/>
        </a:spcBef>
        <a:spcAft>
          <a:spcPct val="0"/>
        </a:spcAft>
        <a:defRPr sz="4400">
          <a:solidFill>
            <a:schemeClr val="tx1"/>
          </a:solidFill>
          <a:latin typeface="Calibri" pitchFamily="34" charset="0"/>
        </a:defRPr>
      </a:lvl8pPr>
      <a:lvl9pPr marL="1828800" algn="ctr" rtl="0" fontAlgn="base">
        <a:spcBef>
          <a:spcPct val="0"/>
        </a:spcBef>
        <a:spcAft>
          <a:spcPct val="0"/>
        </a:spcAft>
        <a:defRPr sz="4400">
          <a:solidFill>
            <a:schemeClr val="tx1"/>
          </a:solidFill>
          <a:latin typeface="Calibri" pitchFamily="34" charset="0"/>
        </a:defRPr>
      </a:lvl9pPr>
    </p:titleStyle>
    <p:bodyStyle>
      <a:lvl1pPr marL="342900" indent="-342900" algn="l" rtl="0" eaLnBrk="0" fontAlgn="base" hangingPunct="0">
        <a:spcBef>
          <a:spcPct val="20000"/>
        </a:spcBef>
        <a:spcAft>
          <a:spcPct val="0"/>
        </a:spcAft>
        <a:buFont typeface="Arial" charset="0"/>
        <a:buChar char="•"/>
        <a:defRPr sz="3200" kern="1200">
          <a:solidFill>
            <a:schemeClr val="tx1"/>
          </a:solidFill>
          <a:latin typeface="+mn-lt"/>
          <a:ea typeface="MS PGothic" pitchFamily="34" charset="-128"/>
          <a:cs typeface="+mn-cs"/>
        </a:defRPr>
      </a:lvl1pPr>
      <a:lvl2pPr marL="742950" indent="-285750" algn="l" rtl="0" eaLnBrk="0" fontAlgn="base" hangingPunct="0">
        <a:spcBef>
          <a:spcPct val="20000"/>
        </a:spcBef>
        <a:spcAft>
          <a:spcPct val="0"/>
        </a:spcAft>
        <a:buFont typeface="Arial" charset="0"/>
        <a:buChar char="–"/>
        <a:defRPr sz="2800" kern="1200">
          <a:solidFill>
            <a:schemeClr val="tx1"/>
          </a:solidFill>
          <a:latin typeface="+mn-lt"/>
          <a:ea typeface="MS PGothic" pitchFamily="34" charset="-128"/>
          <a:cs typeface="+mn-cs"/>
        </a:defRPr>
      </a:lvl2pPr>
      <a:lvl3pPr marL="1143000" indent="-228600" algn="l" rtl="0" eaLnBrk="0" fontAlgn="base" hangingPunct="0">
        <a:spcBef>
          <a:spcPct val="20000"/>
        </a:spcBef>
        <a:spcAft>
          <a:spcPct val="0"/>
        </a:spcAft>
        <a:buFont typeface="Arial" charset="0"/>
        <a:buChar char="•"/>
        <a:defRPr sz="2400" kern="1200">
          <a:solidFill>
            <a:schemeClr val="tx1"/>
          </a:solidFill>
          <a:latin typeface="+mn-lt"/>
          <a:ea typeface="MS PGothic" pitchFamily="34" charset="-128"/>
          <a:cs typeface="+mn-cs"/>
        </a:defRPr>
      </a:lvl3pPr>
      <a:lvl4pPr marL="1600200" indent="-228600" algn="l" rtl="0" eaLnBrk="0" fontAlgn="base" hangingPunct="0">
        <a:spcBef>
          <a:spcPct val="20000"/>
        </a:spcBef>
        <a:spcAft>
          <a:spcPct val="0"/>
        </a:spcAft>
        <a:buFont typeface="Arial" charset="0"/>
        <a:buChar char="–"/>
        <a:defRPr sz="2000" kern="1200">
          <a:solidFill>
            <a:schemeClr val="tx1"/>
          </a:solidFill>
          <a:latin typeface="+mn-lt"/>
          <a:ea typeface="MS PGothic" pitchFamily="34" charset="-128"/>
          <a:cs typeface="+mn-cs"/>
        </a:defRPr>
      </a:lvl4pPr>
      <a:lvl5pPr marL="2057400" indent="-228600" algn="l" rtl="0" eaLnBrk="0" fontAlgn="base" hangingPunct="0">
        <a:spcBef>
          <a:spcPct val="20000"/>
        </a:spcBef>
        <a:spcAft>
          <a:spcPct val="0"/>
        </a:spcAft>
        <a:buFont typeface="Arial" charset="0"/>
        <a:buChar char="»"/>
        <a:defRPr sz="2000" kern="1200">
          <a:solidFill>
            <a:schemeClr val="tx1"/>
          </a:solidFill>
          <a:latin typeface="+mn-lt"/>
          <a:ea typeface="MS PGothic" pitchFamily="34" charset="-128"/>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4.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4098" name="Rectangle 2"/>
          <p:cNvSpPr>
            <a:spLocks noGrp="1" noChangeArrowheads="1"/>
          </p:cNvSpPr>
          <p:nvPr>
            <p:ph type="title"/>
          </p:nvPr>
        </p:nvSpPr>
        <p:spPr bwMode="auto">
          <a:xfrm>
            <a:off x="457200" y="274638"/>
            <a:ext cx="8229600" cy="11430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 uri="{FAA26D3D-D897-4be2-8F04-BA451C77F1D7}"/>
          </a:extLst>
        </p:spPr>
        <p:txBody>
          <a:bodyPr vert="horz" wrap="square" lIns="91440" tIns="45720" rIns="91440" bIns="45720" numCol="1" anchor="ctr" anchorCtr="0" compatLnSpc="1">
            <a:prstTxWarp prst="textNoShape">
              <a:avLst/>
            </a:prstTxWarp>
          </a:bodyPr>
          <a:lstStyle/>
          <a:p>
            <a:pPr lvl="0"/>
            <a:r>
              <a:rPr lang="en-GB"/>
              <a:t>Click to edit Master title style</a:t>
            </a:r>
          </a:p>
        </p:txBody>
      </p:sp>
      <p:sp>
        <p:nvSpPr>
          <p:cNvPr id="4099" name="Rectangle 3"/>
          <p:cNvSpPr>
            <a:spLocks noGrp="1" noChangeArrowheads="1"/>
          </p:cNvSpPr>
          <p:nvPr>
            <p:ph type="body" idx="1"/>
          </p:nvPr>
        </p:nvSpPr>
        <p:spPr bwMode="auto">
          <a:xfrm>
            <a:off x="457200" y="1600200"/>
            <a:ext cx="8229600" cy="45259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 uri="{FAA26D3D-D897-4be2-8F04-BA451C77F1D7}"/>
          </a:extLst>
        </p:spPr>
        <p:txBody>
          <a:bodyPr vert="horz" wrap="square" lIns="91440" tIns="45720" rIns="91440" bIns="45720" numCol="1" anchor="t" anchorCtr="0" compatLnSpc="1">
            <a:prstTxWarp prst="textNoShape">
              <a:avLst/>
            </a:prstTxWarp>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p>
        </p:txBody>
      </p:sp>
      <p:sp>
        <p:nvSpPr>
          <p:cNvPr id="77828" name="Rectangle 4"/>
          <p:cNvSpPr>
            <a:spLocks noGrp="1" noChangeArrowheads="1"/>
          </p:cNvSpPr>
          <p:nvPr>
            <p:ph type="dt" sz="half" idx="2"/>
          </p:nvPr>
        </p:nvSpPr>
        <p:spPr bwMode="auto">
          <a:xfrm>
            <a:off x="457200" y="6245225"/>
            <a:ext cx="2133600" cy="476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lvl1pPr algn="l" eaLnBrk="0" hangingPunct="0">
              <a:defRPr sz="1400"/>
            </a:lvl1pPr>
          </a:lstStyle>
          <a:p>
            <a:pPr>
              <a:defRPr/>
            </a:pPr>
            <a:fld id="{AADBC27B-261C-4C33-B4C1-9E91175A41A9}" type="datetime1">
              <a:rPr lang="en-GB"/>
              <a:pPr>
                <a:defRPr/>
              </a:pPr>
              <a:t>07/01/2018</a:t>
            </a:fld>
            <a:endParaRPr lang="en-GB"/>
          </a:p>
        </p:txBody>
      </p:sp>
      <p:sp>
        <p:nvSpPr>
          <p:cNvPr id="77829" name="Rectangle 5"/>
          <p:cNvSpPr>
            <a:spLocks noGrp="1" noChangeArrowheads="1"/>
          </p:cNvSpPr>
          <p:nvPr>
            <p:ph type="ftr" sz="quarter" idx="3"/>
          </p:nvPr>
        </p:nvSpPr>
        <p:spPr bwMode="auto">
          <a:xfrm>
            <a:off x="3124200" y="6245225"/>
            <a:ext cx="2895600" cy="476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lvl1pPr eaLnBrk="0" hangingPunct="0">
              <a:defRPr sz="1400">
                <a:latin typeface="Times New Roman" pitchFamily="18" charset="0"/>
                <a:ea typeface="+mn-ea"/>
              </a:defRPr>
            </a:lvl1pPr>
          </a:lstStyle>
          <a:p>
            <a:pPr>
              <a:defRPr/>
            </a:pPr>
            <a:endParaRPr lang="en-GB"/>
          </a:p>
        </p:txBody>
      </p:sp>
      <p:sp>
        <p:nvSpPr>
          <p:cNvPr id="77830" name="Rectangle 6"/>
          <p:cNvSpPr>
            <a:spLocks noGrp="1" noChangeArrowheads="1"/>
          </p:cNvSpPr>
          <p:nvPr>
            <p:ph type="sldNum" sz="quarter" idx="4"/>
          </p:nvPr>
        </p:nvSpPr>
        <p:spPr bwMode="auto">
          <a:xfrm>
            <a:off x="6553200" y="6245225"/>
            <a:ext cx="2133600" cy="476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lvl1pPr algn="r" eaLnBrk="0" hangingPunct="0">
              <a:defRPr sz="1400"/>
            </a:lvl1pPr>
          </a:lstStyle>
          <a:p>
            <a:pPr>
              <a:defRPr/>
            </a:pPr>
            <a:fld id="{1660B6F1-E469-40FE-8825-5EE89E5F3565}" type="slidenum">
              <a:rPr lang="en-GB"/>
              <a:pPr>
                <a:defRPr/>
              </a:pPr>
              <a:t>‹#›</a:t>
            </a:fld>
            <a:endParaRPr lang="en-GB"/>
          </a:p>
        </p:txBody>
      </p:sp>
      <p:sp>
        <p:nvSpPr>
          <p:cNvPr id="4103" name="Rectangle 7"/>
          <p:cNvSpPr>
            <a:spLocks noChangeArrowheads="1"/>
          </p:cNvSpPr>
          <p:nvPr userDrawn="1"/>
        </p:nvSpPr>
        <p:spPr bwMode="auto">
          <a:xfrm>
            <a:off x="250825" y="6237288"/>
            <a:ext cx="7777163" cy="144462"/>
          </a:xfrm>
          <a:prstGeom prst="rect">
            <a:avLst/>
          </a:prstGeom>
          <a:solidFill>
            <a:srgbClr val="73267A"/>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eaLnBrk="0" hangingPunct="0">
              <a:defRPr sz="2400">
                <a:solidFill>
                  <a:schemeClr val="tx1"/>
                </a:solidFill>
                <a:latin typeface="Times New Roman" pitchFamily="18" charset="0"/>
                <a:ea typeface="MS PGothic" pitchFamily="34" charset="-128"/>
              </a:defRPr>
            </a:lvl1pPr>
            <a:lvl2pPr marL="742950" indent="-285750" eaLnBrk="0" hangingPunct="0">
              <a:defRPr sz="2400">
                <a:solidFill>
                  <a:schemeClr val="tx1"/>
                </a:solidFill>
                <a:latin typeface="Times New Roman" pitchFamily="18" charset="0"/>
                <a:ea typeface="MS PGothic" pitchFamily="34" charset="-128"/>
              </a:defRPr>
            </a:lvl2pPr>
            <a:lvl3pPr marL="1143000" indent="-228600" eaLnBrk="0" hangingPunct="0">
              <a:defRPr sz="2400">
                <a:solidFill>
                  <a:schemeClr val="tx1"/>
                </a:solidFill>
                <a:latin typeface="Times New Roman" pitchFamily="18" charset="0"/>
                <a:ea typeface="MS PGothic" pitchFamily="34" charset="-128"/>
              </a:defRPr>
            </a:lvl3pPr>
            <a:lvl4pPr marL="1600200" indent="-228600" eaLnBrk="0" hangingPunct="0">
              <a:defRPr sz="2400">
                <a:solidFill>
                  <a:schemeClr val="tx1"/>
                </a:solidFill>
                <a:latin typeface="Times New Roman" pitchFamily="18" charset="0"/>
                <a:ea typeface="MS PGothic" pitchFamily="34" charset="-128"/>
              </a:defRPr>
            </a:lvl4pPr>
            <a:lvl5pPr marL="2057400" indent="-228600" eaLnBrk="0" hangingPunct="0">
              <a:defRPr sz="2400">
                <a:solidFill>
                  <a:schemeClr val="tx1"/>
                </a:solidFill>
                <a:latin typeface="Times New Roman" pitchFamily="18" charset="0"/>
                <a:ea typeface="MS PGothic" pitchFamily="34" charset="-128"/>
              </a:defRPr>
            </a:lvl5pPr>
            <a:lvl6pPr marL="2514600" indent="-228600" algn="ctr" eaLnBrk="0" fontAlgn="base" hangingPunct="0">
              <a:spcBef>
                <a:spcPct val="0"/>
              </a:spcBef>
              <a:spcAft>
                <a:spcPct val="0"/>
              </a:spcAft>
              <a:defRPr sz="2400">
                <a:solidFill>
                  <a:schemeClr val="tx1"/>
                </a:solidFill>
                <a:latin typeface="Times New Roman" pitchFamily="18" charset="0"/>
                <a:ea typeface="MS PGothic" pitchFamily="34" charset="-128"/>
              </a:defRPr>
            </a:lvl6pPr>
            <a:lvl7pPr marL="2971800" indent="-228600" algn="ctr" eaLnBrk="0" fontAlgn="base" hangingPunct="0">
              <a:spcBef>
                <a:spcPct val="0"/>
              </a:spcBef>
              <a:spcAft>
                <a:spcPct val="0"/>
              </a:spcAft>
              <a:defRPr sz="2400">
                <a:solidFill>
                  <a:schemeClr val="tx1"/>
                </a:solidFill>
                <a:latin typeface="Times New Roman" pitchFamily="18" charset="0"/>
                <a:ea typeface="MS PGothic" pitchFamily="34" charset="-128"/>
              </a:defRPr>
            </a:lvl7pPr>
            <a:lvl8pPr marL="3429000" indent="-228600" algn="ctr" eaLnBrk="0" fontAlgn="base" hangingPunct="0">
              <a:spcBef>
                <a:spcPct val="0"/>
              </a:spcBef>
              <a:spcAft>
                <a:spcPct val="0"/>
              </a:spcAft>
              <a:defRPr sz="2400">
                <a:solidFill>
                  <a:schemeClr val="tx1"/>
                </a:solidFill>
                <a:latin typeface="Times New Roman" pitchFamily="18" charset="0"/>
                <a:ea typeface="MS PGothic" pitchFamily="34" charset="-128"/>
              </a:defRPr>
            </a:lvl8pPr>
            <a:lvl9pPr marL="3886200" indent="-228600" algn="ctr" eaLnBrk="0" fontAlgn="base" hangingPunct="0">
              <a:spcBef>
                <a:spcPct val="0"/>
              </a:spcBef>
              <a:spcAft>
                <a:spcPct val="0"/>
              </a:spcAft>
              <a:defRPr sz="2400">
                <a:solidFill>
                  <a:schemeClr val="tx1"/>
                </a:solidFill>
                <a:latin typeface="Times New Roman" pitchFamily="18" charset="0"/>
                <a:ea typeface="MS PGothic" pitchFamily="34" charset="-128"/>
              </a:defRPr>
            </a:lvl9pPr>
          </a:lstStyle>
          <a:p>
            <a:pPr eaLnBrk="1" hangingPunct="1">
              <a:defRPr/>
            </a:pPr>
            <a:endParaRPr lang="en-US" altLang="en-US" smtClean="0"/>
          </a:p>
        </p:txBody>
      </p:sp>
      <p:pic>
        <p:nvPicPr>
          <p:cNvPr id="4104" name="Picture 3" descr="RBWM logo"/>
          <p:cNvPicPr>
            <a:picLocks noChangeAspect="1" noChangeArrowheads="1"/>
          </p:cNvPicPr>
          <p:nvPr userDrawn="1"/>
        </p:nvPicPr>
        <p:blipFill>
          <a:blip r:embed="rId13">
            <a:extLst>
              <a:ext uri="{28A0092B-C50C-407E-A947-70E740481C1C}">
                <a14:useLocalDpi xmlns:a14="http://schemas.microsoft.com/office/drawing/2010/main" val="0"/>
              </a:ext>
            </a:extLst>
          </a:blip>
          <a:srcRect/>
          <a:stretch>
            <a:fillRect/>
          </a:stretch>
        </p:blipFill>
        <p:spPr bwMode="auto">
          <a:xfrm>
            <a:off x="8105775" y="5229225"/>
            <a:ext cx="749300" cy="11493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 bg1="lt1" tx1="dk1" bg2="lt2" tx2="dk2" accent1="accent1" accent2="accent2" accent3="accent3" accent4="accent4" accent5="accent5" accent6="accent6" hlink="hlink" folHlink="folHlink"/>
  <p:sldLayoutIdLst>
    <p:sldLayoutId id="2147484110" r:id="rId1"/>
    <p:sldLayoutId id="2147484111" r:id="rId2"/>
    <p:sldLayoutId id="2147484112" r:id="rId3"/>
    <p:sldLayoutId id="2147484113" r:id="rId4"/>
    <p:sldLayoutId id="2147484114" r:id="rId5"/>
    <p:sldLayoutId id="2147484115" r:id="rId6"/>
    <p:sldLayoutId id="2147484116" r:id="rId7"/>
    <p:sldLayoutId id="2147484117" r:id="rId8"/>
    <p:sldLayoutId id="2147484118" r:id="rId9"/>
    <p:sldLayoutId id="2147484119" r:id="rId10"/>
    <p:sldLayoutId id="2147484120" r:id="rId11"/>
  </p:sldLayoutIdLst>
  <p:hf sldNum="0" hdr="0" ftr="0" dt="0"/>
  <p:txStyles>
    <p:titleStyle>
      <a:lvl1pPr algn="r" rtl="0" eaLnBrk="0" fontAlgn="base" hangingPunct="0">
        <a:spcBef>
          <a:spcPct val="0"/>
        </a:spcBef>
        <a:spcAft>
          <a:spcPct val="0"/>
        </a:spcAft>
        <a:defRPr sz="2800">
          <a:solidFill>
            <a:schemeClr val="tx2"/>
          </a:solidFill>
          <a:latin typeface="+mj-lt"/>
          <a:ea typeface="MS PGothic" pitchFamily="34" charset="-128"/>
          <a:cs typeface="+mj-cs"/>
        </a:defRPr>
      </a:lvl1pPr>
      <a:lvl2pPr algn="r" rtl="0" eaLnBrk="0" fontAlgn="base" hangingPunct="0">
        <a:spcBef>
          <a:spcPct val="0"/>
        </a:spcBef>
        <a:spcAft>
          <a:spcPct val="0"/>
        </a:spcAft>
        <a:defRPr sz="2800">
          <a:solidFill>
            <a:schemeClr val="tx2"/>
          </a:solidFill>
          <a:latin typeface="Arial" charset="0"/>
          <a:ea typeface="MS PGothic" pitchFamily="34" charset="-128"/>
        </a:defRPr>
      </a:lvl2pPr>
      <a:lvl3pPr algn="r" rtl="0" eaLnBrk="0" fontAlgn="base" hangingPunct="0">
        <a:spcBef>
          <a:spcPct val="0"/>
        </a:spcBef>
        <a:spcAft>
          <a:spcPct val="0"/>
        </a:spcAft>
        <a:defRPr sz="2800">
          <a:solidFill>
            <a:schemeClr val="tx2"/>
          </a:solidFill>
          <a:latin typeface="Arial" charset="0"/>
          <a:ea typeface="MS PGothic" pitchFamily="34" charset="-128"/>
        </a:defRPr>
      </a:lvl3pPr>
      <a:lvl4pPr algn="r" rtl="0" eaLnBrk="0" fontAlgn="base" hangingPunct="0">
        <a:spcBef>
          <a:spcPct val="0"/>
        </a:spcBef>
        <a:spcAft>
          <a:spcPct val="0"/>
        </a:spcAft>
        <a:defRPr sz="2800">
          <a:solidFill>
            <a:schemeClr val="tx2"/>
          </a:solidFill>
          <a:latin typeface="Arial" charset="0"/>
          <a:ea typeface="MS PGothic" pitchFamily="34" charset="-128"/>
        </a:defRPr>
      </a:lvl4pPr>
      <a:lvl5pPr algn="r" rtl="0" eaLnBrk="0" fontAlgn="base" hangingPunct="0">
        <a:spcBef>
          <a:spcPct val="0"/>
        </a:spcBef>
        <a:spcAft>
          <a:spcPct val="0"/>
        </a:spcAft>
        <a:defRPr sz="2800">
          <a:solidFill>
            <a:schemeClr val="tx2"/>
          </a:solidFill>
          <a:latin typeface="Arial" charset="0"/>
          <a:ea typeface="MS PGothic" pitchFamily="34" charset="-128"/>
        </a:defRPr>
      </a:lvl5pPr>
      <a:lvl6pPr marL="457200" algn="r" rtl="0" fontAlgn="base">
        <a:spcBef>
          <a:spcPct val="0"/>
        </a:spcBef>
        <a:spcAft>
          <a:spcPct val="0"/>
        </a:spcAft>
        <a:defRPr sz="2800">
          <a:solidFill>
            <a:schemeClr val="tx2"/>
          </a:solidFill>
          <a:latin typeface="Arial" charset="0"/>
        </a:defRPr>
      </a:lvl6pPr>
      <a:lvl7pPr marL="914400" algn="r" rtl="0" fontAlgn="base">
        <a:spcBef>
          <a:spcPct val="0"/>
        </a:spcBef>
        <a:spcAft>
          <a:spcPct val="0"/>
        </a:spcAft>
        <a:defRPr sz="2800">
          <a:solidFill>
            <a:schemeClr val="tx2"/>
          </a:solidFill>
          <a:latin typeface="Arial" charset="0"/>
        </a:defRPr>
      </a:lvl7pPr>
      <a:lvl8pPr marL="1371600" algn="r" rtl="0" fontAlgn="base">
        <a:spcBef>
          <a:spcPct val="0"/>
        </a:spcBef>
        <a:spcAft>
          <a:spcPct val="0"/>
        </a:spcAft>
        <a:defRPr sz="2800">
          <a:solidFill>
            <a:schemeClr val="tx2"/>
          </a:solidFill>
          <a:latin typeface="Arial" charset="0"/>
        </a:defRPr>
      </a:lvl8pPr>
      <a:lvl9pPr marL="1828800" algn="r" rtl="0" fontAlgn="base">
        <a:spcBef>
          <a:spcPct val="0"/>
        </a:spcBef>
        <a:spcAft>
          <a:spcPct val="0"/>
        </a:spcAft>
        <a:defRPr sz="2800">
          <a:solidFill>
            <a:schemeClr val="tx2"/>
          </a:solidFill>
          <a:latin typeface="Arial" charset="0"/>
        </a:defRPr>
      </a:lvl9pPr>
    </p:titleStyle>
    <p:bodyStyle>
      <a:lvl1pPr marL="342900" indent="-342900" algn="l" rtl="0" eaLnBrk="0" fontAlgn="base" hangingPunct="0">
        <a:spcBef>
          <a:spcPct val="20000"/>
        </a:spcBef>
        <a:spcAft>
          <a:spcPct val="0"/>
        </a:spcAft>
        <a:buChar char="•"/>
        <a:defRPr sz="2400">
          <a:solidFill>
            <a:schemeClr val="tx1"/>
          </a:solidFill>
          <a:latin typeface="+mn-lt"/>
          <a:ea typeface="MS PGothic" pitchFamily="34" charset="-128"/>
          <a:cs typeface="+mn-cs"/>
        </a:defRPr>
      </a:lvl1pPr>
      <a:lvl2pPr marL="742950" indent="-285750" algn="l" rtl="0" eaLnBrk="0" fontAlgn="base" hangingPunct="0">
        <a:spcBef>
          <a:spcPct val="20000"/>
        </a:spcBef>
        <a:spcAft>
          <a:spcPct val="0"/>
        </a:spcAft>
        <a:buChar char="–"/>
        <a:defRPr sz="2400">
          <a:solidFill>
            <a:schemeClr val="tx1"/>
          </a:solidFill>
          <a:latin typeface="+mn-lt"/>
          <a:ea typeface="MS PGothic" pitchFamily="34" charset="-128"/>
        </a:defRPr>
      </a:lvl2pPr>
      <a:lvl3pPr marL="1143000" indent="-228600" algn="l" rtl="0" eaLnBrk="0" fontAlgn="base" hangingPunct="0">
        <a:spcBef>
          <a:spcPct val="20000"/>
        </a:spcBef>
        <a:spcAft>
          <a:spcPct val="0"/>
        </a:spcAft>
        <a:buChar char="•"/>
        <a:defRPr sz="2400">
          <a:solidFill>
            <a:schemeClr val="tx1"/>
          </a:solidFill>
          <a:latin typeface="+mn-lt"/>
          <a:ea typeface="MS PGothic" pitchFamily="34" charset="-128"/>
        </a:defRPr>
      </a:lvl3pPr>
      <a:lvl4pPr marL="1600200" indent="-228600" algn="l" rtl="0" eaLnBrk="0" fontAlgn="base" hangingPunct="0">
        <a:spcBef>
          <a:spcPct val="20000"/>
        </a:spcBef>
        <a:spcAft>
          <a:spcPct val="0"/>
        </a:spcAft>
        <a:buChar char="–"/>
        <a:defRPr sz="2400">
          <a:solidFill>
            <a:schemeClr val="tx1"/>
          </a:solidFill>
          <a:latin typeface="+mn-lt"/>
          <a:ea typeface="MS PGothic" pitchFamily="34" charset="-128"/>
        </a:defRPr>
      </a:lvl4pPr>
      <a:lvl5pPr marL="2057400" indent="-228600" algn="l" rtl="0" eaLnBrk="0" fontAlgn="base" hangingPunct="0">
        <a:spcBef>
          <a:spcPct val="20000"/>
        </a:spcBef>
        <a:spcAft>
          <a:spcPct val="0"/>
        </a:spcAft>
        <a:buChar char="»"/>
        <a:defRPr sz="2400">
          <a:solidFill>
            <a:schemeClr val="tx1"/>
          </a:solidFill>
          <a:latin typeface="+mn-lt"/>
          <a:ea typeface="MS PGothic" pitchFamily="34" charset="-128"/>
        </a:defRPr>
      </a:lvl5pPr>
      <a:lvl6pPr marL="2514600" indent="-228600" algn="l" rtl="0" fontAlgn="base">
        <a:spcBef>
          <a:spcPct val="20000"/>
        </a:spcBef>
        <a:spcAft>
          <a:spcPct val="0"/>
        </a:spcAft>
        <a:buChar char="»"/>
        <a:defRPr sz="2400">
          <a:solidFill>
            <a:schemeClr val="tx1"/>
          </a:solidFill>
          <a:latin typeface="+mn-lt"/>
        </a:defRPr>
      </a:lvl6pPr>
      <a:lvl7pPr marL="2971800" indent="-228600" algn="l" rtl="0" fontAlgn="base">
        <a:spcBef>
          <a:spcPct val="20000"/>
        </a:spcBef>
        <a:spcAft>
          <a:spcPct val="0"/>
        </a:spcAft>
        <a:buChar char="»"/>
        <a:defRPr sz="2400">
          <a:solidFill>
            <a:schemeClr val="tx1"/>
          </a:solidFill>
          <a:latin typeface="+mn-lt"/>
        </a:defRPr>
      </a:lvl7pPr>
      <a:lvl8pPr marL="3429000" indent="-228600" algn="l" rtl="0" fontAlgn="base">
        <a:spcBef>
          <a:spcPct val="20000"/>
        </a:spcBef>
        <a:spcAft>
          <a:spcPct val="0"/>
        </a:spcAft>
        <a:buChar char="»"/>
        <a:defRPr sz="2400">
          <a:solidFill>
            <a:schemeClr val="tx1"/>
          </a:solidFill>
          <a:latin typeface="+mn-lt"/>
        </a:defRPr>
      </a:lvl8pPr>
      <a:lvl9pPr marL="3886200" indent="-228600" algn="l" rtl="0" fontAlgn="base">
        <a:spcBef>
          <a:spcPct val="20000"/>
        </a:spcBef>
        <a:spcAft>
          <a:spcPct val="0"/>
        </a:spcAft>
        <a:buChar char="»"/>
        <a:defRPr sz="2400">
          <a:solidFill>
            <a:schemeClr val="tx1"/>
          </a:solidFill>
          <a:latin typeface="+mn-lt"/>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notesSlide" Target="../notesSlides/notesSlide1.xml"/><Relationship Id="rId1" Type="http://schemas.openxmlformats.org/officeDocument/2006/relationships/slideLayout" Target="../slideLayouts/slideLayout3.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3.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3.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3.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3.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3.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3.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3.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3.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4.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4.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3.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3.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14.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3.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3.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3.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3.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3.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3.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074" name="Picture 4" descr="blocksrgb"/>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461464" y="4510608"/>
            <a:ext cx="2447297" cy="172670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075" name="Rectangle 5"/>
          <p:cNvSpPr>
            <a:spLocks noChangeArrowheads="1"/>
          </p:cNvSpPr>
          <p:nvPr/>
        </p:nvSpPr>
        <p:spPr bwMode="auto">
          <a:xfrm>
            <a:off x="0" y="0"/>
            <a:ext cx="9144000" cy="533400"/>
          </a:xfrm>
          <a:prstGeom prst="rect">
            <a:avLst/>
          </a:prstGeom>
          <a:solidFill>
            <a:srgbClr val="6D2FAB"/>
          </a:solidFill>
          <a:ln>
            <a:noFill/>
          </a:ln>
          <a:extLst>
            <a:ext uri="{91240B29-F687-4F45-9708-019B960494DF}">
              <a14:hiddenLine xmlns:a14="http://schemas.microsoft.com/office/drawing/2010/main" w="0">
                <a:solidFill>
                  <a:schemeClr val="tx1"/>
                </a:solidFill>
                <a:miter lim="800000"/>
                <a:headEnd/>
                <a:tailEnd/>
              </a14:hiddenLine>
            </a:ext>
          </a:extLst>
        </p:spPr>
        <p:txBody>
          <a:bodyPr wrap="none" anchor="ctr"/>
          <a:lstStyle>
            <a:lvl1pPr eaLnBrk="0" hangingPunct="0">
              <a:spcBef>
                <a:spcPct val="20000"/>
              </a:spcBef>
              <a:buClr>
                <a:schemeClr val="folHlink"/>
              </a:buClr>
              <a:buSzPct val="90000"/>
              <a:buFont typeface="Wingdings" pitchFamily="2" charset="2"/>
              <a:buChar char="n"/>
              <a:defRPr sz="2800">
                <a:solidFill>
                  <a:schemeClr val="tx1"/>
                </a:solidFill>
                <a:latin typeface="Arial" charset="0"/>
              </a:defRPr>
            </a:lvl1pPr>
            <a:lvl2pPr marL="742950" indent="-285750" eaLnBrk="0" hangingPunct="0">
              <a:spcBef>
                <a:spcPct val="20000"/>
              </a:spcBef>
              <a:buClr>
                <a:schemeClr val="accent1"/>
              </a:buClr>
              <a:buSzPct val="75000"/>
              <a:buFont typeface="Wingdings" pitchFamily="2" charset="2"/>
              <a:buChar char="n"/>
              <a:defRPr sz="2600">
                <a:solidFill>
                  <a:schemeClr val="tx1"/>
                </a:solidFill>
                <a:latin typeface="Arial" charset="0"/>
              </a:defRPr>
            </a:lvl2pPr>
            <a:lvl3pPr marL="1143000" indent="-228600" eaLnBrk="0" hangingPunct="0">
              <a:spcBef>
                <a:spcPct val="20000"/>
              </a:spcBef>
              <a:buClr>
                <a:schemeClr val="folHlink"/>
              </a:buClr>
              <a:buSzPct val="55000"/>
              <a:buFont typeface="Wingdings" pitchFamily="2" charset="2"/>
              <a:buChar char="n"/>
              <a:defRPr sz="2300">
                <a:solidFill>
                  <a:schemeClr val="tx1"/>
                </a:solidFill>
                <a:latin typeface="Arial" charset="0"/>
              </a:defRPr>
            </a:lvl3pPr>
            <a:lvl4pPr marL="1600200" indent="-228600" eaLnBrk="0" hangingPunct="0">
              <a:spcBef>
                <a:spcPct val="20000"/>
              </a:spcBef>
              <a:buClr>
                <a:schemeClr val="accent1"/>
              </a:buClr>
              <a:buFont typeface="Wingdings" pitchFamily="2" charset="2"/>
              <a:buChar char="§"/>
              <a:defRPr sz="2000">
                <a:solidFill>
                  <a:schemeClr val="tx1"/>
                </a:solidFill>
                <a:latin typeface="Arial" charset="0"/>
              </a:defRPr>
            </a:lvl4pPr>
            <a:lvl5pPr marL="2057400" indent="-228600" eaLnBrk="0" hangingPunct="0">
              <a:spcBef>
                <a:spcPct val="20000"/>
              </a:spcBef>
              <a:buClr>
                <a:schemeClr val="accent1"/>
              </a:buClr>
              <a:buFont typeface="Wingdings" pitchFamily="2" charset="2"/>
              <a:buChar char="§"/>
              <a:defRPr sz="2000">
                <a:solidFill>
                  <a:schemeClr val="tx1"/>
                </a:solidFill>
                <a:latin typeface="Arial" charset="0"/>
              </a:defRPr>
            </a:lvl5pPr>
            <a:lvl6pPr marL="2514600" indent="-228600" eaLnBrk="0" fontAlgn="base" hangingPunct="0">
              <a:spcBef>
                <a:spcPct val="20000"/>
              </a:spcBef>
              <a:spcAft>
                <a:spcPct val="0"/>
              </a:spcAft>
              <a:buClr>
                <a:schemeClr val="accent1"/>
              </a:buClr>
              <a:buFont typeface="Wingdings" pitchFamily="2" charset="2"/>
              <a:buChar char="§"/>
              <a:defRPr sz="2000">
                <a:solidFill>
                  <a:schemeClr val="tx1"/>
                </a:solidFill>
                <a:latin typeface="Arial" charset="0"/>
              </a:defRPr>
            </a:lvl6pPr>
            <a:lvl7pPr marL="2971800" indent="-228600" eaLnBrk="0" fontAlgn="base" hangingPunct="0">
              <a:spcBef>
                <a:spcPct val="20000"/>
              </a:spcBef>
              <a:spcAft>
                <a:spcPct val="0"/>
              </a:spcAft>
              <a:buClr>
                <a:schemeClr val="accent1"/>
              </a:buClr>
              <a:buFont typeface="Wingdings" pitchFamily="2" charset="2"/>
              <a:buChar char="§"/>
              <a:defRPr sz="2000">
                <a:solidFill>
                  <a:schemeClr val="tx1"/>
                </a:solidFill>
                <a:latin typeface="Arial" charset="0"/>
              </a:defRPr>
            </a:lvl7pPr>
            <a:lvl8pPr marL="3429000" indent="-228600" eaLnBrk="0" fontAlgn="base" hangingPunct="0">
              <a:spcBef>
                <a:spcPct val="20000"/>
              </a:spcBef>
              <a:spcAft>
                <a:spcPct val="0"/>
              </a:spcAft>
              <a:buClr>
                <a:schemeClr val="accent1"/>
              </a:buClr>
              <a:buFont typeface="Wingdings" pitchFamily="2" charset="2"/>
              <a:buChar char="§"/>
              <a:defRPr sz="2000">
                <a:solidFill>
                  <a:schemeClr val="tx1"/>
                </a:solidFill>
                <a:latin typeface="Arial" charset="0"/>
              </a:defRPr>
            </a:lvl8pPr>
            <a:lvl9pPr marL="3886200" indent="-228600" eaLnBrk="0" fontAlgn="base" hangingPunct="0">
              <a:spcBef>
                <a:spcPct val="20000"/>
              </a:spcBef>
              <a:spcAft>
                <a:spcPct val="0"/>
              </a:spcAft>
              <a:buClr>
                <a:schemeClr val="accent1"/>
              </a:buClr>
              <a:buFont typeface="Wingdings" pitchFamily="2" charset="2"/>
              <a:buChar char="§"/>
              <a:defRPr sz="2000">
                <a:solidFill>
                  <a:schemeClr val="tx1"/>
                </a:solidFill>
                <a:latin typeface="Arial" charset="0"/>
              </a:defRPr>
            </a:lvl9pPr>
          </a:lstStyle>
          <a:p>
            <a:pPr eaLnBrk="1" hangingPunct="1">
              <a:spcBef>
                <a:spcPct val="0"/>
              </a:spcBef>
              <a:buClrTx/>
              <a:buSzTx/>
              <a:buFontTx/>
              <a:buNone/>
            </a:pPr>
            <a:endParaRPr lang="en-US" altLang="en-US" sz="1800"/>
          </a:p>
        </p:txBody>
      </p:sp>
      <p:sp>
        <p:nvSpPr>
          <p:cNvPr id="3076" name="Text Box 6"/>
          <p:cNvSpPr txBox="1">
            <a:spLocks noChangeArrowheads="1"/>
          </p:cNvSpPr>
          <p:nvPr/>
        </p:nvSpPr>
        <p:spPr bwMode="auto">
          <a:xfrm>
            <a:off x="0" y="125413"/>
            <a:ext cx="9144000" cy="30480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a:spAutoFit/>
          </a:bodyPr>
          <a:lstStyle>
            <a:lvl1pPr eaLnBrk="0" hangingPunct="0">
              <a:spcBef>
                <a:spcPct val="20000"/>
              </a:spcBef>
              <a:buClr>
                <a:schemeClr val="folHlink"/>
              </a:buClr>
              <a:buSzPct val="90000"/>
              <a:buFont typeface="Wingdings" pitchFamily="2" charset="2"/>
              <a:buChar char="n"/>
              <a:defRPr sz="2800">
                <a:solidFill>
                  <a:schemeClr val="tx1"/>
                </a:solidFill>
                <a:latin typeface="Arial" charset="0"/>
              </a:defRPr>
            </a:lvl1pPr>
            <a:lvl2pPr marL="742950" indent="-285750" eaLnBrk="0" hangingPunct="0">
              <a:spcBef>
                <a:spcPct val="20000"/>
              </a:spcBef>
              <a:buClr>
                <a:schemeClr val="accent1"/>
              </a:buClr>
              <a:buSzPct val="75000"/>
              <a:buFont typeface="Wingdings" pitchFamily="2" charset="2"/>
              <a:buChar char="n"/>
              <a:defRPr sz="2600">
                <a:solidFill>
                  <a:schemeClr val="tx1"/>
                </a:solidFill>
                <a:latin typeface="Arial" charset="0"/>
              </a:defRPr>
            </a:lvl2pPr>
            <a:lvl3pPr marL="1143000" indent="-228600" eaLnBrk="0" hangingPunct="0">
              <a:spcBef>
                <a:spcPct val="20000"/>
              </a:spcBef>
              <a:buClr>
                <a:schemeClr val="folHlink"/>
              </a:buClr>
              <a:buSzPct val="55000"/>
              <a:buFont typeface="Wingdings" pitchFamily="2" charset="2"/>
              <a:buChar char="n"/>
              <a:defRPr sz="2300">
                <a:solidFill>
                  <a:schemeClr val="tx1"/>
                </a:solidFill>
                <a:latin typeface="Arial" charset="0"/>
              </a:defRPr>
            </a:lvl3pPr>
            <a:lvl4pPr marL="1600200" indent="-228600" eaLnBrk="0" hangingPunct="0">
              <a:spcBef>
                <a:spcPct val="20000"/>
              </a:spcBef>
              <a:buClr>
                <a:schemeClr val="accent1"/>
              </a:buClr>
              <a:buFont typeface="Wingdings" pitchFamily="2" charset="2"/>
              <a:buChar char="§"/>
              <a:defRPr sz="2000">
                <a:solidFill>
                  <a:schemeClr val="tx1"/>
                </a:solidFill>
                <a:latin typeface="Arial" charset="0"/>
              </a:defRPr>
            </a:lvl4pPr>
            <a:lvl5pPr marL="2057400" indent="-228600" eaLnBrk="0" hangingPunct="0">
              <a:spcBef>
                <a:spcPct val="20000"/>
              </a:spcBef>
              <a:buClr>
                <a:schemeClr val="accent1"/>
              </a:buClr>
              <a:buFont typeface="Wingdings" pitchFamily="2" charset="2"/>
              <a:buChar char="§"/>
              <a:defRPr sz="2000">
                <a:solidFill>
                  <a:schemeClr val="tx1"/>
                </a:solidFill>
                <a:latin typeface="Arial" charset="0"/>
              </a:defRPr>
            </a:lvl5pPr>
            <a:lvl6pPr marL="2514600" indent="-228600" eaLnBrk="0" fontAlgn="base" hangingPunct="0">
              <a:spcBef>
                <a:spcPct val="20000"/>
              </a:spcBef>
              <a:spcAft>
                <a:spcPct val="0"/>
              </a:spcAft>
              <a:buClr>
                <a:schemeClr val="accent1"/>
              </a:buClr>
              <a:buFont typeface="Wingdings" pitchFamily="2" charset="2"/>
              <a:buChar char="§"/>
              <a:defRPr sz="2000">
                <a:solidFill>
                  <a:schemeClr val="tx1"/>
                </a:solidFill>
                <a:latin typeface="Arial" charset="0"/>
              </a:defRPr>
            </a:lvl6pPr>
            <a:lvl7pPr marL="2971800" indent="-228600" eaLnBrk="0" fontAlgn="base" hangingPunct="0">
              <a:spcBef>
                <a:spcPct val="20000"/>
              </a:spcBef>
              <a:spcAft>
                <a:spcPct val="0"/>
              </a:spcAft>
              <a:buClr>
                <a:schemeClr val="accent1"/>
              </a:buClr>
              <a:buFont typeface="Wingdings" pitchFamily="2" charset="2"/>
              <a:buChar char="§"/>
              <a:defRPr sz="2000">
                <a:solidFill>
                  <a:schemeClr val="tx1"/>
                </a:solidFill>
                <a:latin typeface="Arial" charset="0"/>
              </a:defRPr>
            </a:lvl7pPr>
            <a:lvl8pPr marL="3429000" indent="-228600" eaLnBrk="0" fontAlgn="base" hangingPunct="0">
              <a:spcBef>
                <a:spcPct val="20000"/>
              </a:spcBef>
              <a:spcAft>
                <a:spcPct val="0"/>
              </a:spcAft>
              <a:buClr>
                <a:schemeClr val="accent1"/>
              </a:buClr>
              <a:buFont typeface="Wingdings" pitchFamily="2" charset="2"/>
              <a:buChar char="§"/>
              <a:defRPr sz="2000">
                <a:solidFill>
                  <a:schemeClr val="tx1"/>
                </a:solidFill>
                <a:latin typeface="Arial" charset="0"/>
              </a:defRPr>
            </a:lvl8pPr>
            <a:lvl9pPr marL="3886200" indent="-228600" eaLnBrk="0" fontAlgn="base" hangingPunct="0">
              <a:spcBef>
                <a:spcPct val="20000"/>
              </a:spcBef>
              <a:spcAft>
                <a:spcPct val="0"/>
              </a:spcAft>
              <a:buClr>
                <a:schemeClr val="accent1"/>
              </a:buClr>
              <a:buFont typeface="Wingdings" pitchFamily="2" charset="2"/>
              <a:buChar char="§"/>
              <a:defRPr sz="2000">
                <a:solidFill>
                  <a:schemeClr val="tx1"/>
                </a:solidFill>
                <a:latin typeface="Arial" charset="0"/>
              </a:defRPr>
            </a:lvl9pPr>
          </a:lstStyle>
          <a:p>
            <a:pPr algn="ctr">
              <a:spcBef>
                <a:spcPct val="0"/>
              </a:spcBef>
              <a:buClrTx/>
              <a:buSzTx/>
              <a:buFontTx/>
              <a:buNone/>
            </a:pPr>
            <a:r>
              <a:rPr lang="en-US" altLang="en-US" sz="1400" dirty="0">
                <a:solidFill>
                  <a:schemeClr val="bg1"/>
                </a:solidFill>
                <a:latin typeface="Arial Black" pitchFamily="34" charset="0"/>
                <a:ea typeface="ＭＳ Ｐゴシック" pitchFamily="110" charset="-128"/>
              </a:rPr>
              <a:t>E D U C T I O N A L   P S Y C H O L O G Y   S E R V I C E</a:t>
            </a:r>
          </a:p>
        </p:txBody>
      </p:sp>
      <p:sp>
        <p:nvSpPr>
          <p:cNvPr id="3078" name="Text Box 8"/>
          <p:cNvSpPr txBox="1">
            <a:spLocks noChangeArrowheads="1"/>
          </p:cNvSpPr>
          <p:nvPr/>
        </p:nvSpPr>
        <p:spPr bwMode="auto">
          <a:xfrm>
            <a:off x="637073" y="692696"/>
            <a:ext cx="7704856" cy="353943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wrap="square">
            <a:spAutoFit/>
          </a:bodyPr>
          <a:lstStyle>
            <a:lvl1pPr eaLnBrk="0" hangingPunct="0">
              <a:spcBef>
                <a:spcPct val="20000"/>
              </a:spcBef>
              <a:buClr>
                <a:schemeClr val="folHlink"/>
              </a:buClr>
              <a:buSzPct val="90000"/>
              <a:buFont typeface="Wingdings" pitchFamily="2" charset="2"/>
              <a:buChar char="n"/>
              <a:defRPr sz="2800">
                <a:solidFill>
                  <a:schemeClr val="tx1"/>
                </a:solidFill>
                <a:latin typeface="Arial" charset="0"/>
              </a:defRPr>
            </a:lvl1pPr>
            <a:lvl2pPr marL="742950" indent="-285750" eaLnBrk="0" hangingPunct="0">
              <a:spcBef>
                <a:spcPct val="20000"/>
              </a:spcBef>
              <a:buClr>
                <a:schemeClr val="accent1"/>
              </a:buClr>
              <a:buSzPct val="75000"/>
              <a:buFont typeface="Wingdings" pitchFamily="2" charset="2"/>
              <a:buChar char="n"/>
              <a:defRPr sz="2600">
                <a:solidFill>
                  <a:schemeClr val="tx1"/>
                </a:solidFill>
                <a:latin typeface="Arial" charset="0"/>
              </a:defRPr>
            </a:lvl2pPr>
            <a:lvl3pPr marL="1143000" indent="-228600" eaLnBrk="0" hangingPunct="0">
              <a:spcBef>
                <a:spcPct val="20000"/>
              </a:spcBef>
              <a:buClr>
                <a:schemeClr val="folHlink"/>
              </a:buClr>
              <a:buSzPct val="55000"/>
              <a:buFont typeface="Wingdings" pitchFamily="2" charset="2"/>
              <a:buChar char="n"/>
              <a:defRPr sz="2300">
                <a:solidFill>
                  <a:schemeClr val="tx1"/>
                </a:solidFill>
                <a:latin typeface="Arial" charset="0"/>
              </a:defRPr>
            </a:lvl3pPr>
            <a:lvl4pPr marL="1600200" indent="-228600" eaLnBrk="0" hangingPunct="0">
              <a:spcBef>
                <a:spcPct val="20000"/>
              </a:spcBef>
              <a:buClr>
                <a:schemeClr val="accent1"/>
              </a:buClr>
              <a:buFont typeface="Wingdings" pitchFamily="2" charset="2"/>
              <a:buChar char="§"/>
              <a:defRPr sz="2000">
                <a:solidFill>
                  <a:schemeClr val="tx1"/>
                </a:solidFill>
                <a:latin typeface="Arial" charset="0"/>
              </a:defRPr>
            </a:lvl4pPr>
            <a:lvl5pPr marL="2057400" indent="-228600" eaLnBrk="0" hangingPunct="0">
              <a:spcBef>
                <a:spcPct val="20000"/>
              </a:spcBef>
              <a:buClr>
                <a:schemeClr val="accent1"/>
              </a:buClr>
              <a:buFont typeface="Wingdings" pitchFamily="2" charset="2"/>
              <a:buChar char="§"/>
              <a:defRPr sz="2000">
                <a:solidFill>
                  <a:schemeClr val="tx1"/>
                </a:solidFill>
                <a:latin typeface="Arial" charset="0"/>
              </a:defRPr>
            </a:lvl5pPr>
            <a:lvl6pPr marL="2514600" indent="-228600" eaLnBrk="0" fontAlgn="base" hangingPunct="0">
              <a:spcBef>
                <a:spcPct val="20000"/>
              </a:spcBef>
              <a:spcAft>
                <a:spcPct val="0"/>
              </a:spcAft>
              <a:buClr>
                <a:schemeClr val="accent1"/>
              </a:buClr>
              <a:buFont typeface="Wingdings" pitchFamily="2" charset="2"/>
              <a:buChar char="§"/>
              <a:defRPr sz="2000">
                <a:solidFill>
                  <a:schemeClr val="tx1"/>
                </a:solidFill>
                <a:latin typeface="Arial" charset="0"/>
              </a:defRPr>
            </a:lvl6pPr>
            <a:lvl7pPr marL="2971800" indent="-228600" eaLnBrk="0" fontAlgn="base" hangingPunct="0">
              <a:spcBef>
                <a:spcPct val="20000"/>
              </a:spcBef>
              <a:spcAft>
                <a:spcPct val="0"/>
              </a:spcAft>
              <a:buClr>
                <a:schemeClr val="accent1"/>
              </a:buClr>
              <a:buFont typeface="Wingdings" pitchFamily="2" charset="2"/>
              <a:buChar char="§"/>
              <a:defRPr sz="2000">
                <a:solidFill>
                  <a:schemeClr val="tx1"/>
                </a:solidFill>
                <a:latin typeface="Arial" charset="0"/>
              </a:defRPr>
            </a:lvl7pPr>
            <a:lvl8pPr marL="3429000" indent="-228600" eaLnBrk="0" fontAlgn="base" hangingPunct="0">
              <a:spcBef>
                <a:spcPct val="20000"/>
              </a:spcBef>
              <a:spcAft>
                <a:spcPct val="0"/>
              </a:spcAft>
              <a:buClr>
                <a:schemeClr val="accent1"/>
              </a:buClr>
              <a:buFont typeface="Wingdings" pitchFamily="2" charset="2"/>
              <a:buChar char="§"/>
              <a:defRPr sz="2000">
                <a:solidFill>
                  <a:schemeClr val="tx1"/>
                </a:solidFill>
                <a:latin typeface="Arial" charset="0"/>
              </a:defRPr>
            </a:lvl8pPr>
            <a:lvl9pPr marL="3886200" indent="-228600" eaLnBrk="0" fontAlgn="base" hangingPunct="0">
              <a:spcBef>
                <a:spcPct val="20000"/>
              </a:spcBef>
              <a:spcAft>
                <a:spcPct val="0"/>
              </a:spcAft>
              <a:buClr>
                <a:schemeClr val="accent1"/>
              </a:buClr>
              <a:buFont typeface="Wingdings" pitchFamily="2" charset="2"/>
              <a:buChar char="§"/>
              <a:defRPr sz="2000">
                <a:solidFill>
                  <a:schemeClr val="tx1"/>
                </a:solidFill>
                <a:latin typeface="Arial" charset="0"/>
              </a:defRPr>
            </a:lvl9pPr>
          </a:lstStyle>
          <a:p>
            <a:pPr>
              <a:spcBef>
                <a:spcPct val="50000"/>
              </a:spcBef>
              <a:buClrTx/>
              <a:buSzTx/>
              <a:buFontTx/>
              <a:buNone/>
            </a:pPr>
            <a:r>
              <a:rPr lang="en-US" altLang="en-US" sz="4000" b="1" dirty="0">
                <a:ea typeface="ＭＳ Ｐゴシック" pitchFamily="110" charset="-128"/>
              </a:rPr>
              <a:t>Precision Teaching with ‘Letters and Sounds’</a:t>
            </a:r>
          </a:p>
          <a:p>
            <a:pPr>
              <a:spcBef>
                <a:spcPct val="50000"/>
              </a:spcBef>
              <a:buClrTx/>
              <a:buSzTx/>
              <a:buFontTx/>
              <a:buNone/>
            </a:pPr>
            <a:r>
              <a:rPr lang="en-US" altLang="en-US" sz="3200" b="1" dirty="0">
                <a:ea typeface="ＭＳ Ｐゴシック" pitchFamily="110" charset="-128"/>
              </a:rPr>
              <a:t>Session 1</a:t>
            </a:r>
          </a:p>
          <a:p>
            <a:pPr>
              <a:spcBef>
                <a:spcPct val="50000"/>
              </a:spcBef>
              <a:buClrTx/>
              <a:buSzTx/>
              <a:buFontTx/>
              <a:buNone/>
            </a:pPr>
            <a:r>
              <a:rPr lang="en-US" altLang="en-US" sz="3200" dirty="0" smtClean="0">
                <a:ea typeface="ＭＳ Ｐゴシック" pitchFamily="110" charset="-128"/>
              </a:rPr>
              <a:t>Homer First School</a:t>
            </a:r>
            <a:endParaRPr lang="en-US" altLang="en-US" sz="3200" dirty="0">
              <a:ea typeface="ＭＳ Ｐゴシック" pitchFamily="110" charset="-128"/>
            </a:endParaRPr>
          </a:p>
          <a:p>
            <a:pPr>
              <a:spcBef>
                <a:spcPct val="50000"/>
              </a:spcBef>
              <a:buClrTx/>
              <a:buSzTx/>
              <a:buFontTx/>
              <a:buNone/>
            </a:pPr>
            <a:r>
              <a:rPr lang="en-US" altLang="en-US" sz="3200">
                <a:ea typeface="ＭＳ Ｐゴシック" pitchFamily="110" charset="-128"/>
              </a:rPr>
              <a:t>Scott </a:t>
            </a:r>
            <a:r>
              <a:rPr lang="en-US" altLang="en-US" sz="3200" smtClean="0">
                <a:ea typeface="ＭＳ Ｐゴシック" pitchFamily="110" charset="-128"/>
              </a:rPr>
              <a:t>I-Patrick</a:t>
            </a:r>
            <a:endParaRPr lang="en-US" altLang="en-US" sz="3200" dirty="0">
              <a:ea typeface="ＭＳ Ｐゴシック" pitchFamily="110" charset="-128"/>
            </a:endParaRPr>
          </a:p>
        </p:txBody>
      </p:sp>
    </p:spTree>
    <p:extLst>
      <p:ext uri="{BB962C8B-B14F-4D97-AF65-F5344CB8AC3E}">
        <p14:creationId xmlns:p14="http://schemas.microsoft.com/office/powerpoint/2010/main" val="3969385266"/>
      </p:ext>
    </p:extLst>
  </p:cSld>
  <p:clrMapOvr>
    <a:masterClrMapping/>
  </p:clrMapOvr>
  <p:transition/>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8" name="Rectangle 2"/>
          <p:cNvSpPr>
            <a:spLocks noGrp="1" noChangeArrowheads="1"/>
          </p:cNvSpPr>
          <p:nvPr>
            <p:ph type="title"/>
          </p:nvPr>
        </p:nvSpPr>
        <p:spPr>
          <a:xfrm>
            <a:off x="395288" y="260648"/>
            <a:ext cx="8497887" cy="1080120"/>
          </a:xfrm>
        </p:spPr>
        <p:txBody>
          <a:bodyPr/>
          <a:lstStyle/>
          <a:p>
            <a:pPr lvl="0" algn="ctr" eaLnBrk="1" hangingPunct="1"/>
            <a:r>
              <a:rPr lang="en-GB" altLang="en-US" sz="3200" dirty="0" smtClean="0">
                <a:solidFill>
                  <a:srgbClr val="000000"/>
                </a:solidFill>
                <a:latin typeface="Arial" charset="0"/>
              </a:rPr>
              <a:t/>
            </a:r>
            <a:br>
              <a:rPr lang="en-GB" altLang="en-US" sz="3200" dirty="0" smtClean="0">
                <a:solidFill>
                  <a:srgbClr val="000000"/>
                </a:solidFill>
                <a:latin typeface="Arial" charset="0"/>
              </a:rPr>
            </a:br>
            <a:r>
              <a:rPr lang="en-GB" altLang="en-US" sz="3200" dirty="0" smtClean="0">
                <a:solidFill>
                  <a:srgbClr val="000000"/>
                </a:solidFill>
                <a:latin typeface="Arial" charset="0"/>
              </a:rPr>
              <a:t>Precision </a:t>
            </a:r>
            <a:r>
              <a:rPr lang="en-GB" altLang="en-US" sz="3200" dirty="0">
                <a:solidFill>
                  <a:srgbClr val="000000"/>
                </a:solidFill>
                <a:latin typeface="Arial" charset="0"/>
              </a:rPr>
              <a:t>Teaching</a:t>
            </a:r>
            <a:br>
              <a:rPr lang="en-GB" altLang="en-US" sz="3200" dirty="0">
                <a:solidFill>
                  <a:srgbClr val="000000"/>
                </a:solidFill>
                <a:latin typeface="Arial" charset="0"/>
              </a:rPr>
            </a:br>
            <a:r>
              <a:rPr lang="en-GB" altLang="en-US" sz="3200" dirty="0">
                <a:solidFill>
                  <a:srgbClr val="000000"/>
                </a:solidFill>
                <a:latin typeface="Arial" charset="0"/>
              </a:rPr>
              <a:t>- What is it?</a:t>
            </a:r>
            <a:br>
              <a:rPr lang="en-GB" altLang="en-US" sz="3200" dirty="0">
                <a:solidFill>
                  <a:srgbClr val="000000"/>
                </a:solidFill>
                <a:latin typeface="Arial" charset="0"/>
              </a:rPr>
            </a:br>
            <a:endParaRPr lang="en-GB" altLang="en-US" sz="3200" dirty="0" smtClean="0">
              <a:latin typeface="Arial" charset="0"/>
            </a:endParaRPr>
          </a:p>
        </p:txBody>
      </p:sp>
      <p:sp>
        <p:nvSpPr>
          <p:cNvPr id="4099" name="Rectangle 3"/>
          <p:cNvSpPr>
            <a:spLocks noGrp="1" noChangeArrowheads="1"/>
          </p:cNvSpPr>
          <p:nvPr>
            <p:ph type="body" idx="1"/>
          </p:nvPr>
        </p:nvSpPr>
        <p:spPr>
          <a:xfrm>
            <a:off x="683716" y="1988840"/>
            <a:ext cx="7632700" cy="3903960"/>
          </a:xfrm>
        </p:spPr>
        <p:txBody>
          <a:bodyPr/>
          <a:lstStyle/>
          <a:p>
            <a:pPr eaLnBrk="1" hangingPunct="1">
              <a:buClr>
                <a:schemeClr val="tx1"/>
              </a:buClr>
              <a:buFont typeface="Wingdings" pitchFamily="2" charset="2"/>
              <a:buChar char="q"/>
            </a:pPr>
            <a:r>
              <a:rPr lang="en-GB" altLang="en-US" dirty="0" smtClean="0"/>
              <a:t>A way of keeping track of very specific aspects of a child’s learning</a:t>
            </a:r>
          </a:p>
          <a:p>
            <a:pPr eaLnBrk="1" hangingPunct="1">
              <a:buClr>
                <a:schemeClr val="tx1"/>
              </a:buClr>
              <a:buFont typeface="Wingdings" pitchFamily="2" charset="2"/>
              <a:buChar char="q"/>
            </a:pPr>
            <a:r>
              <a:rPr lang="en-GB" altLang="en-US" dirty="0" smtClean="0"/>
              <a:t>A way of measuring and monitoring a pupil’s rate of progress</a:t>
            </a:r>
          </a:p>
          <a:p>
            <a:pPr eaLnBrk="1" hangingPunct="1">
              <a:buClr>
                <a:schemeClr val="tx1"/>
              </a:buClr>
              <a:buFont typeface="Wingdings" pitchFamily="2" charset="2"/>
              <a:buChar char="q"/>
            </a:pPr>
            <a:r>
              <a:rPr lang="en-GB" altLang="en-US" dirty="0" smtClean="0"/>
              <a:t>A way of monitoring and evaluating a specific programme of intervention</a:t>
            </a:r>
          </a:p>
          <a:p>
            <a:pPr eaLnBrk="1" hangingPunct="1">
              <a:buClr>
                <a:schemeClr val="tx1"/>
              </a:buClr>
              <a:buFont typeface="Wingdings" pitchFamily="2" charset="2"/>
              <a:buChar char="q"/>
            </a:pPr>
            <a:r>
              <a:rPr lang="en-GB" altLang="en-US" dirty="0" smtClean="0"/>
              <a:t>It is sometimes referred to as Precision Monitoring</a:t>
            </a:r>
          </a:p>
          <a:p>
            <a:pPr marL="0" indent="0" eaLnBrk="1" hangingPunct="1">
              <a:buClr>
                <a:schemeClr val="tx1"/>
              </a:buClr>
              <a:buNone/>
            </a:pPr>
            <a:endParaRPr lang="en-GB" altLang="en-US" dirty="0" smtClean="0"/>
          </a:p>
        </p:txBody>
      </p:sp>
    </p:spTree>
    <p:extLst>
      <p:ext uri="{BB962C8B-B14F-4D97-AF65-F5344CB8AC3E}">
        <p14:creationId xmlns:p14="http://schemas.microsoft.com/office/powerpoint/2010/main" val="1335199452"/>
      </p:ext>
    </p:extLst>
  </p:cSld>
  <p:clrMapOvr>
    <a:masterClrMapping/>
  </p:clrMapOvr>
  <p:transition/>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2" name="Rectangle 2"/>
          <p:cNvSpPr>
            <a:spLocks noGrp="1" noChangeArrowheads="1"/>
          </p:cNvSpPr>
          <p:nvPr>
            <p:ph type="title"/>
          </p:nvPr>
        </p:nvSpPr>
        <p:spPr>
          <a:xfrm>
            <a:off x="395288" y="115888"/>
            <a:ext cx="8497887" cy="792832"/>
          </a:xfrm>
        </p:spPr>
        <p:txBody>
          <a:bodyPr/>
          <a:lstStyle/>
          <a:p>
            <a:pPr algn="ctr" eaLnBrk="1" hangingPunct="1"/>
            <a:r>
              <a:rPr lang="en-GB" altLang="en-US" sz="3200" dirty="0" smtClean="0">
                <a:latin typeface="Arial" charset="0"/>
              </a:rPr>
              <a:t>Precision Teaching</a:t>
            </a:r>
          </a:p>
        </p:txBody>
      </p:sp>
      <p:sp>
        <p:nvSpPr>
          <p:cNvPr id="5123" name="Rectangle 3"/>
          <p:cNvSpPr>
            <a:spLocks noGrp="1" noChangeArrowheads="1"/>
          </p:cNvSpPr>
          <p:nvPr>
            <p:ph type="body" idx="1"/>
          </p:nvPr>
        </p:nvSpPr>
        <p:spPr>
          <a:xfrm>
            <a:off x="539552" y="1412777"/>
            <a:ext cx="7632700" cy="3384376"/>
          </a:xfrm>
        </p:spPr>
        <p:txBody>
          <a:bodyPr/>
          <a:lstStyle/>
          <a:p>
            <a:pPr eaLnBrk="1" hangingPunct="1"/>
            <a:r>
              <a:rPr lang="en-GB" altLang="en-US" dirty="0" smtClean="0"/>
              <a:t>Precision Teaching is individualised to help the ‘stuck’ child</a:t>
            </a:r>
          </a:p>
          <a:p>
            <a:pPr eaLnBrk="1" hangingPunct="1"/>
            <a:r>
              <a:rPr lang="en-GB" altLang="en-US" dirty="0" smtClean="0"/>
              <a:t>It requires a short (</a:t>
            </a:r>
            <a:r>
              <a:rPr lang="en-GB" altLang="en-US" dirty="0" err="1" smtClean="0"/>
              <a:t>approx</a:t>
            </a:r>
            <a:r>
              <a:rPr lang="en-GB" altLang="en-US" dirty="0" smtClean="0"/>
              <a:t> 10-15 min) session daily with the child</a:t>
            </a:r>
          </a:p>
          <a:p>
            <a:pPr eaLnBrk="1" hangingPunct="1"/>
            <a:r>
              <a:rPr lang="en-GB" altLang="en-US" dirty="0" smtClean="0"/>
              <a:t>Each session includes a teaching activity followed by the use of a PROBE – a timed test used to check on the child’s knowledge of specific skill items</a:t>
            </a:r>
          </a:p>
        </p:txBody>
      </p:sp>
    </p:spTree>
    <p:extLst>
      <p:ext uri="{BB962C8B-B14F-4D97-AF65-F5344CB8AC3E}">
        <p14:creationId xmlns:p14="http://schemas.microsoft.com/office/powerpoint/2010/main" val="1583087375"/>
      </p:ext>
    </p:extLst>
  </p:cSld>
  <p:clrMapOvr>
    <a:masterClrMapping/>
  </p:clrMapOvr>
  <p:transition/>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6" name="Rectangle 2"/>
          <p:cNvSpPr>
            <a:spLocks noGrp="1" noChangeArrowheads="1"/>
          </p:cNvSpPr>
          <p:nvPr>
            <p:ph type="title"/>
          </p:nvPr>
        </p:nvSpPr>
        <p:spPr>
          <a:xfrm>
            <a:off x="395288" y="115888"/>
            <a:ext cx="8497887" cy="792832"/>
          </a:xfrm>
        </p:spPr>
        <p:txBody>
          <a:bodyPr/>
          <a:lstStyle/>
          <a:p>
            <a:pPr algn="ctr" eaLnBrk="1" hangingPunct="1"/>
            <a:r>
              <a:rPr lang="en-GB" altLang="en-US" sz="3200" dirty="0" smtClean="0">
                <a:latin typeface="Arial" charset="0"/>
              </a:rPr>
              <a:t>The Learning Hierarchy</a:t>
            </a:r>
          </a:p>
        </p:txBody>
      </p:sp>
      <p:sp>
        <p:nvSpPr>
          <p:cNvPr id="6147" name="Rectangle 3"/>
          <p:cNvSpPr>
            <a:spLocks noGrp="1" noChangeArrowheads="1"/>
          </p:cNvSpPr>
          <p:nvPr>
            <p:ph type="body" idx="1"/>
          </p:nvPr>
        </p:nvSpPr>
        <p:spPr>
          <a:xfrm>
            <a:off x="539552" y="1268760"/>
            <a:ext cx="7488436" cy="4665315"/>
          </a:xfrm>
        </p:spPr>
        <p:txBody>
          <a:bodyPr/>
          <a:lstStyle/>
          <a:p>
            <a:pPr eaLnBrk="1" hangingPunct="1">
              <a:lnSpc>
                <a:spcPct val="90000"/>
              </a:lnSpc>
            </a:pPr>
            <a:r>
              <a:rPr lang="en-GB" altLang="en-US" dirty="0" smtClean="0"/>
              <a:t>Precision Teaching is based on the principle</a:t>
            </a:r>
          </a:p>
          <a:p>
            <a:pPr eaLnBrk="1" hangingPunct="1">
              <a:lnSpc>
                <a:spcPct val="90000"/>
              </a:lnSpc>
              <a:buFont typeface="Wingdings" pitchFamily="2" charset="2"/>
              <a:buNone/>
            </a:pPr>
            <a:r>
              <a:rPr lang="en-GB" altLang="en-US" dirty="0" smtClean="0"/>
              <a:t>	that children (and adults) need to reach a certain level of fluency and accuracy when learning a new skill before they can maintain that skill without the need for further teaching.</a:t>
            </a:r>
          </a:p>
          <a:p>
            <a:pPr eaLnBrk="1" hangingPunct="1">
              <a:lnSpc>
                <a:spcPct val="90000"/>
              </a:lnSpc>
              <a:buFont typeface="Wingdings" pitchFamily="2" charset="2"/>
              <a:buNone/>
            </a:pPr>
            <a:endParaRPr lang="en-GB" altLang="en-US" dirty="0" smtClean="0"/>
          </a:p>
          <a:p>
            <a:pPr eaLnBrk="1" hangingPunct="1">
              <a:lnSpc>
                <a:spcPct val="90000"/>
              </a:lnSpc>
              <a:buFont typeface="Wingdings" pitchFamily="2" charset="2"/>
              <a:buNone/>
            </a:pPr>
            <a:r>
              <a:rPr lang="en-GB" altLang="en-US" dirty="0" smtClean="0"/>
              <a:t>	The Learning Hierarchy* identifies five important stages in skill development.</a:t>
            </a:r>
          </a:p>
          <a:p>
            <a:pPr eaLnBrk="1" hangingPunct="1">
              <a:lnSpc>
                <a:spcPct val="90000"/>
              </a:lnSpc>
              <a:buFont typeface="Wingdings" pitchFamily="2" charset="2"/>
              <a:buNone/>
            </a:pPr>
            <a:endParaRPr lang="en-GB" altLang="en-US" dirty="0" smtClean="0"/>
          </a:p>
          <a:p>
            <a:pPr eaLnBrk="1" hangingPunct="1">
              <a:lnSpc>
                <a:spcPct val="90000"/>
              </a:lnSpc>
              <a:buFont typeface="Wingdings" pitchFamily="2" charset="2"/>
              <a:buNone/>
            </a:pPr>
            <a:r>
              <a:rPr lang="en-GB" altLang="en-US" sz="1800" i="1" dirty="0" smtClean="0"/>
              <a:t>	*Haring N.G. &amp; Eaton M.D. (1978) Systematic Instructional Procedures: An Instructional Hierarchy</a:t>
            </a:r>
          </a:p>
          <a:p>
            <a:pPr eaLnBrk="1" hangingPunct="1">
              <a:lnSpc>
                <a:spcPct val="90000"/>
              </a:lnSpc>
              <a:buFont typeface="Wingdings" pitchFamily="2" charset="2"/>
              <a:buNone/>
            </a:pPr>
            <a:endParaRPr lang="en-GB" altLang="en-US" sz="1800" i="1" dirty="0" smtClean="0"/>
          </a:p>
          <a:p>
            <a:pPr eaLnBrk="1" hangingPunct="1">
              <a:lnSpc>
                <a:spcPct val="90000"/>
              </a:lnSpc>
              <a:buFont typeface="Wingdings" pitchFamily="2" charset="2"/>
              <a:buChar char="q"/>
            </a:pPr>
            <a:endParaRPr lang="en-GB" altLang="en-US" dirty="0" smtClean="0"/>
          </a:p>
        </p:txBody>
      </p:sp>
    </p:spTree>
    <p:extLst>
      <p:ext uri="{BB962C8B-B14F-4D97-AF65-F5344CB8AC3E}">
        <p14:creationId xmlns:p14="http://schemas.microsoft.com/office/powerpoint/2010/main" val="1281043602"/>
      </p:ext>
    </p:extLst>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70" name="Rectangle 2"/>
          <p:cNvSpPr>
            <a:spLocks noGrp="1" noChangeArrowheads="1"/>
          </p:cNvSpPr>
          <p:nvPr>
            <p:ph type="title"/>
          </p:nvPr>
        </p:nvSpPr>
        <p:spPr>
          <a:xfrm>
            <a:off x="914400" y="277813"/>
            <a:ext cx="7402016" cy="774923"/>
          </a:xfrm>
        </p:spPr>
        <p:txBody>
          <a:bodyPr/>
          <a:lstStyle/>
          <a:p>
            <a:pPr algn="ctr" eaLnBrk="1" hangingPunct="1"/>
            <a:r>
              <a:rPr lang="en-GB" altLang="en-US" sz="3200" dirty="0" smtClean="0">
                <a:latin typeface="Arial" charset="0"/>
              </a:rPr>
              <a:t>The Learning Hierarchy</a:t>
            </a:r>
          </a:p>
        </p:txBody>
      </p:sp>
      <p:graphicFrame>
        <p:nvGraphicFramePr>
          <p:cNvPr id="76838" name="Group 38"/>
          <p:cNvGraphicFramePr>
            <a:graphicFrameLocks noGrp="1"/>
          </p:cNvGraphicFramePr>
          <p:nvPr>
            <p:ph type="tbl" idx="1"/>
            <p:extLst>
              <p:ext uri="{D42A27DB-BD31-4B8C-83A1-F6EECF244321}">
                <p14:modId xmlns:p14="http://schemas.microsoft.com/office/powerpoint/2010/main" val="1790422317"/>
              </p:ext>
            </p:extLst>
          </p:nvPr>
        </p:nvGraphicFramePr>
        <p:xfrm>
          <a:off x="611560" y="1267281"/>
          <a:ext cx="7416824" cy="4681999"/>
        </p:xfrm>
        <a:graphic>
          <a:graphicData uri="http://schemas.openxmlformats.org/drawingml/2006/table">
            <a:tbl>
              <a:tblPr/>
              <a:tblGrid>
                <a:gridCol w="2808312"/>
                <a:gridCol w="4608512"/>
              </a:tblGrid>
              <a:tr h="525675">
                <a:tc>
                  <a:txBody>
                    <a:bodyPr/>
                    <a:lstStyle>
                      <a:lvl1pPr>
                        <a:spcBef>
                          <a:spcPct val="20000"/>
                        </a:spcBef>
                        <a:buClr>
                          <a:schemeClr val="folHlink"/>
                        </a:buClr>
                        <a:buSzPct val="90000"/>
                        <a:buFont typeface="Wingdings" pitchFamily="2" charset="2"/>
                        <a:defRPr sz="2400">
                          <a:solidFill>
                            <a:schemeClr val="tx1"/>
                          </a:solidFill>
                          <a:latin typeface="Arial" charset="0"/>
                        </a:defRPr>
                      </a:lvl1pPr>
                      <a:lvl2pPr>
                        <a:spcBef>
                          <a:spcPct val="20000"/>
                        </a:spcBef>
                        <a:buClr>
                          <a:schemeClr val="accent1"/>
                        </a:buClr>
                        <a:buSzPct val="75000"/>
                        <a:buFont typeface="Wingdings" pitchFamily="2" charset="2"/>
                        <a:defRPr sz="2200">
                          <a:solidFill>
                            <a:schemeClr val="tx1"/>
                          </a:solidFill>
                          <a:latin typeface="Arial" charset="0"/>
                        </a:defRPr>
                      </a:lvl2pPr>
                      <a:lvl3pPr>
                        <a:spcBef>
                          <a:spcPct val="20000"/>
                        </a:spcBef>
                        <a:buClr>
                          <a:schemeClr val="folHlink"/>
                        </a:buClr>
                        <a:buSzPct val="55000"/>
                        <a:buFont typeface="Wingdings" pitchFamily="2" charset="2"/>
                        <a:defRPr sz="2100">
                          <a:solidFill>
                            <a:schemeClr val="tx1"/>
                          </a:solidFill>
                          <a:latin typeface="Arial" charset="0"/>
                        </a:defRPr>
                      </a:lvl3pPr>
                      <a:lvl4pPr>
                        <a:spcBef>
                          <a:spcPct val="20000"/>
                        </a:spcBef>
                        <a:buClr>
                          <a:schemeClr val="accent1"/>
                        </a:buClr>
                        <a:buFont typeface="Wingdings" pitchFamily="2" charset="2"/>
                        <a:defRPr>
                          <a:solidFill>
                            <a:schemeClr val="tx1"/>
                          </a:solidFill>
                          <a:latin typeface="Arial" charset="0"/>
                        </a:defRPr>
                      </a:lvl4pPr>
                      <a:lvl5pPr>
                        <a:spcBef>
                          <a:spcPct val="20000"/>
                        </a:spcBef>
                        <a:buClr>
                          <a:schemeClr val="accent1"/>
                        </a:buClr>
                        <a:buFont typeface="Wingdings" pitchFamily="2" charset="2"/>
                        <a:defRPr>
                          <a:solidFill>
                            <a:schemeClr val="tx1"/>
                          </a:solidFill>
                          <a:latin typeface="Arial" charset="0"/>
                        </a:defRPr>
                      </a:lvl5pPr>
                      <a:lvl6pPr fontAlgn="base">
                        <a:spcBef>
                          <a:spcPct val="20000"/>
                        </a:spcBef>
                        <a:spcAft>
                          <a:spcPct val="0"/>
                        </a:spcAft>
                        <a:buClr>
                          <a:schemeClr val="accent1"/>
                        </a:buClr>
                        <a:buFont typeface="Wingdings" pitchFamily="2" charset="2"/>
                        <a:defRPr>
                          <a:solidFill>
                            <a:schemeClr val="tx1"/>
                          </a:solidFill>
                          <a:latin typeface="Arial" charset="0"/>
                        </a:defRPr>
                      </a:lvl6pPr>
                      <a:lvl7pPr fontAlgn="base">
                        <a:spcBef>
                          <a:spcPct val="20000"/>
                        </a:spcBef>
                        <a:spcAft>
                          <a:spcPct val="0"/>
                        </a:spcAft>
                        <a:buClr>
                          <a:schemeClr val="accent1"/>
                        </a:buClr>
                        <a:buFont typeface="Wingdings" pitchFamily="2" charset="2"/>
                        <a:defRPr>
                          <a:solidFill>
                            <a:schemeClr val="tx1"/>
                          </a:solidFill>
                          <a:latin typeface="Arial" charset="0"/>
                        </a:defRPr>
                      </a:lvl7pPr>
                      <a:lvl8pPr fontAlgn="base">
                        <a:spcBef>
                          <a:spcPct val="20000"/>
                        </a:spcBef>
                        <a:spcAft>
                          <a:spcPct val="0"/>
                        </a:spcAft>
                        <a:buClr>
                          <a:schemeClr val="accent1"/>
                        </a:buClr>
                        <a:buFont typeface="Wingdings" pitchFamily="2" charset="2"/>
                        <a:defRPr>
                          <a:solidFill>
                            <a:schemeClr val="tx1"/>
                          </a:solidFill>
                          <a:latin typeface="Arial" charset="0"/>
                        </a:defRPr>
                      </a:lvl8pPr>
                      <a:lvl9pPr fontAlgn="base">
                        <a:spcBef>
                          <a:spcPct val="20000"/>
                        </a:spcBef>
                        <a:spcAft>
                          <a:spcPct val="0"/>
                        </a:spcAft>
                        <a:buClr>
                          <a:schemeClr val="accent1"/>
                        </a:buClr>
                        <a:buFont typeface="Wingdings" pitchFamily="2" charset="2"/>
                        <a:defRPr>
                          <a:solidFill>
                            <a:schemeClr val="tx1"/>
                          </a:solidFill>
                          <a:latin typeface="Arial" charset="0"/>
                        </a:defRPr>
                      </a:lvl9pPr>
                    </a:lstStyle>
                    <a:p>
                      <a:pPr marL="0" marR="0" lvl="0" indent="0" algn="ctr" defTabSz="914400" rtl="0" eaLnBrk="1" fontAlgn="base" latinLnBrk="0" hangingPunct="1">
                        <a:lnSpc>
                          <a:spcPct val="100000"/>
                        </a:lnSpc>
                        <a:spcBef>
                          <a:spcPct val="20000"/>
                        </a:spcBef>
                        <a:spcAft>
                          <a:spcPct val="0"/>
                        </a:spcAft>
                        <a:buClr>
                          <a:schemeClr val="folHlink"/>
                        </a:buClr>
                        <a:buSzPct val="90000"/>
                        <a:buFont typeface="Wingdings" pitchFamily="2" charset="2"/>
                        <a:buNone/>
                        <a:tabLst/>
                      </a:pPr>
                      <a:r>
                        <a:rPr kumimoji="0" lang="en-GB" altLang="en-US" sz="2400" b="1" i="0" u="none" strike="noStrike" cap="none" normalizeH="0" baseline="0" dirty="0" smtClean="0">
                          <a:ln>
                            <a:noFill/>
                          </a:ln>
                          <a:solidFill>
                            <a:schemeClr val="tx1"/>
                          </a:solidFill>
                          <a:effectLst/>
                          <a:latin typeface="Arial" charset="0"/>
                        </a:rPr>
                        <a:t>Stage</a:t>
                      </a:r>
                    </a:p>
                  </a:txBody>
                  <a:tcPr marT="45723" marB="45723"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buClr>
                          <a:schemeClr val="folHlink"/>
                        </a:buClr>
                        <a:buSzPct val="90000"/>
                        <a:buFont typeface="Wingdings" pitchFamily="2" charset="2"/>
                        <a:defRPr sz="2400">
                          <a:solidFill>
                            <a:schemeClr val="tx1"/>
                          </a:solidFill>
                          <a:latin typeface="Arial" charset="0"/>
                        </a:defRPr>
                      </a:lvl1pPr>
                      <a:lvl2pPr>
                        <a:spcBef>
                          <a:spcPct val="20000"/>
                        </a:spcBef>
                        <a:buClr>
                          <a:schemeClr val="accent1"/>
                        </a:buClr>
                        <a:buSzPct val="75000"/>
                        <a:buFont typeface="Wingdings" pitchFamily="2" charset="2"/>
                        <a:defRPr sz="2200">
                          <a:solidFill>
                            <a:schemeClr val="tx1"/>
                          </a:solidFill>
                          <a:latin typeface="Arial" charset="0"/>
                        </a:defRPr>
                      </a:lvl2pPr>
                      <a:lvl3pPr>
                        <a:spcBef>
                          <a:spcPct val="20000"/>
                        </a:spcBef>
                        <a:buClr>
                          <a:schemeClr val="folHlink"/>
                        </a:buClr>
                        <a:buSzPct val="55000"/>
                        <a:buFont typeface="Wingdings" pitchFamily="2" charset="2"/>
                        <a:defRPr sz="2100">
                          <a:solidFill>
                            <a:schemeClr val="tx1"/>
                          </a:solidFill>
                          <a:latin typeface="Arial" charset="0"/>
                        </a:defRPr>
                      </a:lvl3pPr>
                      <a:lvl4pPr>
                        <a:spcBef>
                          <a:spcPct val="20000"/>
                        </a:spcBef>
                        <a:buClr>
                          <a:schemeClr val="accent1"/>
                        </a:buClr>
                        <a:buFont typeface="Wingdings" pitchFamily="2" charset="2"/>
                        <a:defRPr>
                          <a:solidFill>
                            <a:schemeClr val="tx1"/>
                          </a:solidFill>
                          <a:latin typeface="Arial" charset="0"/>
                        </a:defRPr>
                      </a:lvl4pPr>
                      <a:lvl5pPr>
                        <a:spcBef>
                          <a:spcPct val="20000"/>
                        </a:spcBef>
                        <a:buClr>
                          <a:schemeClr val="accent1"/>
                        </a:buClr>
                        <a:buFont typeface="Wingdings" pitchFamily="2" charset="2"/>
                        <a:defRPr>
                          <a:solidFill>
                            <a:schemeClr val="tx1"/>
                          </a:solidFill>
                          <a:latin typeface="Arial" charset="0"/>
                        </a:defRPr>
                      </a:lvl5pPr>
                      <a:lvl6pPr fontAlgn="base">
                        <a:spcBef>
                          <a:spcPct val="20000"/>
                        </a:spcBef>
                        <a:spcAft>
                          <a:spcPct val="0"/>
                        </a:spcAft>
                        <a:buClr>
                          <a:schemeClr val="accent1"/>
                        </a:buClr>
                        <a:buFont typeface="Wingdings" pitchFamily="2" charset="2"/>
                        <a:defRPr>
                          <a:solidFill>
                            <a:schemeClr val="tx1"/>
                          </a:solidFill>
                          <a:latin typeface="Arial" charset="0"/>
                        </a:defRPr>
                      </a:lvl6pPr>
                      <a:lvl7pPr fontAlgn="base">
                        <a:spcBef>
                          <a:spcPct val="20000"/>
                        </a:spcBef>
                        <a:spcAft>
                          <a:spcPct val="0"/>
                        </a:spcAft>
                        <a:buClr>
                          <a:schemeClr val="accent1"/>
                        </a:buClr>
                        <a:buFont typeface="Wingdings" pitchFamily="2" charset="2"/>
                        <a:defRPr>
                          <a:solidFill>
                            <a:schemeClr val="tx1"/>
                          </a:solidFill>
                          <a:latin typeface="Arial" charset="0"/>
                        </a:defRPr>
                      </a:lvl7pPr>
                      <a:lvl8pPr fontAlgn="base">
                        <a:spcBef>
                          <a:spcPct val="20000"/>
                        </a:spcBef>
                        <a:spcAft>
                          <a:spcPct val="0"/>
                        </a:spcAft>
                        <a:buClr>
                          <a:schemeClr val="accent1"/>
                        </a:buClr>
                        <a:buFont typeface="Wingdings" pitchFamily="2" charset="2"/>
                        <a:defRPr>
                          <a:solidFill>
                            <a:schemeClr val="tx1"/>
                          </a:solidFill>
                          <a:latin typeface="Arial" charset="0"/>
                        </a:defRPr>
                      </a:lvl8pPr>
                      <a:lvl9pPr fontAlgn="base">
                        <a:spcBef>
                          <a:spcPct val="20000"/>
                        </a:spcBef>
                        <a:spcAft>
                          <a:spcPct val="0"/>
                        </a:spcAft>
                        <a:buClr>
                          <a:schemeClr val="accent1"/>
                        </a:buClr>
                        <a:buFont typeface="Wingdings" pitchFamily="2" charset="2"/>
                        <a:defRPr>
                          <a:solidFill>
                            <a:schemeClr val="tx1"/>
                          </a:solidFill>
                          <a:latin typeface="Arial" charset="0"/>
                        </a:defRPr>
                      </a:lvl9pPr>
                    </a:lstStyle>
                    <a:p>
                      <a:pPr marL="0" marR="0" lvl="0" indent="0" algn="ctr" defTabSz="914400" rtl="0" eaLnBrk="1" fontAlgn="base" latinLnBrk="0" hangingPunct="1">
                        <a:lnSpc>
                          <a:spcPct val="100000"/>
                        </a:lnSpc>
                        <a:spcBef>
                          <a:spcPct val="20000"/>
                        </a:spcBef>
                        <a:spcAft>
                          <a:spcPct val="0"/>
                        </a:spcAft>
                        <a:buClr>
                          <a:schemeClr val="folHlink"/>
                        </a:buClr>
                        <a:buSzPct val="90000"/>
                        <a:buFont typeface="Wingdings" pitchFamily="2" charset="2"/>
                        <a:buNone/>
                        <a:tabLst/>
                      </a:pPr>
                      <a:r>
                        <a:rPr kumimoji="0" lang="en-GB" altLang="en-US" sz="2400" b="1" i="0" u="none" strike="noStrike" cap="none" normalizeH="0" baseline="0" smtClean="0">
                          <a:ln>
                            <a:noFill/>
                          </a:ln>
                          <a:solidFill>
                            <a:schemeClr val="tx1"/>
                          </a:solidFill>
                          <a:effectLst/>
                          <a:latin typeface="Arial" charset="0"/>
                        </a:rPr>
                        <a:t>Description</a:t>
                      </a:r>
                    </a:p>
                  </a:txBody>
                  <a:tcPr marT="45723" marB="45723"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r h="874193">
                <a:tc>
                  <a:txBody>
                    <a:bodyPr/>
                    <a:lstStyle>
                      <a:lvl1pPr>
                        <a:spcBef>
                          <a:spcPct val="20000"/>
                        </a:spcBef>
                        <a:buClr>
                          <a:schemeClr val="folHlink"/>
                        </a:buClr>
                        <a:buSzPct val="90000"/>
                        <a:buFont typeface="Wingdings" pitchFamily="2" charset="2"/>
                        <a:defRPr sz="2400">
                          <a:solidFill>
                            <a:schemeClr val="tx1"/>
                          </a:solidFill>
                          <a:latin typeface="Arial" charset="0"/>
                        </a:defRPr>
                      </a:lvl1pPr>
                      <a:lvl2pPr>
                        <a:spcBef>
                          <a:spcPct val="20000"/>
                        </a:spcBef>
                        <a:buClr>
                          <a:schemeClr val="accent1"/>
                        </a:buClr>
                        <a:buSzPct val="75000"/>
                        <a:buFont typeface="Wingdings" pitchFamily="2" charset="2"/>
                        <a:defRPr sz="2200">
                          <a:solidFill>
                            <a:schemeClr val="tx1"/>
                          </a:solidFill>
                          <a:latin typeface="Arial" charset="0"/>
                        </a:defRPr>
                      </a:lvl2pPr>
                      <a:lvl3pPr>
                        <a:spcBef>
                          <a:spcPct val="20000"/>
                        </a:spcBef>
                        <a:buClr>
                          <a:schemeClr val="folHlink"/>
                        </a:buClr>
                        <a:buSzPct val="55000"/>
                        <a:buFont typeface="Wingdings" pitchFamily="2" charset="2"/>
                        <a:defRPr sz="2100">
                          <a:solidFill>
                            <a:schemeClr val="tx1"/>
                          </a:solidFill>
                          <a:latin typeface="Arial" charset="0"/>
                        </a:defRPr>
                      </a:lvl3pPr>
                      <a:lvl4pPr>
                        <a:spcBef>
                          <a:spcPct val="20000"/>
                        </a:spcBef>
                        <a:buClr>
                          <a:schemeClr val="accent1"/>
                        </a:buClr>
                        <a:buFont typeface="Wingdings" pitchFamily="2" charset="2"/>
                        <a:defRPr>
                          <a:solidFill>
                            <a:schemeClr val="tx1"/>
                          </a:solidFill>
                          <a:latin typeface="Arial" charset="0"/>
                        </a:defRPr>
                      </a:lvl4pPr>
                      <a:lvl5pPr>
                        <a:spcBef>
                          <a:spcPct val="20000"/>
                        </a:spcBef>
                        <a:buClr>
                          <a:schemeClr val="accent1"/>
                        </a:buClr>
                        <a:buFont typeface="Wingdings" pitchFamily="2" charset="2"/>
                        <a:defRPr>
                          <a:solidFill>
                            <a:schemeClr val="tx1"/>
                          </a:solidFill>
                          <a:latin typeface="Arial" charset="0"/>
                        </a:defRPr>
                      </a:lvl5pPr>
                      <a:lvl6pPr fontAlgn="base">
                        <a:spcBef>
                          <a:spcPct val="20000"/>
                        </a:spcBef>
                        <a:spcAft>
                          <a:spcPct val="0"/>
                        </a:spcAft>
                        <a:buClr>
                          <a:schemeClr val="accent1"/>
                        </a:buClr>
                        <a:buFont typeface="Wingdings" pitchFamily="2" charset="2"/>
                        <a:defRPr>
                          <a:solidFill>
                            <a:schemeClr val="tx1"/>
                          </a:solidFill>
                          <a:latin typeface="Arial" charset="0"/>
                        </a:defRPr>
                      </a:lvl6pPr>
                      <a:lvl7pPr fontAlgn="base">
                        <a:spcBef>
                          <a:spcPct val="20000"/>
                        </a:spcBef>
                        <a:spcAft>
                          <a:spcPct val="0"/>
                        </a:spcAft>
                        <a:buClr>
                          <a:schemeClr val="accent1"/>
                        </a:buClr>
                        <a:buFont typeface="Wingdings" pitchFamily="2" charset="2"/>
                        <a:defRPr>
                          <a:solidFill>
                            <a:schemeClr val="tx1"/>
                          </a:solidFill>
                          <a:latin typeface="Arial" charset="0"/>
                        </a:defRPr>
                      </a:lvl7pPr>
                      <a:lvl8pPr fontAlgn="base">
                        <a:spcBef>
                          <a:spcPct val="20000"/>
                        </a:spcBef>
                        <a:spcAft>
                          <a:spcPct val="0"/>
                        </a:spcAft>
                        <a:buClr>
                          <a:schemeClr val="accent1"/>
                        </a:buClr>
                        <a:buFont typeface="Wingdings" pitchFamily="2" charset="2"/>
                        <a:defRPr>
                          <a:solidFill>
                            <a:schemeClr val="tx1"/>
                          </a:solidFill>
                          <a:latin typeface="Arial" charset="0"/>
                        </a:defRPr>
                      </a:lvl8pPr>
                      <a:lvl9pPr fontAlgn="base">
                        <a:spcBef>
                          <a:spcPct val="20000"/>
                        </a:spcBef>
                        <a:spcAft>
                          <a:spcPct val="0"/>
                        </a:spcAft>
                        <a:buClr>
                          <a:schemeClr val="accent1"/>
                        </a:buClr>
                        <a:buFont typeface="Wingdings" pitchFamily="2" charset="2"/>
                        <a:defRPr>
                          <a:solidFill>
                            <a:schemeClr val="tx1"/>
                          </a:solidFill>
                          <a:latin typeface="Arial" charset="0"/>
                        </a:defRPr>
                      </a:lvl9pPr>
                    </a:lstStyle>
                    <a:p>
                      <a:pPr marL="0" marR="0" lvl="0" indent="0" algn="l" defTabSz="914400" rtl="0" eaLnBrk="1" fontAlgn="base" latinLnBrk="0" hangingPunct="1">
                        <a:lnSpc>
                          <a:spcPct val="100000"/>
                        </a:lnSpc>
                        <a:spcBef>
                          <a:spcPct val="20000"/>
                        </a:spcBef>
                        <a:spcAft>
                          <a:spcPct val="0"/>
                        </a:spcAft>
                        <a:buClr>
                          <a:schemeClr val="folHlink"/>
                        </a:buClr>
                        <a:buSzPct val="90000"/>
                        <a:buFont typeface="Wingdings" pitchFamily="2" charset="2"/>
                        <a:buNone/>
                        <a:tabLst/>
                      </a:pPr>
                      <a:r>
                        <a:rPr kumimoji="0" lang="en-GB" altLang="en-US" sz="2400" b="1" i="0" u="none" strike="noStrike" cap="none" normalizeH="0" baseline="0" smtClean="0">
                          <a:ln>
                            <a:noFill/>
                          </a:ln>
                          <a:solidFill>
                            <a:schemeClr val="tx1"/>
                          </a:solidFill>
                          <a:effectLst/>
                          <a:latin typeface="Arial" charset="0"/>
                        </a:rPr>
                        <a:t>Acquisition</a:t>
                      </a:r>
                    </a:p>
                  </a:txBody>
                  <a:tcPr marT="45723" marB="45723"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buClr>
                          <a:schemeClr val="folHlink"/>
                        </a:buClr>
                        <a:buSzPct val="90000"/>
                        <a:buFont typeface="Wingdings" pitchFamily="2" charset="2"/>
                        <a:defRPr sz="2400">
                          <a:solidFill>
                            <a:schemeClr val="tx1"/>
                          </a:solidFill>
                          <a:latin typeface="Arial" charset="0"/>
                        </a:defRPr>
                      </a:lvl1pPr>
                      <a:lvl2pPr>
                        <a:spcBef>
                          <a:spcPct val="20000"/>
                        </a:spcBef>
                        <a:buClr>
                          <a:schemeClr val="accent1"/>
                        </a:buClr>
                        <a:buSzPct val="75000"/>
                        <a:buFont typeface="Wingdings" pitchFamily="2" charset="2"/>
                        <a:defRPr sz="2200">
                          <a:solidFill>
                            <a:schemeClr val="tx1"/>
                          </a:solidFill>
                          <a:latin typeface="Arial" charset="0"/>
                        </a:defRPr>
                      </a:lvl2pPr>
                      <a:lvl3pPr>
                        <a:spcBef>
                          <a:spcPct val="20000"/>
                        </a:spcBef>
                        <a:buClr>
                          <a:schemeClr val="folHlink"/>
                        </a:buClr>
                        <a:buSzPct val="55000"/>
                        <a:buFont typeface="Wingdings" pitchFamily="2" charset="2"/>
                        <a:defRPr sz="2100">
                          <a:solidFill>
                            <a:schemeClr val="tx1"/>
                          </a:solidFill>
                          <a:latin typeface="Arial" charset="0"/>
                        </a:defRPr>
                      </a:lvl3pPr>
                      <a:lvl4pPr>
                        <a:spcBef>
                          <a:spcPct val="20000"/>
                        </a:spcBef>
                        <a:buClr>
                          <a:schemeClr val="accent1"/>
                        </a:buClr>
                        <a:buFont typeface="Wingdings" pitchFamily="2" charset="2"/>
                        <a:defRPr>
                          <a:solidFill>
                            <a:schemeClr val="tx1"/>
                          </a:solidFill>
                          <a:latin typeface="Arial" charset="0"/>
                        </a:defRPr>
                      </a:lvl4pPr>
                      <a:lvl5pPr>
                        <a:spcBef>
                          <a:spcPct val="20000"/>
                        </a:spcBef>
                        <a:buClr>
                          <a:schemeClr val="accent1"/>
                        </a:buClr>
                        <a:buFont typeface="Wingdings" pitchFamily="2" charset="2"/>
                        <a:defRPr>
                          <a:solidFill>
                            <a:schemeClr val="tx1"/>
                          </a:solidFill>
                          <a:latin typeface="Arial" charset="0"/>
                        </a:defRPr>
                      </a:lvl5pPr>
                      <a:lvl6pPr fontAlgn="base">
                        <a:spcBef>
                          <a:spcPct val="20000"/>
                        </a:spcBef>
                        <a:spcAft>
                          <a:spcPct val="0"/>
                        </a:spcAft>
                        <a:buClr>
                          <a:schemeClr val="accent1"/>
                        </a:buClr>
                        <a:buFont typeface="Wingdings" pitchFamily="2" charset="2"/>
                        <a:defRPr>
                          <a:solidFill>
                            <a:schemeClr val="tx1"/>
                          </a:solidFill>
                          <a:latin typeface="Arial" charset="0"/>
                        </a:defRPr>
                      </a:lvl6pPr>
                      <a:lvl7pPr fontAlgn="base">
                        <a:spcBef>
                          <a:spcPct val="20000"/>
                        </a:spcBef>
                        <a:spcAft>
                          <a:spcPct val="0"/>
                        </a:spcAft>
                        <a:buClr>
                          <a:schemeClr val="accent1"/>
                        </a:buClr>
                        <a:buFont typeface="Wingdings" pitchFamily="2" charset="2"/>
                        <a:defRPr>
                          <a:solidFill>
                            <a:schemeClr val="tx1"/>
                          </a:solidFill>
                          <a:latin typeface="Arial" charset="0"/>
                        </a:defRPr>
                      </a:lvl7pPr>
                      <a:lvl8pPr fontAlgn="base">
                        <a:spcBef>
                          <a:spcPct val="20000"/>
                        </a:spcBef>
                        <a:spcAft>
                          <a:spcPct val="0"/>
                        </a:spcAft>
                        <a:buClr>
                          <a:schemeClr val="accent1"/>
                        </a:buClr>
                        <a:buFont typeface="Wingdings" pitchFamily="2" charset="2"/>
                        <a:defRPr>
                          <a:solidFill>
                            <a:schemeClr val="tx1"/>
                          </a:solidFill>
                          <a:latin typeface="Arial" charset="0"/>
                        </a:defRPr>
                      </a:lvl8pPr>
                      <a:lvl9pPr fontAlgn="base">
                        <a:spcBef>
                          <a:spcPct val="20000"/>
                        </a:spcBef>
                        <a:spcAft>
                          <a:spcPct val="0"/>
                        </a:spcAft>
                        <a:buClr>
                          <a:schemeClr val="accent1"/>
                        </a:buClr>
                        <a:buFont typeface="Wingdings" pitchFamily="2" charset="2"/>
                        <a:defRPr>
                          <a:solidFill>
                            <a:schemeClr val="tx1"/>
                          </a:solidFill>
                          <a:latin typeface="Arial" charset="0"/>
                        </a:defRPr>
                      </a:lvl9pPr>
                    </a:lstStyle>
                    <a:p>
                      <a:pPr marL="0" marR="0" lvl="0" indent="0" algn="l" defTabSz="914400" rtl="0" eaLnBrk="1" fontAlgn="base" latinLnBrk="0" hangingPunct="1">
                        <a:lnSpc>
                          <a:spcPct val="100000"/>
                        </a:lnSpc>
                        <a:spcBef>
                          <a:spcPct val="20000"/>
                        </a:spcBef>
                        <a:spcAft>
                          <a:spcPct val="0"/>
                        </a:spcAft>
                        <a:buClr>
                          <a:schemeClr val="folHlink"/>
                        </a:buClr>
                        <a:buSzPct val="90000"/>
                        <a:buFont typeface="Wingdings" pitchFamily="2" charset="2"/>
                        <a:buNone/>
                        <a:tabLst/>
                      </a:pPr>
                      <a:r>
                        <a:rPr kumimoji="0" lang="en-GB" altLang="en-US" sz="2000" b="0" i="0" u="none" strike="noStrike" cap="none" normalizeH="0" baseline="0" smtClean="0">
                          <a:ln>
                            <a:noFill/>
                          </a:ln>
                          <a:solidFill>
                            <a:schemeClr val="tx1"/>
                          </a:solidFill>
                          <a:effectLst/>
                          <a:latin typeface="Arial" charset="0"/>
                        </a:rPr>
                        <a:t>Pupil initially shown how to use a skill (high level of teaching input)</a:t>
                      </a:r>
                    </a:p>
                  </a:txBody>
                  <a:tcPr marT="45723" marB="45723"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r h="700615">
                <a:tc>
                  <a:txBody>
                    <a:bodyPr/>
                    <a:lstStyle>
                      <a:lvl1pPr>
                        <a:spcBef>
                          <a:spcPct val="20000"/>
                        </a:spcBef>
                        <a:buClr>
                          <a:schemeClr val="folHlink"/>
                        </a:buClr>
                        <a:buSzPct val="90000"/>
                        <a:buFont typeface="Wingdings" pitchFamily="2" charset="2"/>
                        <a:defRPr sz="2400">
                          <a:solidFill>
                            <a:schemeClr val="tx1"/>
                          </a:solidFill>
                          <a:latin typeface="Arial" charset="0"/>
                        </a:defRPr>
                      </a:lvl1pPr>
                      <a:lvl2pPr>
                        <a:spcBef>
                          <a:spcPct val="20000"/>
                        </a:spcBef>
                        <a:buClr>
                          <a:schemeClr val="accent1"/>
                        </a:buClr>
                        <a:buSzPct val="75000"/>
                        <a:buFont typeface="Wingdings" pitchFamily="2" charset="2"/>
                        <a:defRPr sz="2200">
                          <a:solidFill>
                            <a:schemeClr val="tx1"/>
                          </a:solidFill>
                          <a:latin typeface="Arial" charset="0"/>
                        </a:defRPr>
                      </a:lvl2pPr>
                      <a:lvl3pPr>
                        <a:spcBef>
                          <a:spcPct val="20000"/>
                        </a:spcBef>
                        <a:buClr>
                          <a:schemeClr val="folHlink"/>
                        </a:buClr>
                        <a:buSzPct val="55000"/>
                        <a:buFont typeface="Wingdings" pitchFamily="2" charset="2"/>
                        <a:defRPr sz="2100">
                          <a:solidFill>
                            <a:schemeClr val="tx1"/>
                          </a:solidFill>
                          <a:latin typeface="Arial" charset="0"/>
                        </a:defRPr>
                      </a:lvl3pPr>
                      <a:lvl4pPr>
                        <a:spcBef>
                          <a:spcPct val="20000"/>
                        </a:spcBef>
                        <a:buClr>
                          <a:schemeClr val="accent1"/>
                        </a:buClr>
                        <a:buFont typeface="Wingdings" pitchFamily="2" charset="2"/>
                        <a:defRPr>
                          <a:solidFill>
                            <a:schemeClr val="tx1"/>
                          </a:solidFill>
                          <a:latin typeface="Arial" charset="0"/>
                        </a:defRPr>
                      </a:lvl4pPr>
                      <a:lvl5pPr>
                        <a:spcBef>
                          <a:spcPct val="20000"/>
                        </a:spcBef>
                        <a:buClr>
                          <a:schemeClr val="accent1"/>
                        </a:buClr>
                        <a:buFont typeface="Wingdings" pitchFamily="2" charset="2"/>
                        <a:defRPr>
                          <a:solidFill>
                            <a:schemeClr val="tx1"/>
                          </a:solidFill>
                          <a:latin typeface="Arial" charset="0"/>
                        </a:defRPr>
                      </a:lvl5pPr>
                      <a:lvl6pPr fontAlgn="base">
                        <a:spcBef>
                          <a:spcPct val="20000"/>
                        </a:spcBef>
                        <a:spcAft>
                          <a:spcPct val="0"/>
                        </a:spcAft>
                        <a:buClr>
                          <a:schemeClr val="accent1"/>
                        </a:buClr>
                        <a:buFont typeface="Wingdings" pitchFamily="2" charset="2"/>
                        <a:defRPr>
                          <a:solidFill>
                            <a:schemeClr val="tx1"/>
                          </a:solidFill>
                          <a:latin typeface="Arial" charset="0"/>
                        </a:defRPr>
                      </a:lvl6pPr>
                      <a:lvl7pPr fontAlgn="base">
                        <a:spcBef>
                          <a:spcPct val="20000"/>
                        </a:spcBef>
                        <a:spcAft>
                          <a:spcPct val="0"/>
                        </a:spcAft>
                        <a:buClr>
                          <a:schemeClr val="accent1"/>
                        </a:buClr>
                        <a:buFont typeface="Wingdings" pitchFamily="2" charset="2"/>
                        <a:defRPr>
                          <a:solidFill>
                            <a:schemeClr val="tx1"/>
                          </a:solidFill>
                          <a:latin typeface="Arial" charset="0"/>
                        </a:defRPr>
                      </a:lvl7pPr>
                      <a:lvl8pPr fontAlgn="base">
                        <a:spcBef>
                          <a:spcPct val="20000"/>
                        </a:spcBef>
                        <a:spcAft>
                          <a:spcPct val="0"/>
                        </a:spcAft>
                        <a:buClr>
                          <a:schemeClr val="accent1"/>
                        </a:buClr>
                        <a:buFont typeface="Wingdings" pitchFamily="2" charset="2"/>
                        <a:defRPr>
                          <a:solidFill>
                            <a:schemeClr val="tx1"/>
                          </a:solidFill>
                          <a:latin typeface="Arial" charset="0"/>
                        </a:defRPr>
                      </a:lvl8pPr>
                      <a:lvl9pPr fontAlgn="base">
                        <a:spcBef>
                          <a:spcPct val="20000"/>
                        </a:spcBef>
                        <a:spcAft>
                          <a:spcPct val="0"/>
                        </a:spcAft>
                        <a:buClr>
                          <a:schemeClr val="accent1"/>
                        </a:buClr>
                        <a:buFont typeface="Wingdings" pitchFamily="2" charset="2"/>
                        <a:defRPr>
                          <a:solidFill>
                            <a:schemeClr val="tx1"/>
                          </a:solidFill>
                          <a:latin typeface="Arial" charset="0"/>
                        </a:defRPr>
                      </a:lvl9pPr>
                    </a:lstStyle>
                    <a:p>
                      <a:pPr marL="0" marR="0" lvl="0" indent="0" algn="l" defTabSz="914400" rtl="0" eaLnBrk="1" fontAlgn="base" latinLnBrk="0" hangingPunct="1">
                        <a:lnSpc>
                          <a:spcPct val="100000"/>
                        </a:lnSpc>
                        <a:spcBef>
                          <a:spcPct val="20000"/>
                        </a:spcBef>
                        <a:spcAft>
                          <a:spcPct val="0"/>
                        </a:spcAft>
                        <a:buClr>
                          <a:schemeClr val="folHlink"/>
                        </a:buClr>
                        <a:buSzPct val="90000"/>
                        <a:buFont typeface="Wingdings" pitchFamily="2" charset="2"/>
                        <a:buNone/>
                        <a:tabLst/>
                      </a:pPr>
                      <a:r>
                        <a:rPr kumimoji="0" lang="en-GB" altLang="en-US" sz="2400" b="1" i="0" u="none" strike="noStrike" cap="none" normalizeH="0" baseline="0" smtClean="0">
                          <a:ln>
                            <a:noFill/>
                          </a:ln>
                          <a:solidFill>
                            <a:schemeClr val="tx1"/>
                          </a:solidFill>
                          <a:effectLst/>
                          <a:latin typeface="Arial" charset="0"/>
                        </a:rPr>
                        <a:t>Fluency</a:t>
                      </a:r>
                    </a:p>
                  </a:txBody>
                  <a:tcPr marT="45723" marB="45723"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buClr>
                          <a:schemeClr val="folHlink"/>
                        </a:buClr>
                        <a:buSzPct val="90000"/>
                        <a:buFont typeface="Wingdings" pitchFamily="2" charset="2"/>
                        <a:defRPr sz="2400">
                          <a:solidFill>
                            <a:schemeClr val="tx1"/>
                          </a:solidFill>
                          <a:latin typeface="Arial" charset="0"/>
                        </a:defRPr>
                      </a:lvl1pPr>
                      <a:lvl2pPr>
                        <a:spcBef>
                          <a:spcPct val="20000"/>
                        </a:spcBef>
                        <a:buClr>
                          <a:schemeClr val="accent1"/>
                        </a:buClr>
                        <a:buSzPct val="75000"/>
                        <a:buFont typeface="Wingdings" pitchFamily="2" charset="2"/>
                        <a:defRPr sz="2200">
                          <a:solidFill>
                            <a:schemeClr val="tx1"/>
                          </a:solidFill>
                          <a:latin typeface="Arial" charset="0"/>
                        </a:defRPr>
                      </a:lvl2pPr>
                      <a:lvl3pPr>
                        <a:spcBef>
                          <a:spcPct val="20000"/>
                        </a:spcBef>
                        <a:buClr>
                          <a:schemeClr val="folHlink"/>
                        </a:buClr>
                        <a:buSzPct val="55000"/>
                        <a:buFont typeface="Wingdings" pitchFamily="2" charset="2"/>
                        <a:defRPr sz="2100">
                          <a:solidFill>
                            <a:schemeClr val="tx1"/>
                          </a:solidFill>
                          <a:latin typeface="Arial" charset="0"/>
                        </a:defRPr>
                      </a:lvl3pPr>
                      <a:lvl4pPr>
                        <a:spcBef>
                          <a:spcPct val="20000"/>
                        </a:spcBef>
                        <a:buClr>
                          <a:schemeClr val="accent1"/>
                        </a:buClr>
                        <a:buFont typeface="Wingdings" pitchFamily="2" charset="2"/>
                        <a:defRPr>
                          <a:solidFill>
                            <a:schemeClr val="tx1"/>
                          </a:solidFill>
                          <a:latin typeface="Arial" charset="0"/>
                        </a:defRPr>
                      </a:lvl4pPr>
                      <a:lvl5pPr>
                        <a:spcBef>
                          <a:spcPct val="20000"/>
                        </a:spcBef>
                        <a:buClr>
                          <a:schemeClr val="accent1"/>
                        </a:buClr>
                        <a:buFont typeface="Wingdings" pitchFamily="2" charset="2"/>
                        <a:defRPr>
                          <a:solidFill>
                            <a:schemeClr val="tx1"/>
                          </a:solidFill>
                          <a:latin typeface="Arial" charset="0"/>
                        </a:defRPr>
                      </a:lvl5pPr>
                      <a:lvl6pPr fontAlgn="base">
                        <a:spcBef>
                          <a:spcPct val="20000"/>
                        </a:spcBef>
                        <a:spcAft>
                          <a:spcPct val="0"/>
                        </a:spcAft>
                        <a:buClr>
                          <a:schemeClr val="accent1"/>
                        </a:buClr>
                        <a:buFont typeface="Wingdings" pitchFamily="2" charset="2"/>
                        <a:defRPr>
                          <a:solidFill>
                            <a:schemeClr val="tx1"/>
                          </a:solidFill>
                          <a:latin typeface="Arial" charset="0"/>
                        </a:defRPr>
                      </a:lvl6pPr>
                      <a:lvl7pPr fontAlgn="base">
                        <a:spcBef>
                          <a:spcPct val="20000"/>
                        </a:spcBef>
                        <a:spcAft>
                          <a:spcPct val="0"/>
                        </a:spcAft>
                        <a:buClr>
                          <a:schemeClr val="accent1"/>
                        </a:buClr>
                        <a:buFont typeface="Wingdings" pitchFamily="2" charset="2"/>
                        <a:defRPr>
                          <a:solidFill>
                            <a:schemeClr val="tx1"/>
                          </a:solidFill>
                          <a:latin typeface="Arial" charset="0"/>
                        </a:defRPr>
                      </a:lvl7pPr>
                      <a:lvl8pPr fontAlgn="base">
                        <a:spcBef>
                          <a:spcPct val="20000"/>
                        </a:spcBef>
                        <a:spcAft>
                          <a:spcPct val="0"/>
                        </a:spcAft>
                        <a:buClr>
                          <a:schemeClr val="accent1"/>
                        </a:buClr>
                        <a:buFont typeface="Wingdings" pitchFamily="2" charset="2"/>
                        <a:defRPr>
                          <a:solidFill>
                            <a:schemeClr val="tx1"/>
                          </a:solidFill>
                          <a:latin typeface="Arial" charset="0"/>
                        </a:defRPr>
                      </a:lvl8pPr>
                      <a:lvl9pPr fontAlgn="base">
                        <a:spcBef>
                          <a:spcPct val="20000"/>
                        </a:spcBef>
                        <a:spcAft>
                          <a:spcPct val="0"/>
                        </a:spcAft>
                        <a:buClr>
                          <a:schemeClr val="accent1"/>
                        </a:buClr>
                        <a:buFont typeface="Wingdings" pitchFamily="2" charset="2"/>
                        <a:defRPr>
                          <a:solidFill>
                            <a:schemeClr val="tx1"/>
                          </a:solidFill>
                          <a:latin typeface="Arial" charset="0"/>
                        </a:defRPr>
                      </a:lvl9pPr>
                    </a:lstStyle>
                    <a:p>
                      <a:pPr marL="0" marR="0" lvl="0" indent="0" algn="l" defTabSz="914400" rtl="0" eaLnBrk="1" fontAlgn="base" latinLnBrk="0" hangingPunct="1">
                        <a:lnSpc>
                          <a:spcPct val="100000"/>
                        </a:lnSpc>
                        <a:spcBef>
                          <a:spcPct val="20000"/>
                        </a:spcBef>
                        <a:spcAft>
                          <a:spcPct val="0"/>
                        </a:spcAft>
                        <a:buClr>
                          <a:schemeClr val="folHlink"/>
                        </a:buClr>
                        <a:buSzPct val="90000"/>
                        <a:buFont typeface="Wingdings" pitchFamily="2" charset="2"/>
                        <a:buNone/>
                        <a:tabLst/>
                      </a:pPr>
                      <a:r>
                        <a:rPr kumimoji="0" lang="en-GB" altLang="en-US" sz="2000" b="0" i="0" u="none" strike="noStrike" cap="none" normalizeH="0" baseline="0" smtClean="0">
                          <a:ln>
                            <a:noFill/>
                          </a:ln>
                          <a:solidFill>
                            <a:schemeClr val="tx1"/>
                          </a:solidFill>
                          <a:effectLst/>
                          <a:latin typeface="Arial" charset="0"/>
                        </a:rPr>
                        <a:t>Skill fluency enabled through regular practice and involvement</a:t>
                      </a:r>
                    </a:p>
                  </a:txBody>
                  <a:tcPr marT="45723" marB="45723"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r h="700615">
                <a:tc>
                  <a:txBody>
                    <a:bodyPr/>
                    <a:lstStyle>
                      <a:lvl1pPr>
                        <a:spcBef>
                          <a:spcPct val="20000"/>
                        </a:spcBef>
                        <a:buClr>
                          <a:schemeClr val="folHlink"/>
                        </a:buClr>
                        <a:buSzPct val="90000"/>
                        <a:buFont typeface="Wingdings" pitchFamily="2" charset="2"/>
                        <a:defRPr sz="2400">
                          <a:solidFill>
                            <a:schemeClr val="tx1"/>
                          </a:solidFill>
                          <a:latin typeface="Arial" charset="0"/>
                        </a:defRPr>
                      </a:lvl1pPr>
                      <a:lvl2pPr>
                        <a:spcBef>
                          <a:spcPct val="20000"/>
                        </a:spcBef>
                        <a:buClr>
                          <a:schemeClr val="accent1"/>
                        </a:buClr>
                        <a:buSzPct val="75000"/>
                        <a:buFont typeface="Wingdings" pitchFamily="2" charset="2"/>
                        <a:defRPr sz="2200">
                          <a:solidFill>
                            <a:schemeClr val="tx1"/>
                          </a:solidFill>
                          <a:latin typeface="Arial" charset="0"/>
                        </a:defRPr>
                      </a:lvl2pPr>
                      <a:lvl3pPr>
                        <a:spcBef>
                          <a:spcPct val="20000"/>
                        </a:spcBef>
                        <a:buClr>
                          <a:schemeClr val="folHlink"/>
                        </a:buClr>
                        <a:buSzPct val="55000"/>
                        <a:buFont typeface="Wingdings" pitchFamily="2" charset="2"/>
                        <a:defRPr sz="2100">
                          <a:solidFill>
                            <a:schemeClr val="tx1"/>
                          </a:solidFill>
                          <a:latin typeface="Arial" charset="0"/>
                        </a:defRPr>
                      </a:lvl3pPr>
                      <a:lvl4pPr>
                        <a:spcBef>
                          <a:spcPct val="20000"/>
                        </a:spcBef>
                        <a:buClr>
                          <a:schemeClr val="accent1"/>
                        </a:buClr>
                        <a:buFont typeface="Wingdings" pitchFamily="2" charset="2"/>
                        <a:defRPr>
                          <a:solidFill>
                            <a:schemeClr val="tx1"/>
                          </a:solidFill>
                          <a:latin typeface="Arial" charset="0"/>
                        </a:defRPr>
                      </a:lvl4pPr>
                      <a:lvl5pPr>
                        <a:spcBef>
                          <a:spcPct val="20000"/>
                        </a:spcBef>
                        <a:buClr>
                          <a:schemeClr val="accent1"/>
                        </a:buClr>
                        <a:buFont typeface="Wingdings" pitchFamily="2" charset="2"/>
                        <a:defRPr>
                          <a:solidFill>
                            <a:schemeClr val="tx1"/>
                          </a:solidFill>
                          <a:latin typeface="Arial" charset="0"/>
                        </a:defRPr>
                      </a:lvl5pPr>
                      <a:lvl6pPr fontAlgn="base">
                        <a:spcBef>
                          <a:spcPct val="20000"/>
                        </a:spcBef>
                        <a:spcAft>
                          <a:spcPct val="0"/>
                        </a:spcAft>
                        <a:buClr>
                          <a:schemeClr val="accent1"/>
                        </a:buClr>
                        <a:buFont typeface="Wingdings" pitchFamily="2" charset="2"/>
                        <a:defRPr>
                          <a:solidFill>
                            <a:schemeClr val="tx1"/>
                          </a:solidFill>
                          <a:latin typeface="Arial" charset="0"/>
                        </a:defRPr>
                      </a:lvl6pPr>
                      <a:lvl7pPr fontAlgn="base">
                        <a:spcBef>
                          <a:spcPct val="20000"/>
                        </a:spcBef>
                        <a:spcAft>
                          <a:spcPct val="0"/>
                        </a:spcAft>
                        <a:buClr>
                          <a:schemeClr val="accent1"/>
                        </a:buClr>
                        <a:buFont typeface="Wingdings" pitchFamily="2" charset="2"/>
                        <a:defRPr>
                          <a:solidFill>
                            <a:schemeClr val="tx1"/>
                          </a:solidFill>
                          <a:latin typeface="Arial" charset="0"/>
                        </a:defRPr>
                      </a:lvl7pPr>
                      <a:lvl8pPr fontAlgn="base">
                        <a:spcBef>
                          <a:spcPct val="20000"/>
                        </a:spcBef>
                        <a:spcAft>
                          <a:spcPct val="0"/>
                        </a:spcAft>
                        <a:buClr>
                          <a:schemeClr val="accent1"/>
                        </a:buClr>
                        <a:buFont typeface="Wingdings" pitchFamily="2" charset="2"/>
                        <a:defRPr>
                          <a:solidFill>
                            <a:schemeClr val="tx1"/>
                          </a:solidFill>
                          <a:latin typeface="Arial" charset="0"/>
                        </a:defRPr>
                      </a:lvl8pPr>
                      <a:lvl9pPr fontAlgn="base">
                        <a:spcBef>
                          <a:spcPct val="20000"/>
                        </a:spcBef>
                        <a:spcAft>
                          <a:spcPct val="0"/>
                        </a:spcAft>
                        <a:buClr>
                          <a:schemeClr val="accent1"/>
                        </a:buClr>
                        <a:buFont typeface="Wingdings" pitchFamily="2" charset="2"/>
                        <a:defRPr>
                          <a:solidFill>
                            <a:schemeClr val="tx1"/>
                          </a:solidFill>
                          <a:latin typeface="Arial" charset="0"/>
                        </a:defRPr>
                      </a:lvl9pPr>
                    </a:lstStyle>
                    <a:p>
                      <a:pPr marL="0" marR="0" lvl="0" indent="0" algn="l" defTabSz="914400" rtl="0" eaLnBrk="1" fontAlgn="base" latinLnBrk="0" hangingPunct="1">
                        <a:lnSpc>
                          <a:spcPct val="100000"/>
                        </a:lnSpc>
                        <a:spcBef>
                          <a:spcPct val="20000"/>
                        </a:spcBef>
                        <a:spcAft>
                          <a:spcPct val="0"/>
                        </a:spcAft>
                        <a:buClr>
                          <a:schemeClr val="folHlink"/>
                        </a:buClr>
                        <a:buSzPct val="90000"/>
                        <a:buFont typeface="Wingdings" pitchFamily="2" charset="2"/>
                        <a:buNone/>
                        <a:tabLst/>
                      </a:pPr>
                      <a:r>
                        <a:rPr kumimoji="0" lang="en-GB" altLang="en-US" sz="2400" b="1" i="0" u="none" strike="noStrike" cap="none" normalizeH="0" baseline="0" dirty="0" smtClean="0">
                          <a:ln>
                            <a:noFill/>
                          </a:ln>
                          <a:solidFill>
                            <a:schemeClr val="tx1"/>
                          </a:solidFill>
                          <a:effectLst/>
                          <a:latin typeface="Arial" charset="0"/>
                        </a:rPr>
                        <a:t>Maintenance</a:t>
                      </a:r>
                    </a:p>
                  </a:txBody>
                  <a:tcPr marT="45723" marB="45723"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buClr>
                          <a:schemeClr val="folHlink"/>
                        </a:buClr>
                        <a:buSzPct val="90000"/>
                        <a:buFont typeface="Wingdings" pitchFamily="2" charset="2"/>
                        <a:defRPr sz="2400">
                          <a:solidFill>
                            <a:schemeClr val="tx1"/>
                          </a:solidFill>
                          <a:latin typeface="Arial" charset="0"/>
                        </a:defRPr>
                      </a:lvl1pPr>
                      <a:lvl2pPr>
                        <a:spcBef>
                          <a:spcPct val="20000"/>
                        </a:spcBef>
                        <a:buClr>
                          <a:schemeClr val="accent1"/>
                        </a:buClr>
                        <a:buSzPct val="75000"/>
                        <a:buFont typeface="Wingdings" pitchFamily="2" charset="2"/>
                        <a:defRPr sz="2200">
                          <a:solidFill>
                            <a:schemeClr val="tx1"/>
                          </a:solidFill>
                          <a:latin typeface="Arial" charset="0"/>
                        </a:defRPr>
                      </a:lvl2pPr>
                      <a:lvl3pPr>
                        <a:spcBef>
                          <a:spcPct val="20000"/>
                        </a:spcBef>
                        <a:buClr>
                          <a:schemeClr val="folHlink"/>
                        </a:buClr>
                        <a:buSzPct val="55000"/>
                        <a:buFont typeface="Wingdings" pitchFamily="2" charset="2"/>
                        <a:defRPr sz="2100">
                          <a:solidFill>
                            <a:schemeClr val="tx1"/>
                          </a:solidFill>
                          <a:latin typeface="Arial" charset="0"/>
                        </a:defRPr>
                      </a:lvl3pPr>
                      <a:lvl4pPr>
                        <a:spcBef>
                          <a:spcPct val="20000"/>
                        </a:spcBef>
                        <a:buClr>
                          <a:schemeClr val="accent1"/>
                        </a:buClr>
                        <a:buFont typeface="Wingdings" pitchFamily="2" charset="2"/>
                        <a:defRPr>
                          <a:solidFill>
                            <a:schemeClr val="tx1"/>
                          </a:solidFill>
                          <a:latin typeface="Arial" charset="0"/>
                        </a:defRPr>
                      </a:lvl4pPr>
                      <a:lvl5pPr>
                        <a:spcBef>
                          <a:spcPct val="20000"/>
                        </a:spcBef>
                        <a:buClr>
                          <a:schemeClr val="accent1"/>
                        </a:buClr>
                        <a:buFont typeface="Wingdings" pitchFamily="2" charset="2"/>
                        <a:defRPr>
                          <a:solidFill>
                            <a:schemeClr val="tx1"/>
                          </a:solidFill>
                          <a:latin typeface="Arial" charset="0"/>
                        </a:defRPr>
                      </a:lvl5pPr>
                      <a:lvl6pPr fontAlgn="base">
                        <a:spcBef>
                          <a:spcPct val="20000"/>
                        </a:spcBef>
                        <a:spcAft>
                          <a:spcPct val="0"/>
                        </a:spcAft>
                        <a:buClr>
                          <a:schemeClr val="accent1"/>
                        </a:buClr>
                        <a:buFont typeface="Wingdings" pitchFamily="2" charset="2"/>
                        <a:defRPr>
                          <a:solidFill>
                            <a:schemeClr val="tx1"/>
                          </a:solidFill>
                          <a:latin typeface="Arial" charset="0"/>
                        </a:defRPr>
                      </a:lvl6pPr>
                      <a:lvl7pPr fontAlgn="base">
                        <a:spcBef>
                          <a:spcPct val="20000"/>
                        </a:spcBef>
                        <a:spcAft>
                          <a:spcPct val="0"/>
                        </a:spcAft>
                        <a:buClr>
                          <a:schemeClr val="accent1"/>
                        </a:buClr>
                        <a:buFont typeface="Wingdings" pitchFamily="2" charset="2"/>
                        <a:defRPr>
                          <a:solidFill>
                            <a:schemeClr val="tx1"/>
                          </a:solidFill>
                          <a:latin typeface="Arial" charset="0"/>
                        </a:defRPr>
                      </a:lvl7pPr>
                      <a:lvl8pPr fontAlgn="base">
                        <a:spcBef>
                          <a:spcPct val="20000"/>
                        </a:spcBef>
                        <a:spcAft>
                          <a:spcPct val="0"/>
                        </a:spcAft>
                        <a:buClr>
                          <a:schemeClr val="accent1"/>
                        </a:buClr>
                        <a:buFont typeface="Wingdings" pitchFamily="2" charset="2"/>
                        <a:defRPr>
                          <a:solidFill>
                            <a:schemeClr val="tx1"/>
                          </a:solidFill>
                          <a:latin typeface="Arial" charset="0"/>
                        </a:defRPr>
                      </a:lvl8pPr>
                      <a:lvl9pPr fontAlgn="base">
                        <a:spcBef>
                          <a:spcPct val="20000"/>
                        </a:spcBef>
                        <a:spcAft>
                          <a:spcPct val="0"/>
                        </a:spcAft>
                        <a:buClr>
                          <a:schemeClr val="accent1"/>
                        </a:buClr>
                        <a:buFont typeface="Wingdings" pitchFamily="2" charset="2"/>
                        <a:defRPr>
                          <a:solidFill>
                            <a:schemeClr val="tx1"/>
                          </a:solidFill>
                          <a:latin typeface="Arial" charset="0"/>
                        </a:defRPr>
                      </a:lvl9pPr>
                    </a:lstStyle>
                    <a:p>
                      <a:pPr marL="0" marR="0" lvl="0" indent="0" algn="l" defTabSz="914400" rtl="0" eaLnBrk="1" fontAlgn="base" latinLnBrk="0" hangingPunct="1">
                        <a:lnSpc>
                          <a:spcPct val="100000"/>
                        </a:lnSpc>
                        <a:spcBef>
                          <a:spcPct val="20000"/>
                        </a:spcBef>
                        <a:spcAft>
                          <a:spcPct val="0"/>
                        </a:spcAft>
                        <a:buClr>
                          <a:schemeClr val="folHlink"/>
                        </a:buClr>
                        <a:buSzPct val="90000"/>
                        <a:buFont typeface="Wingdings" pitchFamily="2" charset="2"/>
                        <a:buNone/>
                        <a:tabLst/>
                      </a:pPr>
                      <a:r>
                        <a:rPr kumimoji="0" lang="en-GB" altLang="en-US" sz="2000" b="0" i="0" u="none" strike="noStrike" cap="none" normalizeH="0" baseline="0" dirty="0" smtClean="0">
                          <a:ln>
                            <a:noFill/>
                          </a:ln>
                          <a:solidFill>
                            <a:schemeClr val="tx1"/>
                          </a:solidFill>
                          <a:effectLst/>
                          <a:latin typeface="Arial" charset="0"/>
                        </a:rPr>
                        <a:t>Skill retained due to regular reinforcement</a:t>
                      </a:r>
                    </a:p>
                  </a:txBody>
                  <a:tcPr marT="45723" marB="45723"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r h="1005228">
                <a:tc>
                  <a:txBody>
                    <a:bodyPr/>
                    <a:lstStyle>
                      <a:lvl1pPr>
                        <a:spcBef>
                          <a:spcPct val="20000"/>
                        </a:spcBef>
                        <a:buClr>
                          <a:schemeClr val="folHlink"/>
                        </a:buClr>
                        <a:buSzPct val="90000"/>
                        <a:buFont typeface="Wingdings" pitchFamily="2" charset="2"/>
                        <a:defRPr sz="2400">
                          <a:solidFill>
                            <a:schemeClr val="tx1"/>
                          </a:solidFill>
                          <a:latin typeface="Arial" charset="0"/>
                        </a:defRPr>
                      </a:lvl1pPr>
                      <a:lvl2pPr>
                        <a:spcBef>
                          <a:spcPct val="20000"/>
                        </a:spcBef>
                        <a:buClr>
                          <a:schemeClr val="accent1"/>
                        </a:buClr>
                        <a:buSzPct val="75000"/>
                        <a:buFont typeface="Wingdings" pitchFamily="2" charset="2"/>
                        <a:defRPr sz="2200">
                          <a:solidFill>
                            <a:schemeClr val="tx1"/>
                          </a:solidFill>
                          <a:latin typeface="Arial" charset="0"/>
                        </a:defRPr>
                      </a:lvl2pPr>
                      <a:lvl3pPr>
                        <a:spcBef>
                          <a:spcPct val="20000"/>
                        </a:spcBef>
                        <a:buClr>
                          <a:schemeClr val="folHlink"/>
                        </a:buClr>
                        <a:buSzPct val="55000"/>
                        <a:buFont typeface="Wingdings" pitchFamily="2" charset="2"/>
                        <a:defRPr sz="2100">
                          <a:solidFill>
                            <a:schemeClr val="tx1"/>
                          </a:solidFill>
                          <a:latin typeface="Arial" charset="0"/>
                        </a:defRPr>
                      </a:lvl3pPr>
                      <a:lvl4pPr>
                        <a:spcBef>
                          <a:spcPct val="20000"/>
                        </a:spcBef>
                        <a:buClr>
                          <a:schemeClr val="accent1"/>
                        </a:buClr>
                        <a:buFont typeface="Wingdings" pitchFamily="2" charset="2"/>
                        <a:defRPr>
                          <a:solidFill>
                            <a:schemeClr val="tx1"/>
                          </a:solidFill>
                          <a:latin typeface="Arial" charset="0"/>
                        </a:defRPr>
                      </a:lvl4pPr>
                      <a:lvl5pPr>
                        <a:spcBef>
                          <a:spcPct val="20000"/>
                        </a:spcBef>
                        <a:buClr>
                          <a:schemeClr val="accent1"/>
                        </a:buClr>
                        <a:buFont typeface="Wingdings" pitchFamily="2" charset="2"/>
                        <a:defRPr>
                          <a:solidFill>
                            <a:schemeClr val="tx1"/>
                          </a:solidFill>
                          <a:latin typeface="Arial" charset="0"/>
                        </a:defRPr>
                      </a:lvl5pPr>
                      <a:lvl6pPr fontAlgn="base">
                        <a:spcBef>
                          <a:spcPct val="20000"/>
                        </a:spcBef>
                        <a:spcAft>
                          <a:spcPct val="0"/>
                        </a:spcAft>
                        <a:buClr>
                          <a:schemeClr val="accent1"/>
                        </a:buClr>
                        <a:buFont typeface="Wingdings" pitchFamily="2" charset="2"/>
                        <a:defRPr>
                          <a:solidFill>
                            <a:schemeClr val="tx1"/>
                          </a:solidFill>
                          <a:latin typeface="Arial" charset="0"/>
                        </a:defRPr>
                      </a:lvl6pPr>
                      <a:lvl7pPr fontAlgn="base">
                        <a:spcBef>
                          <a:spcPct val="20000"/>
                        </a:spcBef>
                        <a:spcAft>
                          <a:spcPct val="0"/>
                        </a:spcAft>
                        <a:buClr>
                          <a:schemeClr val="accent1"/>
                        </a:buClr>
                        <a:buFont typeface="Wingdings" pitchFamily="2" charset="2"/>
                        <a:defRPr>
                          <a:solidFill>
                            <a:schemeClr val="tx1"/>
                          </a:solidFill>
                          <a:latin typeface="Arial" charset="0"/>
                        </a:defRPr>
                      </a:lvl7pPr>
                      <a:lvl8pPr fontAlgn="base">
                        <a:spcBef>
                          <a:spcPct val="20000"/>
                        </a:spcBef>
                        <a:spcAft>
                          <a:spcPct val="0"/>
                        </a:spcAft>
                        <a:buClr>
                          <a:schemeClr val="accent1"/>
                        </a:buClr>
                        <a:buFont typeface="Wingdings" pitchFamily="2" charset="2"/>
                        <a:defRPr>
                          <a:solidFill>
                            <a:schemeClr val="tx1"/>
                          </a:solidFill>
                          <a:latin typeface="Arial" charset="0"/>
                        </a:defRPr>
                      </a:lvl8pPr>
                      <a:lvl9pPr fontAlgn="base">
                        <a:spcBef>
                          <a:spcPct val="20000"/>
                        </a:spcBef>
                        <a:spcAft>
                          <a:spcPct val="0"/>
                        </a:spcAft>
                        <a:buClr>
                          <a:schemeClr val="accent1"/>
                        </a:buClr>
                        <a:buFont typeface="Wingdings" pitchFamily="2" charset="2"/>
                        <a:defRPr>
                          <a:solidFill>
                            <a:schemeClr val="tx1"/>
                          </a:solidFill>
                          <a:latin typeface="Arial" charset="0"/>
                        </a:defRPr>
                      </a:lvl9pPr>
                    </a:lstStyle>
                    <a:p>
                      <a:pPr marL="0" marR="0" lvl="0" indent="0" algn="l" defTabSz="914400" rtl="0" eaLnBrk="1" fontAlgn="base" latinLnBrk="0" hangingPunct="1">
                        <a:lnSpc>
                          <a:spcPct val="100000"/>
                        </a:lnSpc>
                        <a:spcBef>
                          <a:spcPct val="20000"/>
                        </a:spcBef>
                        <a:spcAft>
                          <a:spcPct val="0"/>
                        </a:spcAft>
                        <a:buClr>
                          <a:schemeClr val="folHlink"/>
                        </a:buClr>
                        <a:buSzPct val="90000"/>
                        <a:buFont typeface="Wingdings" pitchFamily="2" charset="2"/>
                        <a:buNone/>
                        <a:tabLst/>
                      </a:pPr>
                      <a:r>
                        <a:rPr kumimoji="0" lang="en-GB" altLang="en-US" sz="2400" b="1" i="0" u="none" strike="noStrike" cap="none" normalizeH="0" baseline="0" dirty="0" smtClean="0">
                          <a:ln>
                            <a:noFill/>
                          </a:ln>
                          <a:solidFill>
                            <a:schemeClr val="tx1"/>
                          </a:solidFill>
                          <a:effectLst/>
                          <a:latin typeface="Arial" charset="0"/>
                        </a:rPr>
                        <a:t>Generalisation</a:t>
                      </a:r>
                    </a:p>
                  </a:txBody>
                  <a:tcPr marT="45723" marB="45723"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buClr>
                          <a:schemeClr val="folHlink"/>
                        </a:buClr>
                        <a:buSzPct val="90000"/>
                        <a:buFont typeface="Wingdings" pitchFamily="2" charset="2"/>
                        <a:defRPr sz="2400">
                          <a:solidFill>
                            <a:schemeClr val="tx1"/>
                          </a:solidFill>
                          <a:latin typeface="Arial" charset="0"/>
                        </a:defRPr>
                      </a:lvl1pPr>
                      <a:lvl2pPr>
                        <a:spcBef>
                          <a:spcPct val="20000"/>
                        </a:spcBef>
                        <a:buClr>
                          <a:schemeClr val="accent1"/>
                        </a:buClr>
                        <a:buSzPct val="75000"/>
                        <a:buFont typeface="Wingdings" pitchFamily="2" charset="2"/>
                        <a:defRPr sz="2200">
                          <a:solidFill>
                            <a:schemeClr val="tx1"/>
                          </a:solidFill>
                          <a:latin typeface="Arial" charset="0"/>
                        </a:defRPr>
                      </a:lvl2pPr>
                      <a:lvl3pPr>
                        <a:spcBef>
                          <a:spcPct val="20000"/>
                        </a:spcBef>
                        <a:buClr>
                          <a:schemeClr val="folHlink"/>
                        </a:buClr>
                        <a:buSzPct val="55000"/>
                        <a:buFont typeface="Wingdings" pitchFamily="2" charset="2"/>
                        <a:defRPr sz="2100">
                          <a:solidFill>
                            <a:schemeClr val="tx1"/>
                          </a:solidFill>
                          <a:latin typeface="Arial" charset="0"/>
                        </a:defRPr>
                      </a:lvl3pPr>
                      <a:lvl4pPr>
                        <a:spcBef>
                          <a:spcPct val="20000"/>
                        </a:spcBef>
                        <a:buClr>
                          <a:schemeClr val="accent1"/>
                        </a:buClr>
                        <a:buFont typeface="Wingdings" pitchFamily="2" charset="2"/>
                        <a:defRPr>
                          <a:solidFill>
                            <a:schemeClr val="tx1"/>
                          </a:solidFill>
                          <a:latin typeface="Arial" charset="0"/>
                        </a:defRPr>
                      </a:lvl4pPr>
                      <a:lvl5pPr>
                        <a:spcBef>
                          <a:spcPct val="20000"/>
                        </a:spcBef>
                        <a:buClr>
                          <a:schemeClr val="accent1"/>
                        </a:buClr>
                        <a:buFont typeface="Wingdings" pitchFamily="2" charset="2"/>
                        <a:defRPr>
                          <a:solidFill>
                            <a:schemeClr val="tx1"/>
                          </a:solidFill>
                          <a:latin typeface="Arial" charset="0"/>
                        </a:defRPr>
                      </a:lvl5pPr>
                      <a:lvl6pPr fontAlgn="base">
                        <a:spcBef>
                          <a:spcPct val="20000"/>
                        </a:spcBef>
                        <a:spcAft>
                          <a:spcPct val="0"/>
                        </a:spcAft>
                        <a:buClr>
                          <a:schemeClr val="accent1"/>
                        </a:buClr>
                        <a:buFont typeface="Wingdings" pitchFamily="2" charset="2"/>
                        <a:defRPr>
                          <a:solidFill>
                            <a:schemeClr val="tx1"/>
                          </a:solidFill>
                          <a:latin typeface="Arial" charset="0"/>
                        </a:defRPr>
                      </a:lvl6pPr>
                      <a:lvl7pPr fontAlgn="base">
                        <a:spcBef>
                          <a:spcPct val="20000"/>
                        </a:spcBef>
                        <a:spcAft>
                          <a:spcPct val="0"/>
                        </a:spcAft>
                        <a:buClr>
                          <a:schemeClr val="accent1"/>
                        </a:buClr>
                        <a:buFont typeface="Wingdings" pitchFamily="2" charset="2"/>
                        <a:defRPr>
                          <a:solidFill>
                            <a:schemeClr val="tx1"/>
                          </a:solidFill>
                          <a:latin typeface="Arial" charset="0"/>
                        </a:defRPr>
                      </a:lvl7pPr>
                      <a:lvl8pPr fontAlgn="base">
                        <a:spcBef>
                          <a:spcPct val="20000"/>
                        </a:spcBef>
                        <a:spcAft>
                          <a:spcPct val="0"/>
                        </a:spcAft>
                        <a:buClr>
                          <a:schemeClr val="accent1"/>
                        </a:buClr>
                        <a:buFont typeface="Wingdings" pitchFamily="2" charset="2"/>
                        <a:defRPr>
                          <a:solidFill>
                            <a:schemeClr val="tx1"/>
                          </a:solidFill>
                          <a:latin typeface="Arial" charset="0"/>
                        </a:defRPr>
                      </a:lvl8pPr>
                      <a:lvl9pPr fontAlgn="base">
                        <a:spcBef>
                          <a:spcPct val="20000"/>
                        </a:spcBef>
                        <a:spcAft>
                          <a:spcPct val="0"/>
                        </a:spcAft>
                        <a:buClr>
                          <a:schemeClr val="accent1"/>
                        </a:buClr>
                        <a:buFont typeface="Wingdings" pitchFamily="2" charset="2"/>
                        <a:defRPr>
                          <a:solidFill>
                            <a:schemeClr val="tx1"/>
                          </a:solidFill>
                          <a:latin typeface="Arial" charset="0"/>
                        </a:defRPr>
                      </a:lvl9pPr>
                    </a:lstStyle>
                    <a:p>
                      <a:pPr marL="0" marR="0" lvl="0" indent="0" algn="l" defTabSz="914400" rtl="0" eaLnBrk="1" fontAlgn="base" latinLnBrk="0" hangingPunct="1">
                        <a:lnSpc>
                          <a:spcPct val="100000"/>
                        </a:lnSpc>
                        <a:spcBef>
                          <a:spcPct val="20000"/>
                        </a:spcBef>
                        <a:spcAft>
                          <a:spcPct val="0"/>
                        </a:spcAft>
                        <a:buClr>
                          <a:schemeClr val="folHlink"/>
                        </a:buClr>
                        <a:buSzPct val="90000"/>
                        <a:buFont typeface="Wingdings" pitchFamily="2" charset="2"/>
                        <a:buNone/>
                        <a:tabLst/>
                      </a:pPr>
                      <a:r>
                        <a:rPr kumimoji="0" lang="en-GB" altLang="en-US" sz="2000" b="0" i="0" u="none" strike="noStrike" cap="none" normalizeH="0" baseline="0" dirty="0" smtClean="0">
                          <a:ln>
                            <a:noFill/>
                          </a:ln>
                          <a:solidFill>
                            <a:schemeClr val="tx1"/>
                          </a:solidFill>
                          <a:effectLst/>
                          <a:latin typeface="Arial" charset="0"/>
                        </a:rPr>
                        <a:t>Pupil learns to generalise the skill to new situations (may need explicit teaching)</a:t>
                      </a:r>
                    </a:p>
                  </a:txBody>
                  <a:tcPr marT="45723" marB="45723"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r h="874193">
                <a:tc>
                  <a:txBody>
                    <a:bodyPr/>
                    <a:lstStyle>
                      <a:lvl1pPr>
                        <a:spcBef>
                          <a:spcPct val="20000"/>
                        </a:spcBef>
                        <a:buClr>
                          <a:schemeClr val="folHlink"/>
                        </a:buClr>
                        <a:buSzPct val="90000"/>
                        <a:buFont typeface="Wingdings" pitchFamily="2" charset="2"/>
                        <a:defRPr sz="2400">
                          <a:solidFill>
                            <a:schemeClr val="tx1"/>
                          </a:solidFill>
                          <a:latin typeface="Arial" charset="0"/>
                        </a:defRPr>
                      </a:lvl1pPr>
                      <a:lvl2pPr>
                        <a:spcBef>
                          <a:spcPct val="20000"/>
                        </a:spcBef>
                        <a:buClr>
                          <a:schemeClr val="accent1"/>
                        </a:buClr>
                        <a:buSzPct val="75000"/>
                        <a:buFont typeface="Wingdings" pitchFamily="2" charset="2"/>
                        <a:defRPr sz="2200">
                          <a:solidFill>
                            <a:schemeClr val="tx1"/>
                          </a:solidFill>
                          <a:latin typeface="Arial" charset="0"/>
                        </a:defRPr>
                      </a:lvl2pPr>
                      <a:lvl3pPr>
                        <a:spcBef>
                          <a:spcPct val="20000"/>
                        </a:spcBef>
                        <a:buClr>
                          <a:schemeClr val="folHlink"/>
                        </a:buClr>
                        <a:buSzPct val="55000"/>
                        <a:buFont typeface="Wingdings" pitchFamily="2" charset="2"/>
                        <a:defRPr sz="2100">
                          <a:solidFill>
                            <a:schemeClr val="tx1"/>
                          </a:solidFill>
                          <a:latin typeface="Arial" charset="0"/>
                        </a:defRPr>
                      </a:lvl3pPr>
                      <a:lvl4pPr>
                        <a:spcBef>
                          <a:spcPct val="20000"/>
                        </a:spcBef>
                        <a:buClr>
                          <a:schemeClr val="accent1"/>
                        </a:buClr>
                        <a:buFont typeface="Wingdings" pitchFamily="2" charset="2"/>
                        <a:defRPr>
                          <a:solidFill>
                            <a:schemeClr val="tx1"/>
                          </a:solidFill>
                          <a:latin typeface="Arial" charset="0"/>
                        </a:defRPr>
                      </a:lvl4pPr>
                      <a:lvl5pPr>
                        <a:spcBef>
                          <a:spcPct val="20000"/>
                        </a:spcBef>
                        <a:buClr>
                          <a:schemeClr val="accent1"/>
                        </a:buClr>
                        <a:buFont typeface="Wingdings" pitchFamily="2" charset="2"/>
                        <a:defRPr>
                          <a:solidFill>
                            <a:schemeClr val="tx1"/>
                          </a:solidFill>
                          <a:latin typeface="Arial" charset="0"/>
                        </a:defRPr>
                      </a:lvl5pPr>
                      <a:lvl6pPr fontAlgn="base">
                        <a:spcBef>
                          <a:spcPct val="20000"/>
                        </a:spcBef>
                        <a:spcAft>
                          <a:spcPct val="0"/>
                        </a:spcAft>
                        <a:buClr>
                          <a:schemeClr val="accent1"/>
                        </a:buClr>
                        <a:buFont typeface="Wingdings" pitchFamily="2" charset="2"/>
                        <a:defRPr>
                          <a:solidFill>
                            <a:schemeClr val="tx1"/>
                          </a:solidFill>
                          <a:latin typeface="Arial" charset="0"/>
                        </a:defRPr>
                      </a:lvl6pPr>
                      <a:lvl7pPr fontAlgn="base">
                        <a:spcBef>
                          <a:spcPct val="20000"/>
                        </a:spcBef>
                        <a:spcAft>
                          <a:spcPct val="0"/>
                        </a:spcAft>
                        <a:buClr>
                          <a:schemeClr val="accent1"/>
                        </a:buClr>
                        <a:buFont typeface="Wingdings" pitchFamily="2" charset="2"/>
                        <a:defRPr>
                          <a:solidFill>
                            <a:schemeClr val="tx1"/>
                          </a:solidFill>
                          <a:latin typeface="Arial" charset="0"/>
                        </a:defRPr>
                      </a:lvl7pPr>
                      <a:lvl8pPr fontAlgn="base">
                        <a:spcBef>
                          <a:spcPct val="20000"/>
                        </a:spcBef>
                        <a:spcAft>
                          <a:spcPct val="0"/>
                        </a:spcAft>
                        <a:buClr>
                          <a:schemeClr val="accent1"/>
                        </a:buClr>
                        <a:buFont typeface="Wingdings" pitchFamily="2" charset="2"/>
                        <a:defRPr>
                          <a:solidFill>
                            <a:schemeClr val="tx1"/>
                          </a:solidFill>
                          <a:latin typeface="Arial" charset="0"/>
                        </a:defRPr>
                      </a:lvl8pPr>
                      <a:lvl9pPr fontAlgn="base">
                        <a:spcBef>
                          <a:spcPct val="20000"/>
                        </a:spcBef>
                        <a:spcAft>
                          <a:spcPct val="0"/>
                        </a:spcAft>
                        <a:buClr>
                          <a:schemeClr val="accent1"/>
                        </a:buClr>
                        <a:buFont typeface="Wingdings" pitchFamily="2" charset="2"/>
                        <a:defRPr>
                          <a:solidFill>
                            <a:schemeClr val="tx1"/>
                          </a:solidFill>
                          <a:latin typeface="Arial" charset="0"/>
                        </a:defRPr>
                      </a:lvl9pPr>
                    </a:lstStyle>
                    <a:p>
                      <a:pPr marL="0" marR="0" lvl="0" indent="0" algn="l" defTabSz="914400" rtl="0" eaLnBrk="1" fontAlgn="base" latinLnBrk="0" hangingPunct="1">
                        <a:lnSpc>
                          <a:spcPct val="100000"/>
                        </a:lnSpc>
                        <a:spcBef>
                          <a:spcPct val="20000"/>
                        </a:spcBef>
                        <a:spcAft>
                          <a:spcPct val="0"/>
                        </a:spcAft>
                        <a:buClr>
                          <a:schemeClr val="folHlink"/>
                        </a:buClr>
                        <a:buSzPct val="90000"/>
                        <a:buFont typeface="Wingdings" pitchFamily="2" charset="2"/>
                        <a:buNone/>
                        <a:tabLst/>
                      </a:pPr>
                      <a:r>
                        <a:rPr kumimoji="0" lang="en-GB" altLang="en-US" sz="2400" b="1" i="0" u="none" strike="noStrike" cap="none" normalizeH="0" baseline="0" smtClean="0">
                          <a:ln>
                            <a:noFill/>
                          </a:ln>
                          <a:solidFill>
                            <a:schemeClr val="tx1"/>
                          </a:solidFill>
                          <a:effectLst/>
                          <a:latin typeface="Arial" charset="0"/>
                        </a:rPr>
                        <a:t>Adaptation</a:t>
                      </a:r>
                    </a:p>
                  </a:txBody>
                  <a:tcPr marT="45723" marB="45723"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buClr>
                          <a:schemeClr val="folHlink"/>
                        </a:buClr>
                        <a:buSzPct val="90000"/>
                        <a:buFont typeface="Wingdings" pitchFamily="2" charset="2"/>
                        <a:defRPr sz="2400">
                          <a:solidFill>
                            <a:schemeClr val="tx1"/>
                          </a:solidFill>
                          <a:latin typeface="Arial" charset="0"/>
                        </a:defRPr>
                      </a:lvl1pPr>
                      <a:lvl2pPr>
                        <a:spcBef>
                          <a:spcPct val="20000"/>
                        </a:spcBef>
                        <a:buClr>
                          <a:schemeClr val="accent1"/>
                        </a:buClr>
                        <a:buSzPct val="75000"/>
                        <a:buFont typeface="Wingdings" pitchFamily="2" charset="2"/>
                        <a:defRPr sz="2200">
                          <a:solidFill>
                            <a:schemeClr val="tx1"/>
                          </a:solidFill>
                          <a:latin typeface="Arial" charset="0"/>
                        </a:defRPr>
                      </a:lvl2pPr>
                      <a:lvl3pPr>
                        <a:spcBef>
                          <a:spcPct val="20000"/>
                        </a:spcBef>
                        <a:buClr>
                          <a:schemeClr val="folHlink"/>
                        </a:buClr>
                        <a:buSzPct val="55000"/>
                        <a:buFont typeface="Wingdings" pitchFamily="2" charset="2"/>
                        <a:defRPr sz="2100">
                          <a:solidFill>
                            <a:schemeClr val="tx1"/>
                          </a:solidFill>
                          <a:latin typeface="Arial" charset="0"/>
                        </a:defRPr>
                      </a:lvl3pPr>
                      <a:lvl4pPr>
                        <a:spcBef>
                          <a:spcPct val="20000"/>
                        </a:spcBef>
                        <a:buClr>
                          <a:schemeClr val="accent1"/>
                        </a:buClr>
                        <a:buFont typeface="Wingdings" pitchFamily="2" charset="2"/>
                        <a:defRPr>
                          <a:solidFill>
                            <a:schemeClr val="tx1"/>
                          </a:solidFill>
                          <a:latin typeface="Arial" charset="0"/>
                        </a:defRPr>
                      </a:lvl4pPr>
                      <a:lvl5pPr>
                        <a:spcBef>
                          <a:spcPct val="20000"/>
                        </a:spcBef>
                        <a:buClr>
                          <a:schemeClr val="accent1"/>
                        </a:buClr>
                        <a:buFont typeface="Wingdings" pitchFamily="2" charset="2"/>
                        <a:defRPr>
                          <a:solidFill>
                            <a:schemeClr val="tx1"/>
                          </a:solidFill>
                          <a:latin typeface="Arial" charset="0"/>
                        </a:defRPr>
                      </a:lvl5pPr>
                      <a:lvl6pPr fontAlgn="base">
                        <a:spcBef>
                          <a:spcPct val="20000"/>
                        </a:spcBef>
                        <a:spcAft>
                          <a:spcPct val="0"/>
                        </a:spcAft>
                        <a:buClr>
                          <a:schemeClr val="accent1"/>
                        </a:buClr>
                        <a:buFont typeface="Wingdings" pitchFamily="2" charset="2"/>
                        <a:defRPr>
                          <a:solidFill>
                            <a:schemeClr val="tx1"/>
                          </a:solidFill>
                          <a:latin typeface="Arial" charset="0"/>
                        </a:defRPr>
                      </a:lvl6pPr>
                      <a:lvl7pPr fontAlgn="base">
                        <a:spcBef>
                          <a:spcPct val="20000"/>
                        </a:spcBef>
                        <a:spcAft>
                          <a:spcPct val="0"/>
                        </a:spcAft>
                        <a:buClr>
                          <a:schemeClr val="accent1"/>
                        </a:buClr>
                        <a:buFont typeface="Wingdings" pitchFamily="2" charset="2"/>
                        <a:defRPr>
                          <a:solidFill>
                            <a:schemeClr val="tx1"/>
                          </a:solidFill>
                          <a:latin typeface="Arial" charset="0"/>
                        </a:defRPr>
                      </a:lvl7pPr>
                      <a:lvl8pPr fontAlgn="base">
                        <a:spcBef>
                          <a:spcPct val="20000"/>
                        </a:spcBef>
                        <a:spcAft>
                          <a:spcPct val="0"/>
                        </a:spcAft>
                        <a:buClr>
                          <a:schemeClr val="accent1"/>
                        </a:buClr>
                        <a:buFont typeface="Wingdings" pitchFamily="2" charset="2"/>
                        <a:defRPr>
                          <a:solidFill>
                            <a:schemeClr val="tx1"/>
                          </a:solidFill>
                          <a:latin typeface="Arial" charset="0"/>
                        </a:defRPr>
                      </a:lvl8pPr>
                      <a:lvl9pPr fontAlgn="base">
                        <a:spcBef>
                          <a:spcPct val="20000"/>
                        </a:spcBef>
                        <a:spcAft>
                          <a:spcPct val="0"/>
                        </a:spcAft>
                        <a:buClr>
                          <a:schemeClr val="accent1"/>
                        </a:buClr>
                        <a:buFont typeface="Wingdings" pitchFamily="2" charset="2"/>
                        <a:defRPr>
                          <a:solidFill>
                            <a:schemeClr val="tx1"/>
                          </a:solidFill>
                          <a:latin typeface="Arial" charset="0"/>
                        </a:defRPr>
                      </a:lvl9pPr>
                    </a:lstStyle>
                    <a:p>
                      <a:pPr marL="0" marR="0" lvl="0" indent="0" algn="l" defTabSz="914400" rtl="0" eaLnBrk="1" fontAlgn="base" latinLnBrk="0" hangingPunct="1">
                        <a:lnSpc>
                          <a:spcPct val="100000"/>
                        </a:lnSpc>
                        <a:spcBef>
                          <a:spcPct val="20000"/>
                        </a:spcBef>
                        <a:spcAft>
                          <a:spcPct val="0"/>
                        </a:spcAft>
                        <a:buClr>
                          <a:schemeClr val="folHlink"/>
                        </a:buClr>
                        <a:buSzPct val="90000"/>
                        <a:buFont typeface="Wingdings" pitchFamily="2" charset="2"/>
                        <a:buNone/>
                        <a:tabLst/>
                      </a:pPr>
                      <a:r>
                        <a:rPr kumimoji="0" lang="en-GB" altLang="en-US" sz="2000" b="0" i="0" u="none" strike="noStrike" cap="none" normalizeH="0" baseline="0" dirty="0" smtClean="0">
                          <a:ln>
                            <a:noFill/>
                          </a:ln>
                          <a:solidFill>
                            <a:schemeClr val="tx1"/>
                          </a:solidFill>
                          <a:effectLst/>
                          <a:latin typeface="Arial" charset="0"/>
                        </a:rPr>
                        <a:t>Pupil is able to apply the new skill independently and appropriately</a:t>
                      </a:r>
                    </a:p>
                  </a:txBody>
                  <a:tcPr marT="45723" marB="45723"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r>
            </a:tbl>
          </a:graphicData>
        </a:graphic>
      </p:graphicFrame>
    </p:spTree>
    <p:extLst>
      <p:ext uri="{BB962C8B-B14F-4D97-AF65-F5344CB8AC3E}">
        <p14:creationId xmlns:p14="http://schemas.microsoft.com/office/powerpoint/2010/main" val="1530442683"/>
      </p:ext>
    </p:extLst>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4" name="Rectangle 2"/>
          <p:cNvSpPr>
            <a:spLocks noGrp="1" noChangeArrowheads="1"/>
          </p:cNvSpPr>
          <p:nvPr>
            <p:ph type="title"/>
          </p:nvPr>
        </p:nvSpPr>
        <p:spPr/>
        <p:txBody>
          <a:bodyPr/>
          <a:lstStyle/>
          <a:p>
            <a:pPr algn="ctr" eaLnBrk="1" hangingPunct="1"/>
            <a:r>
              <a:rPr lang="en-GB" altLang="en-US" sz="3200" dirty="0" smtClean="0">
                <a:latin typeface="Arial" charset="0"/>
              </a:rPr>
              <a:t>The Learning Hierarchy</a:t>
            </a:r>
          </a:p>
        </p:txBody>
      </p:sp>
      <p:sp>
        <p:nvSpPr>
          <p:cNvPr id="8195" name="Rectangle 3"/>
          <p:cNvSpPr>
            <a:spLocks noGrp="1" noChangeArrowheads="1"/>
          </p:cNvSpPr>
          <p:nvPr>
            <p:ph type="body" idx="1"/>
          </p:nvPr>
        </p:nvSpPr>
        <p:spPr>
          <a:xfrm>
            <a:off x="971600" y="1412776"/>
            <a:ext cx="7056388" cy="4521299"/>
          </a:xfrm>
        </p:spPr>
        <p:txBody>
          <a:bodyPr/>
          <a:lstStyle/>
          <a:p>
            <a:pPr eaLnBrk="1" hangingPunct="1">
              <a:lnSpc>
                <a:spcPct val="90000"/>
              </a:lnSpc>
            </a:pPr>
            <a:r>
              <a:rPr lang="en-GB" altLang="en-US" dirty="0" smtClean="0"/>
              <a:t>Maintenance (or mastery) is achieved when a skill can be sustained at a fluent level.  </a:t>
            </a:r>
          </a:p>
          <a:p>
            <a:pPr eaLnBrk="1" hangingPunct="1">
              <a:lnSpc>
                <a:spcPct val="90000"/>
              </a:lnSpc>
            </a:pPr>
            <a:r>
              <a:rPr lang="en-GB" altLang="en-US" dirty="0" smtClean="0"/>
              <a:t>Without fluent performance of the skill it will be forgotten.</a:t>
            </a:r>
          </a:p>
          <a:p>
            <a:pPr eaLnBrk="1" hangingPunct="1">
              <a:lnSpc>
                <a:spcPct val="90000"/>
              </a:lnSpc>
            </a:pPr>
            <a:r>
              <a:rPr lang="en-GB" altLang="en-US" dirty="0" smtClean="0"/>
              <a:t>Most children with learning difficulties don’t achieve fluency levels and therefore a level of maintenance for new skills that they are taught</a:t>
            </a:r>
          </a:p>
          <a:p>
            <a:pPr eaLnBrk="1" hangingPunct="1">
              <a:lnSpc>
                <a:spcPct val="90000"/>
              </a:lnSpc>
            </a:pPr>
            <a:r>
              <a:rPr lang="en-GB" altLang="en-US" dirty="0" smtClean="0"/>
              <a:t>Accuracy is important but not sufficient</a:t>
            </a:r>
          </a:p>
          <a:p>
            <a:pPr eaLnBrk="1" hangingPunct="1">
              <a:lnSpc>
                <a:spcPct val="90000"/>
              </a:lnSpc>
            </a:pPr>
            <a:r>
              <a:rPr lang="en-GB" altLang="en-US" dirty="0" smtClean="0"/>
              <a:t>OVERLEARNING</a:t>
            </a:r>
          </a:p>
        </p:txBody>
      </p:sp>
    </p:spTree>
    <p:extLst>
      <p:ext uri="{BB962C8B-B14F-4D97-AF65-F5344CB8AC3E}">
        <p14:creationId xmlns:p14="http://schemas.microsoft.com/office/powerpoint/2010/main" val="3142024405"/>
      </p:ext>
    </p:extLst>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Rectangle 2"/>
          <p:cNvSpPr>
            <a:spLocks noGrp="1" noChangeArrowheads="1"/>
          </p:cNvSpPr>
          <p:nvPr>
            <p:ph type="title"/>
          </p:nvPr>
        </p:nvSpPr>
        <p:spPr/>
        <p:txBody>
          <a:bodyPr/>
          <a:lstStyle/>
          <a:p>
            <a:pPr algn="ctr" eaLnBrk="1" hangingPunct="1"/>
            <a:r>
              <a:rPr lang="en-GB" altLang="en-US" sz="3200" dirty="0" smtClean="0">
                <a:latin typeface="Arial" charset="0"/>
              </a:rPr>
              <a:t>Precision Teaching Involves:</a:t>
            </a:r>
          </a:p>
        </p:txBody>
      </p:sp>
      <p:sp>
        <p:nvSpPr>
          <p:cNvPr id="9219" name="Rectangle 3"/>
          <p:cNvSpPr>
            <a:spLocks noGrp="1" noChangeArrowheads="1"/>
          </p:cNvSpPr>
          <p:nvPr>
            <p:ph type="body" idx="1"/>
          </p:nvPr>
        </p:nvSpPr>
        <p:spPr>
          <a:xfrm>
            <a:off x="683568" y="1340768"/>
            <a:ext cx="7344420" cy="4233267"/>
          </a:xfrm>
        </p:spPr>
        <p:txBody>
          <a:bodyPr/>
          <a:lstStyle/>
          <a:p>
            <a:pPr eaLnBrk="1" hangingPunct="1">
              <a:lnSpc>
                <a:spcPct val="90000"/>
              </a:lnSpc>
            </a:pPr>
            <a:r>
              <a:rPr lang="en-GB" altLang="en-US" dirty="0" smtClean="0"/>
              <a:t>A Planning Stage</a:t>
            </a:r>
          </a:p>
          <a:p>
            <a:pPr eaLnBrk="1" hangingPunct="1">
              <a:lnSpc>
                <a:spcPct val="90000"/>
              </a:lnSpc>
              <a:buFont typeface="Wingdings" pitchFamily="2" charset="2"/>
              <a:buNone/>
            </a:pPr>
            <a:r>
              <a:rPr lang="en-GB" altLang="en-US" dirty="0" smtClean="0"/>
              <a:t> - The area of skill is assessed to establish a baseline measure and starting point for teaching input</a:t>
            </a:r>
          </a:p>
          <a:p>
            <a:pPr eaLnBrk="1" hangingPunct="1">
              <a:lnSpc>
                <a:spcPct val="90000"/>
              </a:lnSpc>
              <a:buFont typeface="Wingdings" pitchFamily="2" charset="2"/>
              <a:buNone/>
            </a:pPr>
            <a:endParaRPr lang="en-GB" altLang="en-US" dirty="0" smtClean="0"/>
          </a:p>
          <a:p>
            <a:pPr eaLnBrk="1" hangingPunct="1">
              <a:lnSpc>
                <a:spcPct val="90000"/>
              </a:lnSpc>
              <a:buFont typeface="Wingdings" pitchFamily="2" charset="2"/>
              <a:buNone/>
            </a:pPr>
            <a:r>
              <a:rPr lang="en-GB" altLang="en-US" dirty="0" smtClean="0"/>
              <a:t> - SMART targets are developed </a:t>
            </a:r>
          </a:p>
          <a:p>
            <a:pPr eaLnBrk="1" hangingPunct="1">
              <a:lnSpc>
                <a:spcPct val="90000"/>
              </a:lnSpc>
              <a:buFont typeface="Wingdings" pitchFamily="2" charset="2"/>
              <a:buNone/>
            </a:pPr>
            <a:endParaRPr lang="en-GB" altLang="en-US" dirty="0" smtClean="0"/>
          </a:p>
          <a:p>
            <a:pPr eaLnBrk="1" hangingPunct="1">
              <a:lnSpc>
                <a:spcPct val="90000"/>
              </a:lnSpc>
              <a:buFont typeface="Wingdings" pitchFamily="2" charset="2"/>
              <a:buNone/>
            </a:pPr>
            <a:r>
              <a:rPr lang="en-GB" altLang="en-US" dirty="0" smtClean="0"/>
              <a:t> - A teaching method is chosen and arrangements are made to implement the programme on a daily basis</a:t>
            </a:r>
          </a:p>
        </p:txBody>
      </p:sp>
    </p:spTree>
    <p:extLst>
      <p:ext uri="{BB962C8B-B14F-4D97-AF65-F5344CB8AC3E}">
        <p14:creationId xmlns:p14="http://schemas.microsoft.com/office/powerpoint/2010/main" val="4120100187"/>
      </p:ext>
    </p:extLst>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2" name="Rectangle 2"/>
          <p:cNvSpPr>
            <a:spLocks noGrp="1" noChangeArrowheads="1"/>
          </p:cNvSpPr>
          <p:nvPr>
            <p:ph type="title"/>
          </p:nvPr>
        </p:nvSpPr>
        <p:spPr/>
        <p:txBody>
          <a:bodyPr/>
          <a:lstStyle/>
          <a:p>
            <a:pPr algn="ctr" eaLnBrk="1" hangingPunct="1"/>
            <a:r>
              <a:rPr lang="en-GB" altLang="en-US" sz="3200" dirty="0" smtClean="0">
                <a:latin typeface="Arial" charset="0"/>
              </a:rPr>
              <a:t>Precision Teaching Involves:</a:t>
            </a:r>
          </a:p>
        </p:txBody>
      </p:sp>
      <p:sp>
        <p:nvSpPr>
          <p:cNvPr id="10243" name="Rectangle 3"/>
          <p:cNvSpPr>
            <a:spLocks noGrp="1" noChangeArrowheads="1"/>
          </p:cNvSpPr>
          <p:nvPr>
            <p:ph type="body" idx="1"/>
          </p:nvPr>
        </p:nvSpPr>
        <p:spPr>
          <a:xfrm>
            <a:off x="683568" y="1412776"/>
            <a:ext cx="7344420" cy="4521299"/>
          </a:xfrm>
        </p:spPr>
        <p:txBody>
          <a:bodyPr/>
          <a:lstStyle/>
          <a:p>
            <a:pPr eaLnBrk="1" hangingPunct="1"/>
            <a:r>
              <a:rPr lang="en-GB" altLang="en-US" dirty="0" smtClean="0"/>
              <a:t>An Implementation Stage</a:t>
            </a:r>
          </a:p>
          <a:p>
            <a:pPr eaLnBrk="1" hangingPunct="1">
              <a:buFont typeface="Wingdings" pitchFamily="2" charset="2"/>
              <a:buNone/>
            </a:pPr>
            <a:r>
              <a:rPr lang="en-GB" altLang="en-US" dirty="0" smtClean="0"/>
              <a:t> - The child is involved in a daily 10 min session with a member of staff</a:t>
            </a:r>
          </a:p>
          <a:p>
            <a:pPr eaLnBrk="1" hangingPunct="1">
              <a:buFont typeface="Wingdings" pitchFamily="2" charset="2"/>
              <a:buNone/>
            </a:pPr>
            <a:r>
              <a:rPr lang="en-GB" altLang="en-US" dirty="0" smtClean="0"/>
              <a:t> - Sessions should include the teaching input followed by a 1 minute timed test known as a PROBE</a:t>
            </a:r>
          </a:p>
          <a:p>
            <a:pPr eaLnBrk="1" hangingPunct="1">
              <a:buFont typeface="Wingdings" pitchFamily="2" charset="2"/>
              <a:buNone/>
            </a:pPr>
            <a:r>
              <a:rPr lang="en-GB" altLang="en-US" dirty="0" smtClean="0"/>
              <a:t> - The child’s performance on the PROBE is recorded and the results are shared with the child</a:t>
            </a:r>
          </a:p>
        </p:txBody>
      </p:sp>
    </p:spTree>
    <p:extLst>
      <p:ext uri="{BB962C8B-B14F-4D97-AF65-F5344CB8AC3E}">
        <p14:creationId xmlns:p14="http://schemas.microsoft.com/office/powerpoint/2010/main" val="1579143355"/>
      </p:ext>
    </p:extLst>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6" name="Rectangle 2"/>
          <p:cNvSpPr>
            <a:spLocks noGrp="1" noChangeArrowheads="1"/>
          </p:cNvSpPr>
          <p:nvPr>
            <p:ph type="title"/>
          </p:nvPr>
        </p:nvSpPr>
        <p:spPr/>
        <p:txBody>
          <a:bodyPr/>
          <a:lstStyle/>
          <a:p>
            <a:pPr algn="ctr" eaLnBrk="1" hangingPunct="1"/>
            <a:r>
              <a:rPr lang="en-GB" altLang="en-US" sz="3200" dirty="0" smtClean="0">
                <a:latin typeface="Arial" charset="0"/>
              </a:rPr>
              <a:t>Precision Teaching Involves:</a:t>
            </a:r>
          </a:p>
        </p:txBody>
      </p:sp>
      <p:sp>
        <p:nvSpPr>
          <p:cNvPr id="11267" name="Rectangle 3"/>
          <p:cNvSpPr>
            <a:spLocks noGrp="1" noChangeArrowheads="1"/>
          </p:cNvSpPr>
          <p:nvPr>
            <p:ph type="body" idx="1"/>
          </p:nvPr>
        </p:nvSpPr>
        <p:spPr>
          <a:xfrm>
            <a:off x="827584" y="1268760"/>
            <a:ext cx="7200404" cy="4665315"/>
          </a:xfrm>
        </p:spPr>
        <p:txBody>
          <a:bodyPr/>
          <a:lstStyle/>
          <a:p>
            <a:pPr eaLnBrk="1" hangingPunct="1"/>
            <a:r>
              <a:rPr lang="en-GB" altLang="en-US" dirty="0" smtClean="0"/>
              <a:t>A Review Stage</a:t>
            </a:r>
          </a:p>
          <a:p>
            <a:pPr eaLnBrk="1" hangingPunct="1">
              <a:buFont typeface="Wingdings" pitchFamily="2" charset="2"/>
              <a:buNone/>
            </a:pPr>
            <a:endParaRPr lang="en-GB" altLang="en-US" dirty="0" smtClean="0"/>
          </a:p>
          <a:p>
            <a:pPr eaLnBrk="1" hangingPunct="1">
              <a:buFont typeface="Wingdings" pitchFamily="2" charset="2"/>
              <a:buNone/>
            </a:pPr>
            <a:r>
              <a:rPr lang="en-GB" altLang="en-US" dirty="0" smtClean="0"/>
              <a:t> - The child’s rate of progress is reviewed</a:t>
            </a:r>
          </a:p>
          <a:p>
            <a:pPr eaLnBrk="1" hangingPunct="1">
              <a:buFont typeface="Wingdings" pitchFamily="2" charset="2"/>
              <a:buNone/>
            </a:pPr>
            <a:endParaRPr lang="en-GB" altLang="en-US" dirty="0" smtClean="0"/>
          </a:p>
          <a:p>
            <a:pPr eaLnBrk="1" hangingPunct="1">
              <a:buFont typeface="Wingdings" pitchFamily="2" charset="2"/>
              <a:buNone/>
            </a:pPr>
            <a:r>
              <a:rPr lang="en-GB" altLang="en-US" dirty="0" smtClean="0"/>
              <a:t> - The appropriateness of the targets and teaching methods are considered and changes are made where appropriate.</a:t>
            </a:r>
          </a:p>
        </p:txBody>
      </p:sp>
    </p:spTree>
    <p:extLst>
      <p:ext uri="{BB962C8B-B14F-4D97-AF65-F5344CB8AC3E}">
        <p14:creationId xmlns:p14="http://schemas.microsoft.com/office/powerpoint/2010/main" val="1270845366"/>
      </p:ext>
    </p:extLst>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90" name="Rectangle 2"/>
          <p:cNvSpPr>
            <a:spLocks noGrp="1" noChangeArrowheads="1"/>
          </p:cNvSpPr>
          <p:nvPr>
            <p:ph type="title"/>
          </p:nvPr>
        </p:nvSpPr>
        <p:spPr>
          <a:xfrm>
            <a:off x="395288" y="115888"/>
            <a:ext cx="8497887" cy="1368896"/>
          </a:xfrm>
        </p:spPr>
        <p:txBody>
          <a:bodyPr/>
          <a:lstStyle/>
          <a:p>
            <a:pPr algn="ctr" eaLnBrk="1" hangingPunct="1"/>
            <a:r>
              <a:rPr lang="en-GB" altLang="en-US" sz="3200" dirty="0" smtClean="0">
                <a:latin typeface="Arial" charset="0"/>
              </a:rPr>
              <a:t>Initial Assessment – using ‘Letters and Sounds’</a:t>
            </a:r>
          </a:p>
        </p:txBody>
      </p:sp>
      <p:sp>
        <p:nvSpPr>
          <p:cNvPr id="12291" name="Rectangle 4"/>
          <p:cNvSpPr>
            <a:spLocks noGrp="1" noChangeArrowheads="1"/>
          </p:cNvSpPr>
          <p:nvPr>
            <p:ph type="body" sz="half" idx="1"/>
          </p:nvPr>
        </p:nvSpPr>
        <p:spPr>
          <a:xfrm>
            <a:off x="914400" y="2060848"/>
            <a:ext cx="3810000" cy="4530725"/>
          </a:xfrm>
        </p:spPr>
        <p:txBody>
          <a:bodyPr/>
          <a:lstStyle/>
          <a:p>
            <a:pPr eaLnBrk="1" hangingPunct="1"/>
            <a:r>
              <a:rPr lang="en-GB" altLang="en-US" sz="2400" dirty="0" smtClean="0"/>
              <a:t>6 </a:t>
            </a:r>
            <a:r>
              <a:rPr lang="en-GB" altLang="en-US" sz="2400" dirty="0" smtClean="0"/>
              <a:t>Phases</a:t>
            </a:r>
          </a:p>
          <a:p>
            <a:pPr eaLnBrk="1" hangingPunct="1"/>
            <a:r>
              <a:rPr lang="en-GB" altLang="en-US" sz="2400" dirty="0" smtClean="0"/>
              <a:t>Designed to start in EY Foundation</a:t>
            </a:r>
          </a:p>
          <a:p>
            <a:pPr eaLnBrk="1" hangingPunct="1"/>
            <a:r>
              <a:rPr lang="en-GB" altLang="en-US" sz="2400" dirty="0" smtClean="0"/>
              <a:t>By Phase 6, 100s of words known and most GPCs known</a:t>
            </a:r>
          </a:p>
          <a:p>
            <a:pPr eaLnBrk="1" hangingPunct="1"/>
            <a:endParaRPr lang="en-GB" altLang="en-US" sz="2400" dirty="0" smtClean="0"/>
          </a:p>
        </p:txBody>
      </p:sp>
      <p:sp>
        <p:nvSpPr>
          <p:cNvPr id="12292" name="Rectangle 5"/>
          <p:cNvSpPr>
            <a:spLocks noGrp="1" noChangeArrowheads="1"/>
          </p:cNvSpPr>
          <p:nvPr>
            <p:ph type="body" sz="half" idx="2"/>
          </p:nvPr>
        </p:nvSpPr>
        <p:spPr>
          <a:xfrm>
            <a:off x="4876800" y="1994619"/>
            <a:ext cx="3810000" cy="4530725"/>
          </a:xfrm>
        </p:spPr>
        <p:txBody>
          <a:bodyPr/>
          <a:lstStyle/>
          <a:p>
            <a:pPr eaLnBrk="1" hangingPunct="1"/>
            <a:r>
              <a:rPr lang="en-GB" altLang="en-US" sz="2400" dirty="0" smtClean="0"/>
              <a:t>Reading and writing taught together (phonemes and graphemes)</a:t>
            </a:r>
          </a:p>
          <a:p>
            <a:pPr eaLnBrk="1" hangingPunct="1"/>
            <a:r>
              <a:rPr lang="en-GB" altLang="en-US" sz="2400" dirty="0" smtClean="0"/>
              <a:t>Decodable and Tricky words</a:t>
            </a:r>
          </a:p>
          <a:p>
            <a:pPr eaLnBrk="1" hangingPunct="1"/>
            <a:r>
              <a:rPr lang="en-GB" altLang="en-US" sz="2400" dirty="0" smtClean="0"/>
              <a:t>Assessment built in at each stage</a:t>
            </a:r>
          </a:p>
          <a:p>
            <a:pPr eaLnBrk="1" hangingPunct="1"/>
            <a:endParaRPr lang="en-GB" altLang="en-US" dirty="0" smtClean="0"/>
          </a:p>
        </p:txBody>
      </p:sp>
    </p:spTree>
    <p:extLst>
      <p:ext uri="{BB962C8B-B14F-4D97-AF65-F5344CB8AC3E}">
        <p14:creationId xmlns:p14="http://schemas.microsoft.com/office/powerpoint/2010/main" val="3022733773"/>
      </p:ext>
    </p:extLst>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4" name="Rectangle 2"/>
          <p:cNvSpPr>
            <a:spLocks noGrp="1" noChangeArrowheads="1"/>
          </p:cNvSpPr>
          <p:nvPr>
            <p:ph type="title"/>
          </p:nvPr>
        </p:nvSpPr>
        <p:spPr>
          <a:xfrm>
            <a:off x="395288" y="115888"/>
            <a:ext cx="8497887" cy="1296888"/>
          </a:xfrm>
        </p:spPr>
        <p:txBody>
          <a:bodyPr/>
          <a:lstStyle/>
          <a:p>
            <a:pPr algn="ctr" eaLnBrk="1" hangingPunct="1"/>
            <a:r>
              <a:rPr lang="en-GB" altLang="en-US" sz="3200" dirty="0" smtClean="0">
                <a:latin typeface="Arial" charset="0"/>
              </a:rPr>
              <a:t>Initial Assessment – using ‘Letters and Sounds’</a:t>
            </a:r>
          </a:p>
        </p:txBody>
      </p:sp>
      <p:sp>
        <p:nvSpPr>
          <p:cNvPr id="13315" name="Rectangle 4"/>
          <p:cNvSpPr>
            <a:spLocks noGrp="1" noChangeArrowheads="1"/>
          </p:cNvSpPr>
          <p:nvPr>
            <p:ph type="body" sz="half" idx="1"/>
          </p:nvPr>
        </p:nvSpPr>
        <p:spPr>
          <a:xfrm>
            <a:off x="611560" y="1922611"/>
            <a:ext cx="3810000" cy="4530725"/>
          </a:xfrm>
        </p:spPr>
        <p:txBody>
          <a:bodyPr/>
          <a:lstStyle/>
          <a:p>
            <a:pPr eaLnBrk="1" hangingPunct="1"/>
            <a:r>
              <a:rPr lang="en-GB" altLang="en-US" sz="2400" dirty="0" smtClean="0"/>
              <a:t>Can </a:t>
            </a:r>
            <a:r>
              <a:rPr lang="en-GB" altLang="en-US" sz="2400" dirty="0" smtClean="0"/>
              <a:t>be used with any age group but aims to start (phase 1) with 5 year olds</a:t>
            </a:r>
          </a:p>
          <a:p>
            <a:pPr eaLnBrk="1" hangingPunct="1"/>
            <a:r>
              <a:rPr lang="en-GB" altLang="en-US" sz="2400" dirty="0" smtClean="0"/>
              <a:t>Children move from one phase to next at their own pace</a:t>
            </a:r>
          </a:p>
          <a:p>
            <a:pPr eaLnBrk="1" hangingPunct="1"/>
            <a:endParaRPr lang="en-GB" altLang="en-US" sz="2600" dirty="0" smtClean="0"/>
          </a:p>
        </p:txBody>
      </p:sp>
      <p:sp>
        <p:nvSpPr>
          <p:cNvPr id="13316" name="Rectangle 5"/>
          <p:cNvSpPr>
            <a:spLocks noGrp="1" noChangeArrowheads="1"/>
          </p:cNvSpPr>
          <p:nvPr>
            <p:ph type="body" sz="half" idx="2"/>
          </p:nvPr>
        </p:nvSpPr>
        <p:spPr>
          <a:xfrm>
            <a:off x="4427984" y="1922611"/>
            <a:ext cx="3810000" cy="4530725"/>
          </a:xfrm>
        </p:spPr>
        <p:txBody>
          <a:bodyPr/>
          <a:lstStyle/>
          <a:p>
            <a:pPr eaLnBrk="1" hangingPunct="1"/>
            <a:r>
              <a:rPr lang="en-GB" altLang="en-US" sz="2400" dirty="0" smtClean="0"/>
              <a:t>Most children would complete phase 6 by end of KS1</a:t>
            </a:r>
          </a:p>
          <a:p>
            <a:pPr eaLnBrk="1" hangingPunct="1"/>
            <a:r>
              <a:rPr lang="en-GB" altLang="en-US" sz="2400" dirty="0" smtClean="0"/>
              <a:t>Most SEN children will continue on programme in KS2</a:t>
            </a:r>
          </a:p>
          <a:p>
            <a:pPr eaLnBrk="1" hangingPunct="1"/>
            <a:r>
              <a:rPr lang="en-GB" altLang="en-US" sz="2400" dirty="0" smtClean="0"/>
              <a:t>‘Stuck’ children can receive Precision Teaching approach</a:t>
            </a:r>
          </a:p>
        </p:txBody>
      </p:sp>
    </p:spTree>
    <p:extLst>
      <p:ext uri="{BB962C8B-B14F-4D97-AF65-F5344CB8AC3E}">
        <p14:creationId xmlns:p14="http://schemas.microsoft.com/office/powerpoint/2010/main" val="1947388095"/>
      </p:ext>
    </p:extLst>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8" name="Rectangle 2"/>
          <p:cNvSpPr>
            <a:spLocks noGrp="1" noChangeArrowheads="1"/>
          </p:cNvSpPr>
          <p:nvPr>
            <p:ph type="title"/>
          </p:nvPr>
        </p:nvSpPr>
        <p:spPr>
          <a:xfrm>
            <a:off x="395289" y="115888"/>
            <a:ext cx="8281168" cy="864840"/>
          </a:xfrm>
        </p:spPr>
        <p:txBody>
          <a:bodyPr/>
          <a:lstStyle/>
          <a:p>
            <a:pPr algn="ctr" eaLnBrk="1" hangingPunct="1"/>
            <a:r>
              <a:rPr lang="en-GB" altLang="en-US" sz="3200" dirty="0" smtClean="0">
                <a:latin typeface="Arial" charset="0"/>
              </a:rPr>
              <a:t>Probes</a:t>
            </a:r>
          </a:p>
        </p:txBody>
      </p:sp>
      <p:sp>
        <p:nvSpPr>
          <p:cNvPr id="14339" name="Rectangle 3"/>
          <p:cNvSpPr>
            <a:spLocks noGrp="1" noChangeArrowheads="1"/>
          </p:cNvSpPr>
          <p:nvPr>
            <p:ph type="body" idx="1"/>
          </p:nvPr>
        </p:nvSpPr>
        <p:spPr>
          <a:xfrm>
            <a:off x="683568" y="1499989"/>
            <a:ext cx="7344420" cy="4737323"/>
          </a:xfrm>
        </p:spPr>
        <p:txBody>
          <a:bodyPr/>
          <a:lstStyle/>
          <a:p>
            <a:pPr eaLnBrk="1" hangingPunct="1"/>
            <a:r>
              <a:rPr lang="en-GB" altLang="en-US" dirty="0" smtClean="0"/>
              <a:t>Probes contain a defined set of items, often letters, words or sums on which the child is tested, usually for one minute.</a:t>
            </a:r>
          </a:p>
          <a:p>
            <a:pPr eaLnBrk="1" hangingPunct="1">
              <a:buFont typeface="Wingdings" pitchFamily="2" charset="2"/>
              <a:buNone/>
            </a:pPr>
            <a:endParaRPr lang="en-GB" altLang="en-US" dirty="0" smtClean="0"/>
          </a:p>
          <a:p>
            <a:pPr eaLnBrk="1" hangingPunct="1"/>
            <a:r>
              <a:rPr lang="en-GB" altLang="en-US" dirty="0" smtClean="0"/>
              <a:t>The items chosen reflect the skills the child is having difficulty acquiring, but contain some that the child knows. </a:t>
            </a:r>
          </a:p>
          <a:p>
            <a:pPr eaLnBrk="1" hangingPunct="1"/>
            <a:endParaRPr lang="en-GB" altLang="en-US" dirty="0" smtClean="0"/>
          </a:p>
        </p:txBody>
      </p:sp>
    </p:spTree>
    <p:extLst>
      <p:ext uri="{BB962C8B-B14F-4D97-AF65-F5344CB8AC3E}">
        <p14:creationId xmlns:p14="http://schemas.microsoft.com/office/powerpoint/2010/main" val="3436081689"/>
      </p:ext>
    </p:extLst>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2" name="Rectangle 2"/>
          <p:cNvSpPr>
            <a:spLocks noGrp="1" noChangeArrowheads="1"/>
          </p:cNvSpPr>
          <p:nvPr>
            <p:ph type="title"/>
          </p:nvPr>
        </p:nvSpPr>
        <p:spPr>
          <a:xfrm>
            <a:off x="395289" y="115888"/>
            <a:ext cx="8209160" cy="792832"/>
          </a:xfrm>
        </p:spPr>
        <p:txBody>
          <a:bodyPr/>
          <a:lstStyle/>
          <a:p>
            <a:pPr algn="ctr" eaLnBrk="1" hangingPunct="1"/>
            <a:r>
              <a:rPr lang="en-GB" altLang="en-US" sz="3200" dirty="0" smtClean="0">
                <a:latin typeface="Arial" charset="0"/>
              </a:rPr>
              <a:t>Probes </a:t>
            </a:r>
          </a:p>
        </p:txBody>
      </p:sp>
      <p:sp>
        <p:nvSpPr>
          <p:cNvPr id="15363" name="Rectangle 3"/>
          <p:cNvSpPr>
            <a:spLocks noGrp="1" noChangeArrowheads="1"/>
          </p:cNvSpPr>
          <p:nvPr>
            <p:ph type="body" idx="1"/>
          </p:nvPr>
        </p:nvSpPr>
        <p:spPr>
          <a:xfrm>
            <a:off x="611560" y="1484461"/>
            <a:ext cx="7488436" cy="4968875"/>
          </a:xfrm>
        </p:spPr>
        <p:txBody>
          <a:bodyPr/>
          <a:lstStyle/>
          <a:p>
            <a:pPr eaLnBrk="1" hangingPunct="1"/>
            <a:r>
              <a:rPr lang="en-GB" altLang="en-US" dirty="0" smtClean="0"/>
              <a:t>Wider ranging probes can be used to make an initial assessment of what the child knows and where the gaps are.</a:t>
            </a:r>
          </a:p>
          <a:p>
            <a:pPr eaLnBrk="1" hangingPunct="1"/>
            <a:r>
              <a:rPr lang="en-GB" altLang="en-US" dirty="0" smtClean="0"/>
              <a:t>These will pinpoint a start point in the Letters and Sounds programme and show which phase to choose.</a:t>
            </a:r>
          </a:p>
          <a:p>
            <a:pPr eaLnBrk="1" hangingPunct="1"/>
            <a:r>
              <a:rPr lang="en-GB" altLang="en-US" dirty="0" smtClean="0"/>
              <a:t>The teaching programme will use more narrow range probes to teach and monitor the acquisition of skills on a step-by-step basis</a:t>
            </a:r>
          </a:p>
          <a:p>
            <a:pPr eaLnBrk="1" hangingPunct="1"/>
            <a:endParaRPr lang="en-GB" altLang="en-US" dirty="0" smtClean="0"/>
          </a:p>
        </p:txBody>
      </p:sp>
    </p:spTree>
    <p:extLst>
      <p:ext uri="{BB962C8B-B14F-4D97-AF65-F5344CB8AC3E}">
        <p14:creationId xmlns:p14="http://schemas.microsoft.com/office/powerpoint/2010/main" val="2864440989"/>
      </p:ext>
    </p:extLst>
  </p:cSld>
  <p:clrMapOvr>
    <a:masterClrMapping/>
  </p:clrMapOvr>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6" name="Rectangle 2"/>
          <p:cNvSpPr>
            <a:spLocks noGrp="1" noChangeArrowheads="1"/>
          </p:cNvSpPr>
          <p:nvPr>
            <p:ph type="title"/>
          </p:nvPr>
        </p:nvSpPr>
        <p:spPr>
          <a:xfrm>
            <a:off x="395289" y="115888"/>
            <a:ext cx="8281168" cy="649287"/>
          </a:xfrm>
        </p:spPr>
        <p:txBody>
          <a:bodyPr/>
          <a:lstStyle/>
          <a:p>
            <a:pPr algn="ctr" eaLnBrk="1" hangingPunct="1"/>
            <a:r>
              <a:rPr lang="en-GB" altLang="en-US" sz="3200" dirty="0" smtClean="0">
                <a:latin typeface="Arial" charset="0"/>
              </a:rPr>
              <a:t>Letters and Probes</a:t>
            </a:r>
          </a:p>
        </p:txBody>
      </p:sp>
      <p:sp>
        <p:nvSpPr>
          <p:cNvPr id="16387" name="Rectangle 4"/>
          <p:cNvSpPr>
            <a:spLocks noGrp="1" noChangeArrowheads="1"/>
          </p:cNvSpPr>
          <p:nvPr>
            <p:ph type="body" sz="half" idx="1"/>
          </p:nvPr>
        </p:nvSpPr>
        <p:spPr>
          <a:xfrm>
            <a:off x="473968" y="1196752"/>
            <a:ext cx="3810000" cy="4530725"/>
          </a:xfrm>
        </p:spPr>
        <p:txBody>
          <a:bodyPr/>
          <a:lstStyle/>
          <a:p>
            <a:pPr marL="0" indent="0" eaLnBrk="1" hangingPunct="1">
              <a:buNone/>
            </a:pPr>
            <a:r>
              <a:rPr lang="en-GB" altLang="en-US" sz="2400" b="1" dirty="0" smtClean="0"/>
              <a:t>Top Level Probes</a:t>
            </a:r>
          </a:p>
          <a:p>
            <a:pPr eaLnBrk="1" hangingPunct="1">
              <a:buFont typeface="Wingdings" pitchFamily="2" charset="2"/>
              <a:buNone/>
            </a:pPr>
            <a:endParaRPr lang="en-GB" altLang="en-US" sz="2400" dirty="0" smtClean="0"/>
          </a:p>
          <a:p>
            <a:pPr eaLnBrk="1" hangingPunct="1"/>
            <a:r>
              <a:rPr lang="en-GB" altLang="en-US" sz="2400" dirty="0" smtClean="0"/>
              <a:t>These are wide ranging probes which contain all the items and skills taught in a particular phase</a:t>
            </a:r>
          </a:p>
          <a:p>
            <a:pPr eaLnBrk="1" hangingPunct="1"/>
            <a:r>
              <a:rPr lang="en-GB" altLang="en-US" sz="2400" dirty="0" smtClean="0"/>
              <a:t>Used for initial assessment, and end of phase skill checking</a:t>
            </a:r>
          </a:p>
          <a:p>
            <a:pPr eaLnBrk="1" hangingPunct="1"/>
            <a:endParaRPr lang="en-GB" altLang="en-US" sz="2400" dirty="0" smtClean="0"/>
          </a:p>
        </p:txBody>
      </p:sp>
      <p:sp>
        <p:nvSpPr>
          <p:cNvPr id="16388" name="Rectangle 5"/>
          <p:cNvSpPr>
            <a:spLocks noGrp="1" noChangeArrowheads="1"/>
          </p:cNvSpPr>
          <p:nvPr>
            <p:ph type="body" sz="half" idx="2"/>
          </p:nvPr>
        </p:nvSpPr>
        <p:spPr>
          <a:xfrm>
            <a:off x="4499992" y="1196752"/>
            <a:ext cx="3810000" cy="4530725"/>
          </a:xfrm>
        </p:spPr>
        <p:txBody>
          <a:bodyPr/>
          <a:lstStyle/>
          <a:p>
            <a:pPr marL="0" indent="0" eaLnBrk="1" hangingPunct="1">
              <a:buNone/>
            </a:pPr>
            <a:r>
              <a:rPr lang="en-GB" altLang="en-US" sz="2400" b="1" dirty="0" smtClean="0"/>
              <a:t>Subset probes</a:t>
            </a:r>
          </a:p>
          <a:p>
            <a:pPr eaLnBrk="1" hangingPunct="1"/>
            <a:endParaRPr lang="en-GB" altLang="en-US" sz="2400" b="1" dirty="0" smtClean="0"/>
          </a:p>
          <a:p>
            <a:pPr eaLnBrk="1" hangingPunct="1"/>
            <a:r>
              <a:rPr lang="en-GB" altLang="en-US" sz="2400" dirty="0" smtClean="0"/>
              <a:t>These are probes which contain a much narrower subset of skills</a:t>
            </a:r>
          </a:p>
          <a:p>
            <a:pPr eaLnBrk="1" hangingPunct="1"/>
            <a:r>
              <a:rPr lang="en-GB" altLang="en-US" sz="2400" dirty="0" smtClean="0"/>
              <a:t>Can be used to make teaching decisions for slower learning children</a:t>
            </a:r>
          </a:p>
          <a:p>
            <a:pPr eaLnBrk="1" hangingPunct="1"/>
            <a:r>
              <a:rPr lang="en-GB" altLang="en-US" sz="2400" dirty="0" smtClean="0"/>
              <a:t>Used to check whether children have achieved ‘mastery’</a:t>
            </a:r>
          </a:p>
          <a:p>
            <a:pPr eaLnBrk="1" hangingPunct="1"/>
            <a:endParaRPr lang="en-GB" altLang="en-US" sz="2400" dirty="0" smtClean="0"/>
          </a:p>
        </p:txBody>
      </p:sp>
    </p:spTree>
    <p:extLst>
      <p:ext uri="{BB962C8B-B14F-4D97-AF65-F5344CB8AC3E}">
        <p14:creationId xmlns:p14="http://schemas.microsoft.com/office/powerpoint/2010/main" val="2962015566"/>
      </p:ext>
    </p:extLst>
  </p:cSld>
  <p:clrMapOvr>
    <a:masterClrMapping/>
  </p:clrMapOvr>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10" name="Rectangle 2"/>
          <p:cNvSpPr>
            <a:spLocks noGrp="1" noChangeArrowheads="1"/>
          </p:cNvSpPr>
          <p:nvPr>
            <p:ph type="title"/>
          </p:nvPr>
        </p:nvSpPr>
        <p:spPr>
          <a:xfrm>
            <a:off x="395288" y="115888"/>
            <a:ext cx="8497887" cy="792832"/>
          </a:xfrm>
        </p:spPr>
        <p:txBody>
          <a:bodyPr/>
          <a:lstStyle/>
          <a:p>
            <a:pPr algn="ctr" eaLnBrk="1" hangingPunct="1"/>
            <a:r>
              <a:rPr lang="en-GB" altLang="en-US" sz="3200" dirty="0" smtClean="0">
                <a:latin typeface="Arial" charset="0"/>
              </a:rPr>
              <a:t>Initial Assessment</a:t>
            </a:r>
          </a:p>
        </p:txBody>
      </p:sp>
      <p:sp>
        <p:nvSpPr>
          <p:cNvPr id="17411" name="Rectangle 3"/>
          <p:cNvSpPr>
            <a:spLocks noGrp="1" noChangeArrowheads="1"/>
          </p:cNvSpPr>
          <p:nvPr>
            <p:ph type="body" idx="1"/>
          </p:nvPr>
        </p:nvSpPr>
        <p:spPr>
          <a:xfrm>
            <a:off x="755576" y="1412776"/>
            <a:ext cx="7272412" cy="4320480"/>
          </a:xfrm>
        </p:spPr>
        <p:txBody>
          <a:bodyPr/>
          <a:lstStyle/>
          <a:p>
            <a:pPr eaLnBrk="1" hangingPunct="1"/>
            <a:r>
              <a:rPr lang="en-GB" altLang="en-US" dirty="0" smtClean="0"/>
              <a:t>Use the Top Level Probes from </a:t>
            </a:r>
            <a:r>
              <a:rPr lang="en-GB" altLang="en-US" b="1" dirty="0" smtClean="0"/>
              <a:t>Phase 2 of </a:t>
            </a:r>
            <a:r>
              <a:rPr lang="en-GB" altLang="en-US" dirty="0" smtClean="0"/>
              <a:t>Letters and Sounds (p48, p69-70).  Copies of these are in your pack.</a:t>
            </a:r>
          </a:p>
          <a:p>
            <a:pPr eaLnBrk="1" hangingPunct="1"/>
            <a:r>
              <a:rPr lang="en-GB" altLang="en-US" dirty="0" smtClean="0"/>
              <a:t>Start at the beginning of the probe sheets and work your way through the pack. It is worthwhile giving easier probes even if you think the pupil is already competent in those skills as this confirms earlier skills and provides the pupil with a ‘warm-up’ opportunity.</a:t>
            </a:r>
          </a:p>
          <a:p>
            <a:pPr eaLnBrk="1" hangingPunct="1"/>
            <a:endParaRPr lang="en-GB" altLang="en-US" dirty="0" smtClean="0"/>
          </a:p>
          <a:p>
            <a:pPr eaLnBrk="1" hangingPunct="1"/>
            <a:r>
              <a:rPr lang="en-GB" altLang="en-US" dirty="0"/>
              <a:t>http://www.johnandgwyn.co.uk/probe.html</a:t>
            </a:r>
          </a:p>
          <a:p>
            <a:pPr eaLnBrk="1" hangingPunct="1"/>
            <a:endParaRPr lang="en-GB" altLang="en-US" dirty="0" smtClean="0"/>
          </a:p>
        </p:txBody>
      </p:sp>
    </p:spTree>
    <p:extLst>
      <p:ext uri="{BB962C8B-B14F-4D97-AF65-F5344CB8AC3E}">
        <p14:creationId xmlns:p14="http://schemas.microsoft.com/office/powerpoint/2010/main" val="2391010726"/>
      </p:ext>
    </p:extLst>
  </p:cSld>
  <p:clrMapOvr>
    <a:masterClrMapping/>
  </p:clrMapOvr>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4" name="Rectangle 2"/>
          <p:cNvSpPr>
            <a:spLocks noGrp="1" noChangeArrowheads="1"/>
          </p:cNvSpPr>
          <p:nvPr>
            <p:ph type="title"/>
          </p:nvPr>
        </p:nvSpPr>
        <p:spPr>
          <a:xfrm>
            <a:off x="900113" y="260350"/>
            <a:ext cx="7772400" cy="1143000"/>
          </a:xfrm>
        </p:spPr>
        <p:txBody>
          <a:bodyPr/>
          <a:lstStyle/>
          <a:p>
            <a:pPr algn="ctr" eaLnBrk="1" hangingPunct="1"/>
            <a:r>
              <a:rPr lang="en-GB" altLang="en-US" sz="3200" dirty="0" smtClean="0">
                <a:latin typeface="Arial" charset="0"/>
              </a:rPr>
              <a:t>Initial Assessment</a:t>
            </a:r>
          </a:p>
        </p:txBody>
      </p:sp>
      <p:sp>
        <p:nvSpPr>
          <p:cNvPr id="18435" name="Rectangle 3"/>
          <p:cNvSpPr>
            <a:spLocks noGrp="1" noChangeArrowheads="1"/>
          </p:cNvSpPr>
          <p:nvPr>
            <p:ph type="body" idx="1"/>
          </p:nvPr>
        </p:nvSpPr>
        <p:spPr>
          <a:xfrm>
            <a:off x="899592" y="1628800"/>
            <a:ext cx="7128396" cy="4305275"/>
          </a:xfrm>
        </p:spPr>
        <p:txBody>
          <a:bodyPr/>
          <a:lstStyle/>
          <a:p>
            <a:pPr eaLnBrk="1" hangingPunct="1"/>
            <a:r>
              <a:rPr lang="en-GB" altLang="en-US" dirty="0" smtClean="0"/>
              <a:t>Tell the child you are going to show him/her a grid of words which you want him to read out loud to you, once you say “start”.</a:t>
            </a:r>
          </a:p>
          <a:p>
            <a:pPr eaLnBrk="1" hangingPunct="1"/>
            <a:r>
              <a:rPr lang="en-GB" altLang="en-US" dirty="0" smtClean="0"/>
              <a:t>Use a 1 minute </a:t>
            </a:r>
            <a:r>
              <a:rPr lang="en-GB" altLang="en-US" dirty="0" err="1" smtClean="0"/>
              <a:t>sandtimer</a:t>
            </a:r>
            <a:r>
              <a:rPr lang="en-GB" altLang="en-US" dirty="0" smtClean="0"/>
              <a:t> or </a:t>
            </a:r>
            <a:r>
              <a:rPr lang="en-GB" altLang="en-US" dirty="0" err="1" smtClean="0"/>
              <a:t>stopclock</a:t>
            </a:r>
            <a:r>
              <a:rPr lang="en-GB" altLang="en-US" dirty="0" smtClean="0"/>
              <a:t> counting down from 60 seconds to tell you when the 1 minute probe is up</a:t>
            </a:r>
          </a:p>
          <a:p>
            <a:pPr eaLnBrk="1" hangingPunct="1"/>
            <a:r>
              <a:rPr lang="en-GB" altLang="en-US" dirty="0" smtClean="0"/>
              <a:t>Keep a note of right/wrong responses as the child reads, but do not correct or help the child</a:t>
            </a:r>
          </a:p>
          <a:p>
            <a:pPr eaLnBrk="1" hangingPunct="1"/>
            <a:endParaRPr lang="en-GB" altLang="en-US" dirty="0" smtClean="0"/>
          </a:p>
        </p:txBody>
      </p:sp>
    </p:spTree>
    <p:extLst>
      <p:ext uri="{BB962C8B-B14F-4D97-AF65-F5344CB8AC3E}">
        <p14:creationId xmlns:p14="http://schemas.microsoft.com/office/powerpoint/2010/main" val="1890586403"/>
      </p:ext>
    </p:extLst>
  </p:cSld>
  <p:clrMapOvr>
    <a:masterClrMapping/>
  </p:clrMapOvr>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8" name="Rectangle 2"/>
          <p:cNvSpPr>
            <a:spLocks noGrp="1" noChangeArrowheads="1"/>
          </p:cNvSpPr>
          <p:nvPr>
            <p:ph type="title"/>
          </p:nvPr>
        </p:nvSpPr>
        <p:spPr>
          <a:xfrm>
            <a:off x="395289" y="115888"/>
            <a:ext cx="8209160" cy="864840"/>
          </a:xfrm>
        </p:spPr>
        <p:txBody>
          <a:bodyPr/>
          <a:lstStyle/>
          <a:p>
            <a:pPr algn="ctr" eaLnBrk="1" hangingPunct="1"/>
            <a:r>
              <a:rPr lang="en-GB" altLang="en-US" sz="3200" dirty="0" smtClean="0">
                <a:latin typeface="Arial" charset="0"/>
              </a:rPr>
              <a:t>Initial Assessment</a:t>
            </a:r>
          </a:p>
        </p:txBody>
      </p:sp>
      <p:sp>
        <p:nvSpPr>
          <p:cNvPr id="19459" name="Rectangle 3"/>
          <p:cNvSpPr>
            <a:spLocks noGrp="1" noChangeArrowheads="1"/>
          </p:cNvSpPr>
          <p:nvPr>
            <p:ph type="body" idx="1"/>
          </p:nvPr>
        </p:nvSpPr>
        <p:spPr>
          <a:xfrm>
            <a:off x="755576" y="1499989"/>
            <a:ext cx="7272412" cy="4737323"/>
          </a:xfrm>
        </p:spPr>
        <p:txBody>
          <a:bodyPr/>
          <a:lstStyle/>
          <a:p>
            <a:pPr eaLnBrk="1" hangingPunct="1">
              <a:lnSpc>
                <a:spcPct val="90000"/>
              </a:lnSpc>
            </a:pPr>
            <a:r>
              <a:rPr lang="en-GB" altLang="en-US" dirty="0" smtClean="0"/>
              <a:t>When the </a:t>
            </a:r>
            <a:r>
              <a:rPr lang="en-GB" altLang="en-US" dirty="0" err="1" smtClean="0"/>
              <a:t>sandtimer</a:t>
            </a:r>
            <a:r>
              <a:rPr lang="en-GB" altLang="en-US" dirty="0" smtClean="0"/>
              <a:t> finishes/</a:t>
            </a:r>
            <a:r>
              <a:rPr lang="en-GB" altLang="en-US" dirty="0" err="1" smtClean="0"/>
              <a:t>stopclock</a:t>
            </a:r>
            <a:r>
              <a:rPr lang="en-GB" altLang="en-US" dirty="0" smtClean="0"/>
              <a:t> beeps, stop the child, thank them, and share how they did.</a:t>
            </a:r>
          </a:p>
          <a:p>
            <a:pPr eaLnBrk="1" hangingPunct="1">
              <a:lnSpc>
                <a:spcPct val="90000"/>
              </a:lnSpc>
            </a:pPr>
            <a:r>
              <a:rPr lang="en-GB" altLang="en-US" dirty="0" smtClean="0"/>
              <a:t>On your chart, note the probe given, put in the number of correct/incorrect responses the child gives, and make a note of specific problem words.</a:t>
            </a:r>
          </a:p>
          <a:p>
            <a:pPr eaLnBrk="1" hangingPunct="1">
              <a:lnSpc>
                <a:spcPct val="90000"/>
              </a:lnSpc>
            </a:pPr>
            <a:r>
              <a:rPr lang="en-GB" altLang="en-US" dirty="0" smtClean="0"/>
              <a:t>Stop when the pupil shows more errors than correct responses or earlier if failure is becoming obvious.</a:t>
            </a:r>
          </a:p>
        </p:txBody>
      </p:sp>
    </p:spTree>
    <p:extLst>
      <p:ext uri="{BB962C8B-B14F-4D97-AF65-F5344CB8AC3E}">
        <p14:creationId xmlns:p14="http://schemas.microsoft.com/office/powerpoint/2010/main" val="1015350428"/>
      </p:ext>
    </p:extLst>
  </p:cSld>
  <p:clrMapOvr>
    <a:masterClrMapping/>
  </p:clrMapOvr>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2" name="Rectangle 2"/>
          <p:cNvSpPr>
            <a:spLocks noGrp="1" noChangeArrowheads="1"/>
          </p:cNvSpPr>
          <p:nvPr>
            <p:ph type="title"/>
          </p:nvPr>
        </p:nvSpPr>
        <p:spPr>
          <a:xfrm>
            <a:off x="395289" y="115888"/>
            <a:ext cx="8209160" cy="864840"/>
          </a:xfrm>
        </p:spPr>
        <p:txBody>
          <a:bodyPr/>
          <a:lstStyle/>
          <a:p>
            <a:pPr algn="ctr" eaLnBrk="1" hangingPunct="1"/>
            <a:r>
              <a:rPr lang="en-GB" altLang="en-US" sz="3200" dirty="0" smtClean="0">
                <a:latin typeface="Arial" charset="0"/>
              </a:rPr>
              <a:t>Initial Assessment</a:t>
            </a:r>
          </a:p>
        </p:txBody>
      </p:sp>
      <p:sp>
        <p:nvSpPr>
          <p:cNvPr id="20483" name="Rectangle 3"/>
          <p:cNvSpPr>
            <a:spLocks noGrp="1" noChangeArrowheads="1"/>
          </p:cNvSpPr>
          <p:nvPr>
            <p:ph type="body" idx="1"/>
          </p:nvPr>
        </p:nvSpPr>
        <p:spPr>
          <a:xfrm>
            <a:off x="827584" y="1556792"/>
            <a:ext cx="7200404" cy="4176464"/>
          </a:xfrm>
        </p:spPr>
        <p:txBody>
          <a:bodyPr/>
          <a:lstStyle/>
          <a:p>
            <a:pPr eaLnBrk="1" hangingPunct="1"/>
            <a:r>
              <a:rPr lang="en-GB" altLang="en-US" dirty="0" smtClean="0"/>
              <a:t>Use the ‘</a:t>
            </a:r>
            <a:r>
              <a:rPr lang="en-GB" altLang="en-US" b="1" dirty="0" smtClean="0"/>
              <a:t>100 high-frequency words in order’, (Letters and Sounds Page 193). </a:t>
            </a:r>
            <a:r>
              <a:rPr lang="en-GB" altLang="en-US" dirty="0" smtClean="0"/>
              <a:t>Copies of these are in your pack.</a:t>
            </a:r>
          </a:p>
          <a:p>
            <a:pPr eaLnBrk="1" hangingPunct="1"/>
            <a:r>
              <a:rPr lang="en-GB" altLang="en-US" dirty="0" smtClean="0"/>
              <a:t>Start at the beginning of the probe sheets and work your way through the pack. It is worthwhile giving easier probes even if you think the pupil is already competent in those skills as this confirms earlier skills and provides the pupil for a ‘warm-up’ opportunity.</a:t>
            </a:r>
          </a:p>
        </p:txBody>
      </p:sp>
    </p:spTree>
    <p:extLst>
      <p:ext uri="{BB962C8B-B14F-4D97-AF65-F5344CB8AC3E}">
        <p14:creationId xmlns:p14="http://schemas.microsoft.com/office/powerpoint/2010/main" val="2613036072"/>
      </p:ext>
    </p:extLst>
  </p:cSld>
  <p:clrMapOvr>
    <a:masterClrMapping/>
  </p:clrMapOvr>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6" name="Rectangle 2"/>
          <p:cNvSpPr>
            <a:spLocks noGrp="1" noChangeArrowheads="1"/>
          </p:cNvSpPr>
          <p:nvPr>
            <p:ph type="title"/>
          </p:nvPr>
        </p:nvSpPr>
        <p:spPr>
          <a:xfrm>
            <a:off x="395288" y="115888"/>
            <a:ext cx="8497887" cy="792832"/>
          </a:xfrm>
        </p:spPr>
        <p:txBody>
          <a:bodyPr/>
          <a:lstStyle/>
          <a:p>
            <a:pPr algn="ctr" eaLnBrk="1" hangingPunct="1"/>
            <a:r>
              <a:rPr lang="en-GB" altLang="en-US" sz="3200" dirty="0" smtClean="0">
                <a:latin typeface="Arial" charset="0"/>
              </a:rPr>
              <a:t>Initial Assessment</a:t>
            </a:r>
          </a:p>
        </p:txBody>
      </p:sp>
      <p:sp>
        <p:nvSpPr>
          <p:cNvPr id="21507" name="Rectangle 3"/>
          <p:cNvSpPr>
            <a:spLocks noGrp="1" noChangeArrowheads="1"/>
          </p:cNvSpPr>
          <p:nvPr>
            <p:ph type="body" idx="1"/>
          </p:nvPr>
        </p:nvSpPr>
        <p:spPr>
          <a:xfrm>
            <a:off x="683568" y="1484784"/>
            <a:ext cx="7488684" cy="3528392"/>
          </a:xfrm>
        </p:spPr>
        <p:txBody>
          <a:bodyPr/>
          <a:lstStyle/>
          <a:p>
            <a:pPr eaLnBrk="1" hangingPunct="1"/>
            <a:r>
              <a:rPr lang="en-GB" altLang="en-US" dirty="0" smtClean="0"/>
              <a:t>Remember to record your results for each probe sheet administered on the summary sheet in your pack.</a:t>
            </a:r>
          </a:p>
          <a:p>
            <a:pPr eaLnBrk="1" hangingPunct="1"/>
            <a:r>
              <a:rPr lang="en-GB" altLang="en-US" dirty="0" smtClean="0"/>
              <a:t>Bring your results back to session 2.  We will use these to plan the next steps in using a Precision Teaching Programme.</a:t>
            </a:r>
          </a:p>
        </p:txBody>
      </p:sp>
    </p:spTree>
    <p:extLst>
      <p:ext uri="{BB962C8B-B14F-4D97-AF65-F5344CB8AC3E}">
        <p14:creationId xmlns:p14="http://schemas.microsoft.com/office/powerpoint/2010/main" val="3569843231"/>
      </p:ext>
    </p:extLst>
  </p:cSld>
  <p:clrMapOvr>
    <a:masterClrMapping/>
  </p:clrMapOvr>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30" name="Rectangle 2"/>
          <p:cNvSpPr>
            <a:spLocks noGrp="1" noChangeArrowheads="1"/>
          </p:cNvSpPr>
          <p:nvPr>
            <p:ph type="title"/>
          </p:nvPr>
        </p:nvSpPr>
        <p:spPr>
          <a:xfrm>
            <a:off x="395288" y="115888"/>
            <a:ext cx="8497887" cy="864840"/>
          </a:xfrm>
        </p:spPr>
        <p:txBody>
          <a:bodyPr/>
          <a:lstStyle/>
          <a:p>
            <a:pPr algn="ctr" eaLnBrk="1" hangingPunct="1"/>
            <a:r>
              <a:rPr lang="en-GB" altLang="en-US" sz="3200" dirty="0" smtClean="0">
                <a:latin typeface="Arial" charset="0"/>
              </a:rPr>
              <a:t>Thank You</a:t>
            </a:r>
          </a:p>
        </p:txBody>
      </p:sp>
      <p:sp>
        <p:nvSpPr>
          <p:cNvPr id="22531" name="Rectangle 3"/>
          <p:cNvSpPr>
            <a:spLocks noGrp="1" noChangeArrowheads="1"/>
          </p:cNvSpPr>
          <p:nvPr>
            <p:ph type="body" idx="1"/>
          </p:nvPr>
        </p:nvSpPr>
        <p:spPr>
          <a:xfrm>
            <a:off x="1403648" y="965201"/>
            <a:ext cx="6264696" cy="3471912"/>
          </a:xfrm>
        </p:spPr>
        <p:txBody>
          <a:bodyPr/>
          <a:lstStyle/>
          <a:p>
            <a:pPr eaLnBrk="1" hangingPunct="1">
              <a:buFont typeface="Wingdings" pitchFamily="2" charset="2"/>
              <a:buNone/>
            </a:pPr>
            <a:endParaRPr lang="en-US" altLang="en-US" dirty="0" smtClean="0"/>
          </a:p>
          <a:p>
            <a:pPr eaLnBrk="1" hangingPunct="1">
              <a:buFont typeface="Wingdings" pitchFamily="2" charset="2"/>
              <a:buNone/>
            </a:pPr>
            <a:endParaRPr lang="en-US" altLang="en-US" dirty="0" smtClean="0"/>
          </a:p>
          <a:p>
            <a:pPr eaLnBrk="1" hangingPunct="1">
              <a:buFont typeface="Wingdings" pitchFamily="2" charset="2"/>
              <a:buNone/>
            </a:pPr>
            <a:endParaRPr lang="en-US" altLang="en-US" dirty="0" smtClean="0"/>
          </a:p>
          <a:p>
            <a:pPr algn="ctr" eaLnBrk="1" hangingPunct="1">
              <a:buFont typeface="Wingdings" pitchFamily="2" charset="2"/>
              <a:buNone/>
            </a:pPr>
            <a:r>
              <a:rPr lang="en-US" altLang="en-US" dirty="0" smtClean="0"/>
              <a:t>Please do not use or copy any slides without prior permission from RBWM EPS</a:t>
            </a:r>
          </a:p>
          <a:p>
            <a:pPr eaLnBrk="1" hangingPunct="1">
              <a:buFont typeface="Wingdings" pitchFamily="2" charset="2"/>
              <a:buNone/>
            </a:pPr>
            <a:endParaRPr lang="en-US" altLang="en-US" dirty="0" smtClean="0"/>
          </a:p>
          <a:p>
            <a:pPr eaLnBrk="1" hangingPunct="1"/>
            <a:endParaRPr lang="en-GB" altLang="en-US" dirty="0" smtClean="0"/>
          </a:p>
        </p:txBody>
      </p:sp>
    </p:spTree>
    <p:extLst>
      <p:ext uri="{BB962C8B-B14F-4D97-AF65-F5344CB8AC3E}">
        <p14:creationId xmlns:p14="http://schemas.microsoft.com/office/powerpoint/2010/main" val="2364710165"/>
      </p:ext>
    </p:extLst>
  </p:cSld>
  <p:clrMapOvr>
    <a:masterClrMapping/>
  </p:clrMapOvr>
  <p:timing>
    <p:tnLst>
      <p:par>
        <p:cTn id="1" dur="indefinite" restart="never" nodeType="tmRoot"/>
      </p:par>
    </p:tnLst>
  </p:timing>
</p:sld>
</file>

<file path=ppt/theme/theme1.xml><?xml version="1.0" encoding="utf-8"?>
<a:theme xmlns:a="http://schemas.openxmlformats.org/drawingml/2006/main" name="Default Design">
  <a:themeElements>
    <a:clrScheme name="Default Design 2">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Office Classic">
      <a:majorFont>
        <a:latin typeface="Arial"/>
        <a:ea typeface=""/>
        <a:cs typeface=""/>
        <a:font script="Jpan" typeface="ＭＳ Ｐゴシック"/>
        <a:font script="Hang" typeface="돋움"/>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Times New Roman"/>
        <a:ea typeface=""/>
        <a:cs typeface=""/>
        <a:font script="Jpan" typeface="ＭＳ Ｐ明朝"/>
        <a:font script="Hang" typeface="바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a:spPr>
      <a:bodyPr vert="horz" wrap="square" lIns="91440" tIns="45720" rIns="91440" bIns="45720" numCol="1" anchor="t" anchorCtr="0" compatLnSpc="1">
        <a:prstTxWarp prst="textNoShape">
          <a:avLst/>
        </a:prstTxWarp>
      </a:bodyPr>
      <a:lstStyle>
        <a:defPPr marL="0" marR="0" indent="0" algn="ctr" defTabSz="914400" rtl="0" eaLnBrk="1" fontAlgn="base" latinLnBrk="0" hangingPunct="1">
          <a:lnSpc>
            <a:spcPct val="100000"/>
          </a:lnSpc>
          <a:spcBef>
            <a:spcPct val="0"/>
          </a:spcBef>
          <a:spcAft>
            <a:spcPct val="0"/>
          </a:spcAft>
          <a:buClrTx/>
          <a:buSzTx/>
          <a:buFontTx/>
          <a:buNone/>
          <a:tabLst/>
          <a:defRPr kumimoji="0" lang="en-GB" sz="2400" b="0" i="0" u="none" strike="noStrike" cap="none" normalizeH="0" baseline="0" smtClean="0">
            <a:ln>
              <a:noFill/>
            </a:ln>
            <a:solidFill>
              <a:schemeClr val="tx1"/>
            </a:solidFill>
            <a:effectLst/>
            <a:latin typeface="Times New Roman" pitchFamily="18" charset="0"/>
          </a:defRPr>
        </a:defPPr>
      </a:lstStyle>
    </a:spDef>
    <a:ln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a:spPr>
      <a:bodyPr vert="horz" wrap="square" lIns="91440" tIns="45720" rIns="91440" bIns="45720" numCol="1" anchor="t" anchorCtr="0" compatLnSpc="1">
        <a:prstTxWarp prst="textNoShape">
          <a:avLst/>
        </a:prstTxWarp>
      </a:bodyPr>
      <a:lstStyle>
        <a:defPPr marL="0" marR="0" indent="0" algn="ctr" defTabSz="914400" rtl="0" eaLnBrk="1" fontAlgn="base" latinLnBrk="0" hangingPunct="1">
          <a:lnSpc>
            <a:spcPct val="100000"/>
          </a:lnSpc>
          <a:spcBef>
            <a:spcPct val="0"/>
          </a:spcBef>
          <a:spcAft>
            <a:spcPct val="0"/>
          </a:spcAft>
          <a:buClrTx/>
          <a:buSzTx/>
          <a:buFontTx/>
          <a:buNone/>
          <a:tabLst/>
          <a:defRPr kumimoji="0" lang="en-GB" sz="2400" b="0" i="0" u="none" strike="noStrike" cap="none" normalizeH="0" baseline="0" smtClean="0">
            <a:ln>
              <a:noFill/>
            </a:ln>
            <a:solidFill>
              <a:schemeClr val="tx1"/>
            </a:solidFill>
            <a:effectLst/>
            <a:latin typeface="Times New Roman" pitchFamily="18" charset="0"/>
          </a:defRPr>
        </a:defPPr>
      </a:lstStyle>
    </a:lnDef>
  </a:objectDefaults>
  <a:extraClrSchemeLst>
    <a:extraClrScheme>
      <a:clrScheme name="Default Design 1">
        <a:dk1>
          <a:srgbClr val="000000"/>
        </a:dk1>
        <a:lt1>
          <a:srgbClr val="FFFFFF"/>
        </a:lt1>
        <a:dk2>
          <a:srgbClr val="0000FF"/>
        </a:dk2>
        <a:lt2>
          <a:srgbClr val="FFFF00"/>
        </a:lt2>
        <a:accent1>
          <a:srgbClr val="FF9900"/>
        </a:accent1>
        <a:accent2>
          <a:srgbClr val="00FFFF"/>
        </a:accent2>
        <a:accent3>
          <a:srgbClr val="AAAAFF"/>
        </a:accent3>
        <a:accent4>
          <a:srgbClr val="DADADA"/>
        </a:accent4>
        <a:accent5>
          <a:srgbClr val="FFCAAA"/>
        </a:accent5>
        <a:accent6>
          <a:srgbClr val="00E7E7"/>
        </a:accent6>
        <a:hlink>
          <a:srgbClr val="FF0000"/>
        </a:hlink>
        <a:folHlink>
          <a:srgbClr val="969696"/>
        </a:folHlink>
      </a:clrScheme>
      <a:clrMap bg1="dk2" tx1="lt1" bg2="dk1" tx2="lt2" accent1="accent1" accent2="accent2" accent3="accent3" accent4="accent4" accent5="accent5" accent6="accent6" hlink="hlink" folHlink="folHlink"/>
    </a:extraClrScheme>
    <a:extraClrScheme>
      <a:clrScheme name="Default Design 2">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clrMap bg1="lt1" tx1="dk1" bg2="lt2" tx2="dk2" accent1="accent1" accent2="accent2" accent3="accent3" accent4="accent4" accent5="accent5" accent6="accent6" hlink="hlink" folHlink="folHlink"/>
    </a:extraClrScheme>
    <a:extraClrScheme>
      <a:clrScheme name="Default Design 3">
        <a:dk1>
          <a:srgbClr val="000000"/>
        </a:dk1>
        <a:lt1>
          <a:srgbClr val="FFFFFF"/>
        </a:lt1>
        <a:dk2>
          <a:srgbClr val="000000"/>
        </a:dk2>
        <a:lt2>
          <a:srgbClr val="333333"/>
        </a:lt2>
        <a:accent1>
          <a:srgbClr val="DDDDDD"/>
        </a:accent1>
        <a:accent2>
          <a:srgbClr val="808080"/>
        </a:accent2>
        <a:accent3>
          <a:srgbClr val="FFFFFF"/>
        </a:accent3>
        <a:accent4>
          <a:srgbClr val="000000"/>
        </a:accent4>
        <a:accent5>
          <a:srgbClr val="EBEBEB"/>
        </a:accent5>
        <a:accent6>
          <a:srgbClr val="737373"/>
        </a:accent6>
        <a:hlink>
          <a:srgbClr val="4D4D4D"/>
        </a:hlink>
        <a:folHlink>
          <a:srgbClr val="EAEAEA"/>
        </a:folHlink>
      </a:clrScheme>
      <a:clrMap bg1="lt1" tx1="dk1" bg2="lt2" tx2="dk2" accent1="accent1" accent2="accent2" accent3="accent3" accent4="accent4" accent5="accent5" accent6="accent6" hlink="hlink" folHlink="folHlink"/>
    </a:extraClrScheme>
    <a:extraClrScheme>
      <a:clrScheme name="Default Design 4">
        <a:dk1>
          <a:srgbClr val="000000"/>
        </a:dk1>
        <a:lt1>
          <a:srgbClr val="FFFFCC"/>
        </a:lt1>
        <a:dk2>
          <a:srgbClr val="808000"/>
        </a:dk2>
        <a:lt2>
          <a:srgbClr val="666633"/>
        </a:lt2>
        <a:accent1>
          <a:srgbClr val="339933"/>
        </a:accent1>
        <a:accent2>
          <a:srgbClr val="800000"/>
        </a:accent2>
        <a:accent3>
          <a:srgbClr val="FFFFE2"/>
        </a:accent3>
        <a:accent4>
          <a:srgbClr val="000000"/>
        </a:accent4>
        <a:accent5>
          <a:srgbClr val="ADCAAD"/>
        </a:accent5>
        <a:accent6>
          <a:srgbClr val="730000"/>
        </a:accent6>
        <a:hlink>
          <a:srgbClr val="0033CC"/>
        </a:hlink>
        <a:folHlink>
          <a:srgbClr val="FFCC66"/>
        </a:folHlink>
      </a:clrScheme>
      <a:clrMap bg1="lt1" tx1="dk1" bg2="lt2" tx2="dk2" accent1="accent1" accent2="accent2" accent3="accent3" accent4="accent4" accent5="accent5" accent6="accent6" hlink="hlink" folHlink="folHlink"/>
    </a:extraClrScheme>
    <a:extraClrScheme>
      <a:clrScheme name="Default Design 5">
        <a:dk1>
          <a:srgbClr val="000000"/>
        </a:dk1>
        <a:lt1>
          <a:srgbClr val="FFFFFF"/>
        </a:lt1>
        <a:dk2>
          <a:srgbClr val="000000"/>
        </a:dk2>
        <a:lt2>
          <a:srgbClr val="808080"/>
        </a:lt2>
        <a:accent1>
          <a:srgbClr val="FFCC66"/>
        </a:accent1>
        <a:accent2>
          <a:srgbClr val="0000FF"/>
        </a:accent2>
        <a:accent3>
          <a:srgbClr val="FFFFFF"/>
        </a:accent3>
        <a:accent4>
          <a:srgbClr val="000000"/>
        </a:accent4>
        <a:accent5>
          <a:srgbClr val="FFE2B8"/>
        </a:accent5>
        <a:accent6>
          <a:srgbClr val="0000E7"/>
        </a:accent6>
        <a:hlink>
          <a:srgbClr val="CC00CC"/>
        </a:hlink>
        <a:folHlink>
          <a:srgbClr val="C0C0C0"/>
        </a:folHlink>
      </a:clrScheme>
      <a:clrMap bg1="lt1" tx1="dk1" bg2="lt2" tx2="dk2" accent1="accent1" accent2="accent2" accent3="accent3" accent4="accent4" accent5="accent5" accent6="accent6" hlink="hlink" folHlink="folHlink"/>
    </a:extraClrScheme>
    <a:extraClrScheme>
      <a:clrScheme name="Default Design 6">
        <a:dk1>
          <a:srgbClr val="000000"/>
        </a:dk1>
        <a:lt1>
          <a:srgbClr val="FFFFFF"/>
        </a:lt1>
        <a:dk2>
          <a:srgbClr val="000000"/>
        </a:dk2>
        <a:lt2>
          <a:srgbClr val="808080"/>
        </a:lt2>
        <a:accent1>
          <a:srgbClr val="C0C0C0"/>
        </a:accent1>
        <a:accent2>
          <a:srgbClr val="0066FF"/>
        </a:accent2>
        <a:accent3>
          <a:srgbClr val="FFFFFF"/>
        </a:accent3>
        <a:accent4>
          <a:srgbClr val="000000"/>
        </a:accent4>
        <a:accent5>
          <a:srgbClr val="DCDCDC"/>
        </a:accent5>
        <a:accent6>
          <a:srgbClr val="005CE7"/>
        </a:accent6>
        <a:hlink>
          <a:srgbClr val="FF0000"/>
        </a:hlink>
        <a:folHlink>
          <a:srgbClr val="009900"/>
        </a:folHlink>
      </a:clrScheme>
      <a:clrMap bg1="lt1" tx1="dk1" bg2="lt2" tx2="dk2" accent1="accent1" accent2="accent2" accent3="accent3" accent4="accent4" accent5="accent5" accent6="accent6" hlink="hlink" folHlink="folHlink"/>
    </a:extraClrScheme>
    <a:extraClrScheme>
      <a:clrScheme name="Default Design 7">
        <a:dk1>
          <a:srgbClr val="000000"/>
        </a:dk1>
        <a:lt1>
          <a:srgbClr val="FFFFFF"/>
        </a:lt1>
        <a:dk2>
          <a:srgbClr val="000000"/>
        </a:dk2>
        <a:lt2>
          <a:srgbClr val="808080"/>
        </a:lt2>
        <a:accent1>
          <a:srgbClr val="3399FF"/>
        </a:accent1>
        <a:accent2>
          <a:srgbClr val="99FFCC"/>
        </a:accent2>
        <a:accent3>
          <a:srgbClr val="FFFFFF"/>
        </a:accent3>
        <a:accent4>
          <a:srgbClr val="000000"/>
        </a:accent4>
        <a:accent5>
          <a:srgbClr val="ADCAFF"/>
        </a:accent5>
        <a:accent6>
          <a:srgbClr val="8AE7B9"/>
        </a:accent6>
        <a:hlink>
          <a:srgbClr val="CC00CC"/>
        </a:hlink>
        <a:folHlink>
          <a:srgbClr val="B2B2B2"/>
        </a:folHlink>
      </a:clrScheme>
      <a:clrMap bg1="lt1" tx1="dk1" bg2="lt2" tx2="dk2" accent1="accent1" accent2="accent2" accent3="accent3" accent4="accent4" accent5="accent5" accent6="accent6" hlink="hlink" folHlink="folHlink"/>
    </a:extraClrScheme>
  </a:extraClrSchemeLst>
</a:theme>
</file>

<file path=ppt/theme/theme2.xml><?xml version="1.0" encoding="utf-8"?>
<a:theme xmlns:a="http://schemas.openxmlformats.org/drawingml/2006/main" name="1_Custom Design">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Custom Design">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4.xml><?xml version="1.0" encoding="utf-8"?>
<a:theme xmlns:a="http://schemas.openxmlformats.org/drawingml/2006/main" name="2_Custom Design">
  <a:themeElements>
    <a:clrScheme name="2_Custom Design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2_Custom Design">
      <a:majorFont>
        <a:latin typeface="Arial"/>
        <a:ea typeface=""/>
        <a:cs typeface=""/>
      </a:majorFont>
      <a:minorFont>
        <a:latin typeface="Arial"/>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raClrScheme>
      <a:clrScheme name="2_Custom Design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clrMap bg1="lt1" tx1="dk1" bg2="lt2" tx2="dk2" accent1="accent1" accent2="accent2" accent3="accent3" accent4="accent4" accent5="accent5" accent6="accent6" hlink="hlink" folHlink="folHlink"/>
    </a:extraClrScheme>
    <a:extraClrScheme>
      <a:clrScheme name="2_Custom Design 2">
        <a:dk1>
          <a:srgbClr val="000000"/>
        </a:dk1>
        <a:lt1>
          <a:srgbClr val="FFFFFF"/>
        </a:lt1>
        <a:dk2>
          <a:srgbClr val="000000"/>
        </a:dk2>
        <a:lt2>
          <a:srgbClr val="969696"/>
        </a:lt2>
        <a:accent1>
          <a:srgbClr val="FBDF53"/>
        </a:accent1>
        <a:accent2>
          <a:srgbClr val="FF9966"/>
        </a:accent2>
        <a:accent3>
          <a:srgbClr val="FFFFFF"/>
        </a:accent3>
        <a:accent4>
          <a:srgbClr val="000000"/>
        </a:accent4>
        <a:accent5>
          <a:srgbClr val="FDECB3"/>
        </a:accent5>
        <a:accent6>
          <a:srgbClr val="E78A5C"/>
        </a:accent6>
        <a:hlink>
          <a:srgbClr val="CC3300"/>
        </a:hlink>
        <a:folHlink>
          <a:srgbClr val="996600"/>
        </a:folHlink>
      </a:clrScheme>
      <a:clrMap bg1="lt1" tx1="dk1" bg2="lt2" tx2="dk2" accent1="accent1" accent2="accent2" accent3="accent3" accent4="accent4" accent5="accent5" accent6="accent6" hlink="hlink" folHlink="folHlink"/>
    </a:extraClrScheme>
    <a:extraClrScheme>
      <a:clrScheme name="2_Custom Design 3">
        <a:dk1>
          <a:srgbClr val="000000"/>
        </a:dk1>
        <a:lt1>
          <a:srgbClr val="FFFFFF"/>
        </a:lt1>
        <a:dk2>
          <a:srgbClr val="000000"/>
        </a:dk2>
        <a:lt2>
          <a:srgbClr val="808080"/>
        </a:lt2>
        <a:accent1>
          <a:srgbClr val="99CCFF"/>
        </a:accent1>
        <a:accent2>
          <a:srgbClr val="CCCCFF"/>
        </a:accent2>
        <a:accent3>
          <a:srgbClr val="FFFFFF"/>
        </a:accent3>
        <a:accent4>
          <a:srgbClr val="000000"/>
        </a:accent4>
        <a:accent5>
          <a:srgbClr val="CAE2FF"/>
        </a:accent5>
        <a:accent6>
          <a:srgbClr val="B9B9E7"/>
        </a:accent6>
        <a:hlink>
          <a:srgbClr val="3333CC"/>
        </a:hlink>
        <a:folHlink>
          <a:srgbClr val="AF67FF"/>
        </a:folHlink>
      </a:clrScheme>
      <a:clrMap bg1="lt1" tx1="dk1" bg2="lt2" tx2="dk2" accent1="accent1" accent2="accent2" accent3="accent3" accent4="accent4" accent5="accent5" accent6="accent6" hlink="hlink" folHlink="folHlink"/>
    </a:extraClrScheme>
    <a:extraClrScheme>
      <a:clrScheme name="2_Custom Design 4">
        <a:dk1>
          <a:srgbClr val="000000"/>
        </a:dk1>
        <a:lt1>
          <a:srgbClr val="DEF6F1"/>
        </a:lt1>
        <a:dk2>
          <a:srgbClr val="000000"/>
        </a:dk2>
        <a:lt2>
          <a:srgbClr val="969696"/>
        </a:lt2>
        <a:accent1>
          <a:srgbClr val="FFFFFF"/>
        </a:accent1>
        <a:accent2>
          <a:srgbClr val="8DC6FF"/>
        </a:accent2>
        <a:accent3>
          <a:srgbClr val="ECFAF7"/>
        </a:accent3>
        <a:accent4>
          <a:srgbClr val="000000"/>
        </a:accent4>
        <a:accent5>
          <a:srgbClr val="FFFFFF"/>
        </a:accent5>
        <a:accent6>
          <a:srgbClr val="7FB3E7"/>
        </a:accent6>
        <a:hlink>
          <a:srgbClr val="0066CC"/>
        </a:hlink>
        <a:folHlink>
          <a:srgbClr val="00A800"/>
        </a:folHlink>
      </a:clrScheme>
      <a:clrMap bg1="lt1" tx1="dk1" bg2="lt2" tx2="dk2" accent1="accent1" accent2="accent2" accent3="accent3" accent4="accent4" accent5="accent5" accent6="accent6" hlink="hlink" folHlink="folHlink"/>
    </a:extraClrScheme>
    <a:extraClrScheme>
      <a:clrScheme name="2_Custom Design 5">
        <a:dk1>
          <a:srgbClr val="000000"/>
        </a:dk1>
        <a:lt1>
          <a:srgbClr val="FFFFD9"/>
        </a:lt1>
        <a:dk2>
          <a:srgbClr val="000000"/>
        </a:dk2>
        <a:lt2>
          <a:srgbClr val="777777"/>
        </a:lt2>
        <a:accent1>
          <a:srgbClr val="FFFFF7"/>
        </a:accent1>
        <a:accent2>
          <a:srgbClr val="33CCCC"/>
        </a:accent2>
        <a:accent3>
          <a:srgbClr val="FFFFE9"/>
        </a:accent3>
        <a:accent4>
          <a:srgbClr val="000000"/>
        </a:accent4>
        <a:accent5>
          <a:srgbClr val="FFFFFA"/>
        </a:accent5>
        <a:accent6>
          <a:srgbClr val="2DB9B9"/>
        </a:accent6>
        <a:hlink>
          <a:srgbClr val="FF5050"/>
        </a:hlink>
        <a:folHlink>
          <a:srgbClr val="FF9900"/>
        </a:folHlink>
      </a:clrScheme>
      <a:clrMap bg1="lt1" tx1="dk1" bg2="lt2" tx2="dk2" accent1="accent1" accent2="accent2" accent3="accent3" accent4="accent4" accent5="accent5" accent6="accent6" hlink="hlink" folHlink="folHlink"/>
    </a:extraClrScheme>
    <a:extraClrScheme>
      <a:clrScheme name="2_Custom Design 6">
        <a:dk1>
          <a:srgbClr val="005A58"/>
        </a:dk1>
        <a:lt1>
          <a:srgbClr val="FFFFFF"/>
        </a:lt1>
        <a:dk2>
          <a:srgbClr val="008080"/>
        </a:dk2>
        <a:lt2>
          <a:srgbClr val="FFFF99"/>
        </a:lt2>
        <a:accent1>
          <a:srgbClr val="006462"/>
        </a:accent1>
        <a:accent2>
          <a:srgbClr val="6D6FC7"/>
        </a:accent2>
        <a:accent3>
          <a:srgbClr val="AAC0C0"/>
        </a:accent3>
        <a:accent4>
          <a:srgbClr val="DADADA"/>
        </a:accent4>
        <a:accent5>
          <a:srgbClr val="AAB8B7"/>
        </a:accent5>
        <a:accent6>
          <a:srgbClr val="6264B4"/>
        </a:accent6>
        <a:hlink>
          <a:srgbClr val="00FFFF"/>
        </a:hlink>
        <a:folHlink>
          <a:srgbClr val="00FF00"/>
        </a:folHlink>
      </a:clrScheme>
      <a:clrMap bg1="dk2" tx1="lt1" bg2="dk1" tx2="lt2" accent1="accent1" accent2="accent2" accent3="accent3" accent4="accent4" accent5="accent5" accent6="accent6" hlink="hlink" folHlink="folHlink"/>
    </a:extraClrScheme>
    <a:extraClrScheme>
      <a:clrScheme name="2_Custom Design 7">
        <a:dk1>
          <a:srgbClr val="5C1F00"/>
        </a:dk1>
        <a:lt1>
          <a:srgbClr val="FFFFFF"/>
        </a:lt1>
        <a:dk2>
          <a:srgbClr val="800000"/>
        </a:dk2>
        <a:lt2>
          <a:srgbClr val="DFD293"/>
        </a:lt2>
        <a:accent1>
          <a:srgbClr val="CC3300"/>
        </a:accent1>
        <a:accent2>
          <a:srgbClr val="BE7960"/>
        </a:accent2>
        <a:accent3>
          <a:srgbClr val="C0AAAA"/>
        </a:accent3>
        <a:accent4>
          <a:srgbClr val="DADADA"/>
        </a:accent4>
        <a:accent5>
          <a:srgbClr val="E2ADAA"/>
        </a:accent5>
        <a:accent6>
          <a:srgbClr val="AC6D56"/>
        </a:accent6>
        <a:hlink>
          <a:srgbClr val="FFFF99"/>
        </a:hlink>
        <a:folHlink>
          <a:srgbClr val="D3A219"/>
        </a:folHlink>
      </a:clrScheme>
      <a:clrMap bg1="dk2" tx1="lt1" bg2="dk1" tx2="lt2" accent1="accent1" accent2="accent2" accent3="accent3" accent4="accent4" accent5="accent5" accent6="accent6" hlink="hlink" folHlink="folHlink"/>
    </a:extraClrScheme>
    <a:extraClrScheme>
      <a:clrScheme name="2_Custom Design 8">
        <a:dk1>
          <a:srgbClr val="003366"/>
        </a:dk1>
        <a:lt1>
          <a:srgbClr val="FFFFFF"/>
        </a:lt1>
        <a:dk2>
          <a:srgbClr val="000099"/>
        </a:dk2>
        <a:lt2>
          <a:srgbClr val="CCFFFF"/>
        </a:lt2>
        <a:accent1>
          <a:srgbClr val="3366CC"/>
        </a:accent1>
        <a:accent2>
          <a:srgbClr val="00B000"/>
        </a:accent2>
        <a:accent3>
          <a:srgbClr val="AAAACA"/>
        </a:accent3>
        <a:accent4>
          <a:srgbClr val="DADADA"/>
        </a:accent4>
        <a:accent5>
          <a:srgbClr val="ADB8E2"/>
        </a:accent5>
        <a:accent6>
          <a:srgbClr val="009F00"/>
        </a:accent6>
        <a:hlink>
          <a:srgbClr val="66CCFF"/>
        </a:hlink>
        <a:folHlink>
          <a:srgbClr val="FFE701"/>
        </a:folHlink>
      </a:clrScheme>
      <a:clrMap bg1="dk2" tx1="lt1" bg2="dk1" tx2="lt2" accent1="accent1" accent2="accent2" accent3="accent3" accent4="accent4" accent5="accent5" accent6="accent6" hlink="hlink" folHlink="folHlink"/>
    </a:extraClrScheme>
    <a:extraClrScheme>
      <a:clrScheme name="2_Custom Design 9">
        <a:dk1>
          <a:srgbClr val="336699"/>
        </a:dk1>
        <a:lt1>
          <a:srgbClr val="FFFFFF"/>
        </a:lt1>
        <a:dk2>
          <a:srgbClr val="000000"/>
        </a:dk2>
        <a:lt2>
          <a:srgbClr val="E3EBF1"/>
        </a:lt2>
        <a:accent1>
          <a:srgbClr val="003399"/>
        </a:accent1>
        <a:accent2>
          <a:srgbClr val="468A4B"/>
        </a:accent2>
        <a:accent3>
          <a:srgbClr val="AAAAAA"/>
        </a:accent3>
        <a:accent4>
          <a:srgbClr val="DADADA"/>
        </a:accent4>
        <a:accent5>
          <a:srgbClr val="AAADCA"/>
        </a:accent5>
        <a:accent6>
          <a:srgbClr val="3F7D43"/>
        </a:accent6>
        <a:hlink>
          <a:srgbClr val="66CCFF"/>
        </a:hlink>
        <a:folHlink>
          <a:srgbClr val="F0E500"/>
        </a:folHlink>
      </a:clrScheme>
      <a:clrMap bg1="dk2" tx1="lt1" bg2="dk1" tx2="lt2" accent1="accent1" accent2="accent2" accent3="accent3" accent4="accent4" accent5="accent5" accent6="accent6" hlink="hlink" folHlink="folHlink"/>
    </a:extraClrScheme>
    <a:extraClrScheme>
      <a:clrScheme name="2_Custom Design 10">
        <a:dk1>
          <a:srgbClr val="777777"/>
        </a:dk1>
        <a:lt1>
          <a:srgbClr val="FFFFFF"/>
        </a:lt1>
        <a:dk2>
          <a:srgbClr val="686B5D"/>
        </a:dk2>
        <a:lt2>
          <a:srgbClr val="D1D1CB"/>
        </a:lt2>
        <a:accent1>
          <a:srgbClr val="909082"/>
        </a:accent1>
        <a:accent2>
          <a:srgbClr val="809EA8"/>
        </a:accent2>
        <a:accent3>
          <a:srgbClr val="B9BAB6"/>
        </a:accent3>
        <a:accent4>
          <a:srgbClr val="DADADA"/>
        </a:accent4>
        <a:accent5>
          <a:srgbClr val="C6C6C1"/>
        </a:accent5>
        <a:accent6>
          <a:srgbClr val="738F98"/>
        </a:accent6>
        <a:hlink>
          <a:srgbClr val="FFCC66"/>
        </a:hlink>
        <a:folHlink>
          <a:srgbClr val="E9DCB9"/>
        </a:folHlink>
      </a:clrScheme>
      <a:clrMap bg1="dk2" tx1="lt1" bg2="dk1" tx2="lt2" accent1="accent1" accent2="accent2" accent3="accent3" accent4="accent4" accent5="accent5" accent6="accent6" hlink="hlink" folHlink="folHlink"/>
    </a:extraClrScheme>
    <a:extraClrScheme>
      <a:clrScheme name="2_Custom Design 11">
        <a:dk1>
          <a:srgbClr val="3E3E5C"/>
        </a:dk1>
        <a:lt1>
          <a:srgbClr val="FFFFFF"/>
        </a:lt1>
        <a:dk2>
          <a:srgbClr val="666699"/>
        </a:dk2>
        <a:lt2>
          <a:srgbClr val="FFFFFF"/>
        </a:lt2>
        <a:accent1>
          <a:srgbClr val="60597B"/>
        </a:accent1>
        <a:accent2>
          <a:srgbClr val="6666FF"/>
        </a:accent2>
        <a:accent3>
          <a:srgbClr val="B8B8CA"/>
        </a:accent3>
        <a:accent4>
          <a:srgbClr val="DADADA"/>
        </a:accent4>
        <a:accent5>
          <a:srgbClr val="B6B5BF"/>
        </a:accent5>
        <a:accent6>
          <a:srgbClr val="5C5CE7"/>
        </a:accent6>
        <a:hlink>
          <a:srgbClr val="99CCFF"/>
        </a:hlink>
        <a:folHlink>
          <a:srgbClr val="FFFF99"/>
        </a:folHlink>
      </a:clrScheme>
      <a:clrMap bg1="dk2" tx1="lt1" bg2="dk1" tx2="lt2" accent1="accent1" accent2="accent2" accent3="accent3" accent4="accent4" accent5="accent5" accent6="accent6" hlink="hlink" folHlink="folHlink"/>
    </a:extraClrScheme>
    <a:extraClrScheme>
      <a:clrScheme name="2_Custom Design 12">
        <a:dk1>
          <a:srgbClr val="2D2015"/>
        </a:dk1>
        <a:lt1>
          <a:srgbClr val="FFFFFF"/>
        </a:lt1>
        <a:dk2>
          <a:srgbClr val="523E26"/>
        </a:dk2>
        <a:lt2>
          <a:srgbClr val="DFC08D"/>
        </a:lt2>
        <a:accent1>
          <a:srgbClr val="8C7B70"/>
        </a:accent1>
        <a:accent2>
          <a:srgbClr val="8F5F2F"/>
        </a:accent2>
        <a:accent3>
          <a:srgbClr val="B3AFAC"/>
        </a:accent3>
        <a:accent4>
          <a:srgbClr val="DADADA"/>
        </a:accent4>
        <a:accent5>
          <a:srgbClr val="C5BFBB"/>
        </a:accent5>
        <a:accent6>
          <a:srgbClr val="81552A"/>
        </a:accent6>
        <a:hlink>
          <a:srgbClr val="CCB400"/>
        </a:hlink>
        <a:folHlink>
          <a:srgbClr val="8C9EA0"/>
        </a:folHlink>
      </a:clrScheme>
      <a:clrMap bg1="dk2" tx1="lt1" bg2="dk1" tx2="lt2" accent1="accent1" accent2="accent2" accent3="accent3" accent4="accent4" accent5="accent5" accent6="accent6" hlink="hlink" folHlink="folHlink"/>
    </a:extraClrScheme>
  </a:extraClrSchemeLst>
</a:theme>
</file>

<file path=ppt/theme/theme5.xml><?xml version="1.0" encoding="utf-8"?>
<a:theme xmlns:a="http://schemas.openxmlformats.org/drawingml/2006/main" name="Office Theme">
  <a:themeElements>
    <a:clrScheme name="">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6.xml><?xml version="1.0" encoding="utf-8"?>
<a:theme xmlns:a="http://schemas.openxmlformats.org/drawingml/2006/main" name="Office Theme">
  <a:themeElements>
    <a:clrScheme name="">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1910</TotalTime>
  <Words>1353</Words>
  <Application>Microsoft Office PowerPoint</Application>
  <PresentationFormat>On-screen Show (4:3)</PresentationFormat>
  <Paragraphs>158</Paragraphs>
  <Slides>20</Slides>
  <Notes>20</Notes>
  <HiddenSlides>0</HiddenSlides>
  <MMClips>0</MMClips>
  <ScaleCrop>false</ScaleCrop>
  <HeadingPairs>
    <vt:vector size="4" baseType="variant">
      <vt:variant>
        <vt:lpstr>Theme</vt:lpstr>
      </vt:variant>
      <vt:variant>
        <vt:i4>4</vt:i4>
      </vt:variant>
      <vt:variant>
        <vt:lpstr>Slide Titles</vt:lpstr>
      </vt:variant>
      <vt:variant>
        <vt:i4>20</vt:i4>
      </vt:variant>
    </vt:vector>
  </HeadingPairs>
  <TitlesOfParts>
    <vt:vector size="24" baseType="lpstr">
      <vt:lpstr>Default Design</vt:lpstr>
      <vt:lpstr>1_Custom Design</vt:lpstr>
      <vt:lpstr>Custom Design</vt:lpstr>
      <vt:lpstr>2_Custom Design</vt:lpstr>
      <vt:lpstr>PowerPoint Presentation</vt:lpstr>
      <vt:lpstr> Precision Teaching - What is it? </vt:lpstr>
      <vt:lpstr>Precision Teaching</vt:lpstr>
      <vt:lpstr>The Learning Hierarchy</vt:lpstr>
      <vt:lpstr>The Learning Hierarchy</vt:lpstr>
      <vt:lpstr>The Learning Hierarchy</vt:lpstr>
      <vt:lpstr>Precision Teaching Involves:</vt:lpstr>
      <vt:lpstr>Precision Teaching Involves:</vt:lpstr>
      <vt:lpstr>Precision Teaching Involves:</vt:lpstr>
      <vt:lpstr>Initial Assessment – using ‘Letters and Sounds’</vt:lpstr>
      <vt:lpstr>Initial Assessment – using ‘Letters and Sounds’</vt:lpstr>
      <vt:lpstr>Probes</vt:lpstr>
      <vt:lpstr>Probes </vt:lpstr>
      <vt:lpstr>Letters and Probes</vt:lpstr>
      <vt:lpstr>Initial Assessment</vt:lpstr>
      <vt:lpstr>Initial Assessment</vt:lpstr>
      <vt:lpstr>Initial Assessment</vt:lpstr>
      <vt:lpstr>Initial Assessment</vt:lpstr>
      <vt:lpstr>Initial Assessment</vt:lpstr>
      <vt:lpstr>Thank You</vt:lpstr>
    </vt:vector>
  </TitlesOfParts>
  <Company>RBWM</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RBWM</dc:creator>
  <cp:lastModifiedBy>localprofile</cp:lastModifiedBy>
  <cp:revision>254</cp:revision>
  <cp:lastPrinted>2016-10-27T13:33:55Z</cp:lastPrinted>
  <dcterms:created xsi:type="dcterms:W3CDTF">2009-10-14T09:14:19Z</dcterms:created>
  <dcterms:modified xsi:type="dcterms:W3CDTF">2018-01-07T22:22:25Z</dcterms:modified>
</cp:coreProperties>
</file>