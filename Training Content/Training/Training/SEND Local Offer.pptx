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5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3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9E2B-EAB4-4E37-B502-497C8C920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61FF2-AA07-4ACC-B869-22BFA81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C381-E7A8-4DF7-A419-A3223E32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43013-488E-4448-A1FE-72832BC3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D3BDB-D297-4578-9AE4-CD484745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06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EF07-D2A5-4A89-A1D6-FEEAD274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B898B-EF5B-4A01-8C34-EA5940036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7161C-85B7-482E-8D7B-4C767EC3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912A3-3246-4D01-8B60-CD7E789B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E59B2-47E6-4A32-A741-DE185089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32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C5F2-D941-4CB6-971E-3A215740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8F7A2-2614-4FD9-9B66-C12A1533E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ACC83-5733-4C28-AAA9-5DC1A5BE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561AD-642D-4A64-A21A-F5BE6290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5EC7-9AA4-444F-A69B-A1419109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55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7D31-E06A-4D53-985C-0CB0FE09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93C87-DFA2-4706-9982-A9920181E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85750-48D5-4F32-8D9E-E74919E00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4A3F7-4747-4A72-807A-75D54FB8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A5C88-2E48-4972-AFF7-06E1FDA2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354E2-A0AD-4155-81B5-EC2DC6F6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14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6915-A19C-4541-928D-EB9F1BE3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A2B42-ECEC-4507-858C-28026800A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A6312-AF7E-4ABE-A1F5-21822AED4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6EF33-8B24-40F4-9F21-E77A21245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B21B2-B848-490E-AF1A-10FFA17A2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BD1C7-B9D1-4F60-94A1-EB3E3AD6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1D8C85-BB0C-4C1C-8A0D-908F4EBC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68072-0285-43EF-911F-DB93CF83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91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3035-066D-4359-AC75-42143E68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ECD0E-E92D-4041-88C4-575E0732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5563A-32B6-4A51-8726-8AF96AD9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18929-E18A-4322-8BA3-73AB55F0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44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B7A-9DA5-44B2-964B-608ADE2C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7DBFB-FCAF-40A6-AC7D-BE14116C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8D63-A05C-4869-A63B-5D65B202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53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9881-4BE5-458C-A6AF-BE305CFB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2EA09-0961-49C5-8C84-70820FA9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7EF94-7D03-4CAB-80DD-B53B4FF3E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27D1C-5E90-4AA3-A79C-CB934F68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74731-9609-4634-98AB-C596E1992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97FAC-4A58-4DA8-803F-B83FB626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93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1FD3-E3B1-4CAC-9248-113E1E89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16710-C703-46FD-B08A-64930080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9E3C9-9232-414E-94A7-D327A9194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CC13D-EEC8-4711-BFA3-31762404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E723A-E640-4745-8DA2-3713187C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E2615-A226-4559-AB8B-C2D1E3A2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4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5FAD-332C-4CD0-9F2A-75A62A76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D47F1-9985-4750-B4D8-C9F3699FB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6F4A3-600F-4957-8CA3-757C864F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81F46-AEE6-4DE6-A811-EC7BC951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8BEA-9C8D-436E-AA49-AA89D310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03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122C6-83F3-48AE-9A21-48B3BD8AF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1155A-3796-4383-9E47-FF0C838CF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B3A9-90E6-40F6-A578-D13E3E4D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CCA87-EADA-4E7E-B669-93202FE5F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3C893-633F-45CB-9EED-F6DB568D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8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3F941-378E-405A-B9BD-346FFB26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A41BC-DBDD-45C9-9752-F6D152F87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AF2C3-2383-471F-9E30-2C183AD12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AE37-5171-4353-8520-E609118E8A4C}" type="datetimeFigureOut">
              <a:rPr lang="en-GB" smtClean="0"/>
              <a:t>17/11/2021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97F86-6492-4E6D-9731-9FAA4A579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42A4-01B5-400A-BBD2-3956AF84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02DCF-CCAC-4600-A738-D5F8C4373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69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familyinfo.buckinghamshire.gov.uk/send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choolsweb.buckscc.gov.uk/send-and-inclusion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xJ0qJeqKYHY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FD35A7-1BD0-4F73-8ABB-9D950CE00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47" y="5110230"/>
            <a:ext cx="10218702" cy="1463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FCB618-C49E-4A05-9F19-CBC940C7F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48" y="226371"/>
            <a:ext cx="10218701" cy="505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1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D30B6-1F4D-46FC-9081-572A4BC7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68" y="367301"/>
            <a:ext cx="7064352" cy="51134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D70B06-5ABD-48B6-BC59-7DD38A2C0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48" y="201651"/>
            <a:ext cx="4238078" cy="5113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2C7635-CEFA-4245-A066-ECCBD1204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70B06-5ABD-48B6-BC59-7DD38A2C0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48" y="201651"/>
            <a:ext cx="4238078" cy="5113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2C7635-CEFA-4245-A066-ECCBD1204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72AF94-6200-4D88-82A4-857EC18A8F8D}"/>
              </a:ext>
            </a:extLst>
          </p:cNvPr>
          <p:cNvSpPr txBox="1"/>
          <p:nvPr/>
        </p:nvSpPr>
        <p:spPr>
          <a:xfrm>
            <a:off x="853440" y="774192"/>
            <a:ext cx="63032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New directory and website process: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User research and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In-depth interviews with families and young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Content re-written to meet best practice and digital accessibility regulations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Following user journeys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‘minimum viable product’</a:t>
            </a:r>
          </a:p>
        </p:txBody>
      </p:sp>
    </p:spTree>
    <p:extLst>
      <p:ext uri="{BB962C8B-B14F-4D97-AF65-F5344CB8AC3E}">
        <p14:creationId xmlns:p14="http://schemas.microsoft.com/office/powerpoint/2010/main" val="239070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4581B-05AC-478A-A4A3-7CE972936DC5}"/>
              </a:ext>
            </a:extLst>
          </p:cNvPr>
          <p:cNvSpPr txBox="1"/>
          <p:nvPr/>
        </p:nvSpPr>
        <p:spPr>
          <a:xfrm>
            <a:off x="1194816" y="596153"/>
            <a:ext cx="98023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new public website and directory is for families and was built using feedback and digital best practice to make the information easier to find and understand. 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Getting started with SEND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Education and SEND (including the list of </a:t>
            </a:r>
            <a:r>
              <a:rPr lang="en-GB" sz="2000" dirty="0" err="1"/>
              <a:t>EHCCos</a:t>
            </a:r>
            <a:r>
              <a:rPr lang="en-GB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Money and benefits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Health and SEND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Social care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Childcare and early years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Preparing for adulthood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Things to do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Disabled children register</a:t>
            </a:r>
          </a:p>
          <a:p>
            <a:pPr marL="285750" indent="-285750">
              <a:buFontTx/>
              <a:buChar char="-"/>
            </a:pPr>
            <a:endParaRPr lang="en-GB" sz="2000" dirty="0"/>
          </a:p>
          <a:p>
            <a:pPr marL="285750" indent="-285750">
              <a:buFontTx/>
              <a:buChar char="-"/>
            </a:pPr>
            <a:r>
              <a:rPr lang="en-GB" sz="2000" dirty="0">
                <a:hlinkClick r:id="rId2"/>
              </a:rPr>
              <a:t>www.familyinfo.buckinghamshire.gov.uk/send</a:t>
            </a:r>
            <a:endParaRPr lang="en-GB" sz="2000" dirty="0"/>
          </a:p>
          <a:p>
            <a:endParaRPr lang="en-GB" sz="2000" dirty="0"/>
          </a:p>
          <a:p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8526B-2E8B-4B3D-98F6-DF4A7465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4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4C1A0C-8D0E-46C8-A49B-C781432D8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45" y="250692"/>
            <a:ext cx="9994710" cy="52669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3FF1DC-B7A1-4DDD-844C-670862A0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1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4581B-05AC-478A-A4A3-7CE972936DC5}"/>
              </a:ext>
            </a:extLst>
          </p:cNvPr>
          <p:cNvSpPr txBox="1"/>
          <p:nvPr/>
        </p:nvSpPr>
        <p:spPr>
          <a:xfrm>
            <a:off x="1194816" y="596153"/>
            <a:ext cx="98023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/>
          </a:p>
          <a:p>
            <a:r>
              <a:rPr lang="en-GB" sz="2000" dirty="0" err="1"/>
              <a:t>Schoolsweb</a:t>
            </a:r>
            <a:r>
              <a:rPr lang="en-GB" sz="2000" dirty="0"/>
              <a:t> contains information for professionals, including:</a:t>
            </a:r>
          </a:p>
          <a:p>
            <a:endParaRPr lang="en-GB" sz="2000" dirty="0"/>
          </a:p>
          <a:p>
            <a:r>
              <a:rPr lang="en-GB" sz="2000" dirty="0"/>
              <a:t>	- </a:t>
            </a:r>
            <a:r>
              <a:rPr lang="en-GB" sz="2000" dirty="0" err="1"/>
              <a:t>iSEND</a:t>
            </a:r>
            <a:r>
              <a:rPr lang="en-GB" sz="2000" dirty="0"/>
              <a:t> area hub information, protocols, advice sessions, network meetings</a:t>
            </a:r>
          </a:p>
          <a:p>
            <a:r>
              <a:rPr lang="en-GB" sz="2000" dirty="0"/>
              <a:t>	- SEN Support and the graduated approach	</a:t>
            </a:r>
          </a:p>
          <a:p>
            <a:r>
              <a:rPr lang="en-GB" sz="2000" dirty="0"/>
              <a:t>	- EHCP information, assessment and letter templates</a:t>
            </a:r>
          </a:p>
          <a:p>
            <a:r>
              <a:rPr lang="en-GB" sz="2000" dirty="0"/>
              <a:t>	- Local area SEND improvement information</a:t>
            </a:r>
          </a:p>
          <a:p>
            <a:r>
              <a:rPr lang="en-GB" sz="2000" dirty="0"/>
              <a:t>	- Therapies and nurture groups</a:t>
            </a:r>
          </a:p>
          <a:p>
            <a:r>
              <a:rPr lang="en-GB" sz="2000" dirty="0"/>
              <a:t>	- Health services</a:t>
            </a:r>
          </a:p>
          <a:p>
            <a:r>
              <a:rPr lang="en-GB" sz="2000" dirty="0"/>
              <a:t>	- Funding information</a:t>
            </a:r>
          </a:p>
          <a:p>
            <a:endParaRPr lang="en-GB" sz="2000" dirty="0">
              <a:hlinkClick r:id="rId2"/>
            </a:endParaRPr>
          </a:p>
          <a:p>
            <a:r>
              <a:rPr lang="en-GB" sz="2000" dirty="0">
                <a:hlinkClick r:id="rId2"/>
              </a:rPr>
              <a:t>https://schoolsweb.buckscc.gov.uk/send-and-inclusion/</a:t>
            </a:r>
            <a:endParaRPr lang="en-GB" sz="2000" dirty="0"/>
          </a:p>
          <a:p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8526B-2E8B-4B3D-98F6-DF4A7465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3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80864-A2AB-4101-8663-D086A6615CE3}"/>
              </a:ext>
            </a:extLst>
          </p:cNvPr>
          <p:cNvSpPr txBox="1"/>
          <p:nvPr/>
        </p:nvSpPr>
        <p:spPr>
          <a:xfrm>
            <a:off x="723331" y="723331"/>
            <a:ext cx="1075443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Your role with the SEND Local Offer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Use the SEND Local Offer to find the information you need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Signpost families to the website and directory as a source of information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Promote the SEND Local Offer to families through your available channels (school website, social media)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Champion the SEND Local Offer to other professionals 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Encourage families to sign up to the Disabled Children Register</a:t>
            </a:r>
          </a:p>
          <a:p>
            <a:endParaRPr lang="en-GB" sz="2000" dirty="0"/>
          </a:p>
          <a:p>
            <a:pPr marL="342900" indent="-342900">
              <a:buFontTx/>
              <a:buChar char="-"/>
            </a:pPr>
            <a:r>
              <a:rPr lang="en-GB" sz="2000" dirty="0"/>
              <a:t>Provide feedback using the form on the website – what do you like, what is missing - what are the most frequently asked questions you receive that aren’t answered on the website?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B49EE3-8241-40B2-B54D-82DB59D61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2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D94FD2-C440-4DD3-99C2-FE7E68E65F5E}"/>
              </a:ext>
            </a:extLst>
          </p:cNvPr>
          <p:cNvSpPr txBox="1"/>
          <p:nvPr/>
        </p:nvSpPr>
        <p:spPr>
          <a:xfrm>
            <a:off x="893928" y="914400"/>
            <a:ext cx="747214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SEND Local Offer overview video for professionals:</a:t>
            </a:r>
          </a:p>
          <a:p>
            <a:r>
              <a:rPr lang="en-GB" dirty="0"/>
              <a:t>(5 mins 43)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u="sng" dirty="0">
                <a:hlinkClick r:id="rId2"/>
              </a:rPr>
              <a:t>https://youtu.be/xJ0qJeqKYHY</a:t>
            </a:r>
            <a:endParaRPr lang="en-GB" u="sng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760EF-E01B-4E8D-8452-18FD92615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71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449BB-A882-435E-B429-28C182F5CE85}"/>
              </a:ext>
            </a:extLst>
          </p:cNvPr>
          <p:cNvSpPr txBox="1"/>
          <p:nvPr/>
        </p:nvSpPr>
        <p:spPr>
          <a:xfrm>
            <a:off x="620973" y="1071349"/>
            <a:ext cx="10542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Any 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6198F-2EF4-4FC8-BCF4-5DFB1676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56" y="5677469"/>
            <a:ext cx="10976288" cy="9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2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305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Ellis</dc:creator>
  <cp:lastModifiedBy>Anna Ellis</cp:lastModifiedBy>
  <cp:revision>11</cp:revision>
  <dcterms:created xsi:type="dcterms:W3CDTF">2021-10-26T15:09:49Z</dcterms:created>
  <dcterms:modified xsi:type="dcterms:W3CDTF">2021-11-17T16:02:05Z</dcterms:modified>
</cp:coreProperties>
</file>