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60" r:id="rId4"/>
    <p:sldId id="259" r:id="rId5"/>
    <p:sldId id="277" r:id="rId6"/>
    <p:sldId id="261" r:id="rId7"/>
    <p:sldId id="284" r:id="rId8"/>
    <p:sldId id="285" r:id="rId9"/>
    <p:sldId id="286" r:id="rId10"/>
    <p:sldId id="287" r:id="rId11"/>
    <p:sldId id="288" r:id="rId12"/>
    <p:sldId id="289" r:id="rId13"/>
    <p:sldId id="290" r:id="rId14"/>
    <p:sldId id="291" r:id="rId15"/>
    <p:sldId id="278" r:id="rId16"/>
    <p:sldId id="279" r:id="rId17"/>
    <p:sldId id="281" r:id="rId18"/>
    <p:sldId id="280" r:id="rId19"/>
    <p:sldId id="282" r:id="rId20"/>
    <p:sldId id="283" r:id="rId21"/>
    <p:sldId id="292" r:id="rId22"/>
    <p:sldId id="293" r:id="rId23"/>
    <p:sldId id="294" r:id="rId24"/>
    <p:sldId id="295" r:id="rId25"/>
    <p:sldId id="296" r:id="rId26"/>
    <p:sldId id="297"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8D08B6-9F61-4E19-A977-FA521AF77CE7}">
          <p14:sldIdLst>
            <p14:sldId id="256"/>
            <p14:sldId id="257"/>
            <p14:sldId id="260"/>
            <p14:sldId id="259"/>
            <p14:sldId id="277"/>
            <p14:sldId id="261"/>
            <p14:sldId id="284"/>
            <p14:sldId id="285"/>
            <p14:sldId id="286"/>
            <p14:sldId id="287"/>
            <p14:sldId id="288"/>
            <p14:sldId id="289"/>
            <p14:sldId id="290"/>
            <p14:sldId id="291"/>
            <p14:sldId id="278"/>
            <p14:sldId id="279"/>
            <p14:sldId id="281"/>
            <p14:sldId id="280"/>
            <p14:sldId id="282"/>
            <p14:sldId id="283"/>
            <p14:sldId id="292"/>
            <p14:sldId id="293"/>
            <p14:sldId id="294"/>
            <p14:sldId id="295"/>
            <p14:sldId id="296"/>
            <p14:sldId id="297"/>
          </p14:sldIdLst>
        </p14:section>
        <p14:section name="Untitled Section" id="{5BCB6861-1928-49F0-AE97-B994B13A8B1A}">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2D84"/>
    <a:srgbClr val="9FC63B"/>
    <a:srgbClr val="006A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E1BDEE-E999-4FA3-B315-7D6F372D1DE9}" v="158" dt="2023-03-29T03:02:34.7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166" d="100"/>
          <a:sy n="166" d="100"/>
        </p:scale>
        <p:origin x="1614" y="13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_rels/data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9.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3E2F77-D7A4-4A59-9287-D917C730674E}"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523EF544-9F01-4207-A697-8BF9147B8C13}">
      <dgm:prSet/>
      <dgm:spPr/>
      <dgm:t>
        <a:bodyPr/>
        <a:lstStyle/>
        <a:p>
          <a:r>
            <a:rPr lang="en-GB"/>
            <a:t>Practical examples of successful adaptations can include personalised learning plans, sensory activities, or the use of technology. </a:t>
          </a:r>
          <a:endParaRPr lang="en-US"/>
        </a:p>
      </dgm:t>
    </dgm:pt>
    <dgm:pt modelId="{A072D346-8E0F-41CC-95EC-E6286AA19445}" type="parTrans" cxnId="{CC4EAE94-EDB7-481F-864F-CF01692D1502}">
      <dgm:prSet/>
      <dgm:spPr/>
      <dgm:t>
        <a:bodyPr/>
        <a:lstStyle/>
        <a:p>
          <a:endParaRPr lang="en-US"/>
        </a:p>
      </dgm:t>
    </dgm:pt>
    <dgm:pt modelId="{6D748C19-3254-4854-8301-9F4567FCE0A1}" type="sibTrans" cxnId="{CC4EAE94-EDB7-481F-864F-CF01692D1502}">
      <dgm:prSet/>
      <dgm:spPr/>
      <dgm:t>
        <a:bodyPr/>
        <a:lstStyle/>
        <a:p>
          <a:endParaRPr lang="en-US"/>
        </a:p>
      </dgm:t>
    </dgm:pt>
    <dgm:pt modelId="{FD67F53B-6B66-4C04-A06F-F5733EAA938F}">
      <dgm:prSet/>
      <dgm:spPr/>
      <dgm:t>
        <a:bodyPr/>
        <a:lstStyle/>
        <a:p>
          <a:r>
            <a:rPr lang="en-GB"/>
            <a:t>These adaptations are designed to meet the specific needs of individual learners and may involve modifications to content, instruction, or assessment. </a:t>
          </a:r>
          <a:endParaRPr lang="en-US"/>
        </a:p>
      </dgm:t>
    </dgm:pt>
    <dgm:pt modelId="{F8B5EA2B-6AE5-4A4F-B8C1-CA7C58E015A6}" type="parTrans" cxnId="{AE2CAB6A-8BB8-4016-BC09-427FFF33FBD5}">
      <dgm:prSet/>
      <dgm:spPr/>
      <dgm:t>
        <a:bodyPr/>
        <a:lstStyle/>
        <a:p>
          <a:endParaRPr lang="en-US"/>
        </a:p>
      </dgm:t>
    </dgm:pt>
    <dgm:pt modelId="{BE633ED9-DE4C-4848-A5E2-04344D9CBA94}" type="sibTrans" cxnId="{AE2CAB6A-8BB8-4016-BC09-427FFF33FBD5}">
      <dgm:prSet/>
      <dgm:spPr/>
      <dgm:t>
        <a:bodyPr/>
        <a:lstStyle/>
        <a:p>
          <a:endParaRPr lang="en-US"/>
        </a:p>
      </dgm:t>
    </dgm:pt>
    <dgm:pt modelId="{CBA4B1B0-6CE2-462C-B55C-57E6B7978533}">
      <dgm:prSet/>
      <dgm:spPr/>
      <dgm:t>
        <a:bodyPr/>
        <a:lstStyle/>
        <a:p>
          <a:r>
            <a:rPr lang="en-GB"/>
            <a:t>Adaptations should be evidence-based and shown to be effective in supporting learners with disabilities or other learning needs.</a:t>
          </a:r>
          <a:endParaRPr lang="en-US"/>
        </a:p>
      </dgm:t>
    </dgm:pt>
    <dgm:pt modelId="{70169807-79B3-45DF-B5BA-BE3FF4E8EE0F}" type="parTrans" cxnId="{54847E78-9E6C-4774-B137-DB53A12A55B4}">
      <dgm:prSet/>
      <dgm:spPr/>
      <dgm:t>
        <a:bodyPr/>
        <a:lstStyle/>
        <a:p>
          <a:endParaRPr lang="en-US"/>
        </a:p>
      </dgm:t>
    </dgm:pt>
    <dgm:pt modelId="{90CC83AB-CA99-46B1-9B44-A6005FC75FDF}" type="sibTrans" cxnId="{54847E78-9E6C-4774-B137-DB53A12A55B4}">
      <dgm:prSet/>
      <dgm:spPr/>
      <dgm:t>
        <a:bodyPr/>
        <a:lstStyle/>
        <a:p>
          <a:endParaRPr lang="en-US"/>
        </a:p>
      </dgm:t>
    </dgm:pt>
    <dgm:pt modelId="{403E2E60-7BC3-4A6E-84F7-27825E517F0D}" type="pres">
      <dgm:prSet presAssocID="{E83E2F77-D7A4-4A59-9287-D917C730674E}" presName="linear" presStyleCnt="0">
        <dgm:presLayoutVars>
          <dgm:animLvl val="lvl"/>
          <dgm:resizeHandles val="exact"/>
        </dgm:presLayoutVars>
      </dgm:prSet>
      <dgm:spPr/>
    </dgm:pt>
    <dgm:pt modelId="{37149049-EF2B-4178-AF13-2DF72FE9D170}" type="pres">
      <dgm:prSet presAssocID="{523EF544-9F01-4207-A697-8BF9147B8C13}" presName="parentText" presStyleLbl="node1" presStyleIdx="0" presStyleCnt="3">
        <dgm:presLayoutVars>
          <dgm:chMax val="0"/>
          <dgm:bulletEnabled val="1"/>
        </dgm:presLayoutVars>
      </dgm:prSet>
      <dgm:spPr/>
    </dgm:pt>
    <dgm:pt modelId="{653D32E3-2372-4598-860D-9B7F14EF949C}" type="pres">
      <dgm:prSet presAssocID="{6D748C19-3254-4854-8301-9F4567FCE0A1}" presName="spacer" presStyleCnt="0"/>
      <dgm:spPr/>
    </dgm:pt>
    <dgm:pt modelId="{CC9F4B8E-C8C6-4F41-9115-6A3FAD2BEDC0}" type="pres">
      <dgm:prSet presAssocID="{FD67F53B-6B66-4C04-A06F-F5733EAA938F}" presName="parentText" presStyleLbl="node1" presStyleIdx="1" presStyleCnt="3">
        <dgm:presLayoutVars>
          <dgm:chMax val="0"/>
          <dgm:bulletEnabled val="1"/>
        </dgm:presLayoutVars>
      </dgm:prSet>
      <dgm:spPr/>
    </dgm:pt>
    <dgm:pt modelId="{5269F6C4-9DBA-4F28-811D-228C147D11D1}" type="pres">
      <dgm:prSet presAssocID="{BE633ED9-DE4C-4848-A5E2-04344D9CBA94}" presName="spacer" presStyleCnt="0"/>
      <dgm:spPr/>
    </dgm:pt>
    <dgm:pt modelId="{7366C280-A72B-461B-9311-705EE875CD57}" type="pres">
      <dgm:prSet presAssocID="{CBA4B1B0-6CE2-462C-B55C-57E6B7978533}" presName="parentText" presStyleLbl="node1" presStyleIdx="2" presStyleCnt="3">
        <dgm:presLayoutVars>
          <dgm:chMax val="0"/>
          <dgm:bulletEnabled val="1"/>
        </dgm:presLayoutVars>
      </dgm:prSet>
      <dgm:spPr/>
    </dgm:pt>
  </dgm:ptLst>
  <dgm:cxnLst>
    <dgm:cxn modelId="{9F7D9406-B750-46C6-8A93-366FEDAD8755}" type="presOf" srcId="{CBA4B1B0-6CE2-462C-B55C-57E6B7978533}" destId="{7366C280-A72B-461B-9311-705EE875CD57}" srcOrd="0" destOrd="0" presId="urn:microsoft.com/office/officeart/2005/8/layout/vList2"/>
    <dgm:cxn modelId="{E9AC0517-FCF2-4B1A-8B7C-21CBF75823BB}" type="presOf" srcId="{523EF544-9F01-4207-A697-8BF9147B8C13}" destId="{37149049-EF2B-4178-AF13-2DF72FE9D170}" srcOrd="0" destOrd="0" presId="urn:microsoft.com/office/officeart/2005/8/layout/vList2"/>
    <dgm:cxn modelId="{0DD8DB38-C44E-4C0F-A2B2-C93DC94AFE5F}" type="presOf" srcId="{E83E2F77-D7A4-4A59-9287-D917C730674E}" destId="{403E2E60-7BC3-4A6E-84F7-27825E517F0D}" srcOrd="0" destOrd="0" presId="urn:microsoft.com/office/officeart/2005/8/layout/vList2"/>
    <dgm:cxn modelId="{F4AB635B-2AF6-490B-BF70-3B47D66FF4BA}" type="presOf" srcId="{FD67F53B-6B66-4C04-A06F-F5733EAA938F}" destId="{CC9F4B8E-C8C6-4F41-9115-6A3FAD2BEDC0}" srcOrd="0" destOrd="0" presId="urn:microsoft.com/office/officeart/2005/8/layout/vList2"/>
    <dgm:cxn modelId="{AE2CAB6A-8BB8-4016-BC09-427FFF33FBD5}" srcId="{E83E2F77-D7A4-4A59-9287-D917C730674E}" destId="{FD67F53B-6B66-4C04-A06F-F5733EAA938F}" srcOrd="1" destOrd="0" parTransId="{F8B5EA2B-6AE5-4A4F-B8C1-CA7C58E015A6}" sibTransId="{BE633ED9-DE4C-4848-A5E2-04344D9CBA94}"/>
    <dgm:cxn modelId="{54847E78-9E6C-4774-B137-DB53A12A55B4}" srcId="{E83E2F77-D7A4-4A59-9287-D917C730674E}" destId="{CBA4B1B0-6CE2-462C-B55C-57E6B7978533}" srcOrd="2" destOrd="0" parTransId="{70169807-79B3-45DF-B5BA-BE3FF4E8EE0F}" sibTransId="{90CC83AB-CA99-46B1-9B44-A6005FC75FDF}"/>
    <dgm:cxn modelId="{CC4EAE94-EDB7-481F-864F-CF01692D1502}" srcId="{E83E2F77-D7A4-4A59-9287-D917C730674E}" destId="{523EF544-9F01-4207-A697-8BF9147B8C13}" srcOrd="0" destOrd="0" parTransId="{A072D346-8E0F-41CC-95EC-E6286AA19445}" sibTransId="{6D748C19-3254-4854-8301-9F4567FCE0A1}"/>
    <dgm:cxn modelId="{382A5737-28F0-4317-81C6-1E03F333C2B2}" type="presParOf" srcId="{403E2E60-7BC3-4A6E-84F7-27825E517F0D}" destId="{37149049-EF2B-4178-AF13-2DF72FE9D170}" srcOrd="0" destOrd="0" presId="urn:microsoft.com/office/officeart/2005/8/layout/vList2"/>
    <dgm:cxn modelId="{96D96CFF-DD64-45BA-968B-743609CD4AFB}" type="presParOf" srcId="{403E2E60-7BC3-4A6E-84F7-27825E517F0D}" destId="{653D32E3-2372-4598-860D-9B7F14EF949C}" srcOrd="1" destOrd="0" presId="urn:microsoft.com/office/officeart/2005/8/layout/vList2"/>
    <dgm:cxn modelId="{46F50A72-E21A-4E60-BB9B-AD3396826B57}" type="presParOf" srcId="{403E2E60-7BC3-4A6E-84F7-27825E517F0D}" destId="{CC9F4B8E-C8C6-4F41-9115-6A3FAD2BEDC0}" srcOrd="2" destOrd="0" presId="urn:microsoft.com/office/officeart/2005/8/layout/vList2"/>
    <dgm:cxn modelId="{B0486BF4-F219-409E-9663-865137AB80D8}" type="presParOf" srcId="{403E2E60-7BC3-4A6E-84F7-27825E517F0D}" destId="{5269F6C4-9DBA-4F28-811D-228C147D11D1}" srcOrd="3" destOrd="0" presId="urn:microsoft.com/office/officeart/2005/8/layout/vList2"/>
    <dgm:cxn modelId="{E6D23D13-2B79-46D1-A734-F03844136E8A}" type="presParOf" srcId="{403E2E60-7BC3-4A6E-84F7-27825E517F0D}" destId="{7366C280-A72B-461B-9311-705EE875CD5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31FA37-1133-4504-BFD5-FE108A28AC1C}" type="doc">
      <dgm:prSet loTypeId="urn:microsoft.com/office/officeart/2016/7/layout/RepeatingBendingProcessNew" loCatId="process" qsTypeId="urn:microsoft.com/office/officeart/2005/8/quickstyle/simple2" qsCatId="simple" csTypeId="urn:microsoft.com/office/officeart/2005/8/colors/accent1_2" csCatId="accent1"/>
      <dgm:spPr/>
      <dgm:t>
        <a:bodyPr/>
        <a:lstStyle/>
        <a:p>
          <a:endParaRPr lang="en-US"/>
        </a:p>
      </dgm:t>
    </dgm:pt>
    <dgm:pt modelId="{9741403D-2A59-4DE9-9B3C-24144CB888EF}">
      <dgm:prSet/>
      <dgm:spPr/>
      <dgm:t>
        <a:bodyPr/>
        <a:lstStyle/>
        <a:p>
          <a:r>
            <a:rPr lang="en-GB"/>
            <a:t>Teachers should strive to demonstrate examples of successful adaptations in action, through videos or images of actual classroom adaptations. </a:t>
          </a:r>
          <a:endParaRPr lang="en-US"/>
        </a:p>
      </dgm:t>
    </dgm:pt>
    <dgm:pt modelId="{47A2754E-DE9B-4611-986F-671FC56D44D3}" type="parTrans" cxnId="{01A8578A-61D5-4B72-B5B4-1F52E073759E}">
      <dgm:prSet/>
      <dgm:spPr/>
      <dgm:t>
        <a:bodyPr/>
        <a:lstStyle/>
        <a:p>
          <a:endParaRPr lang="en-US"/>
        </a:p>
      </dgm:t>
    </dgm:pt>
    <dgm:pt modelId="{A4DA8D8F-63F9-431C-9A03-F28B9623BC6F}" type="sibTrans" cxnId="{01A8578A-61D5-4B72-B5B4-1F52E073759E}">
      <dgm:prSet/>
      <dgm:spPr/>
      <dgm:t>
        <a:bodyPr/>
        <a:lstStyle/>
        <a:p>
          <a:endParaRPr lang="en-US"/>
        </a:p>
      </dgm:t>
    </dgm:pt>
    <dgm:pt modelId="{7EFAD0FE-6CA3-4475-B922-1568AB65B93B}">
      <dgm:prSet/>
      <dgm:spPr/>
      <dgm:t>
        <a:bodyPr/>
        <a:lstStyle/>
        <a:p>
          <a:r>
            <a:rPr lang="en-GB"/>
            <a:t>This will help to provide a clear understanding of how adaptations can be implemented in practice.</a:t>
          </a:r>
          <a:endParaRPr lang="en-US"/>
        </a:p>
      </dgm:t>
    </dgm:pt>
    <dgm:pt modelId="{302BE1DB-0C10-4AF8-B7B1-010B3B696147}" type="parTrans" cxnId="{F0093080-2051-4AB0-AAF0-AA16495BA54B}">
      <dgm:prSet/>
      <dgm:spPr/>
      <dgm:t>
        <a:bodyPr/>
        <a:lstStyle/>
        <a:p>
          <a:endParaRPr lang="en-US"/>
        </a:p>
      </dgm:t>
    </dgm:pt>
    <dgm:pt modelId="{38C0D827-B6D6-4A4F-B526-2089E015574B}" type="sibTrans" cxnId="{F0093080-2051-4AB0-AAF0-AA16495BA54B}">
      <dgm:prSet/>
      <dgm:spPr/>
      <dgm:t>
        <a:bodyPr/>
        <a:lstStyle/>
        <a:p>
          <a:endParaRPr lang="en-US"/>
        </a:p>
      </dgm:t>
    </dgm:pt>
    <dgm:pt modelId="{2F09ECD8-BA79-4598-94B4-6E0AAFD93FF5}">
      <dgm:prSet/>
      <dgm:spPr/>
      <dgm:t>
        <a:bodyPr/>
        <a:lstStyle/>
        <a:p>
          <a:r>
            <a:rPr lang="en-GB"/>
            <a:t>Teachers and teacher support assistants to share their own examples of successful adaptations. </a:t>
          </a:r>
          <a:endParaRPr lang="en-US"/>
        </a:p>
      </dgm:t>
    </dgm:pt>
    <dgm:pt modelId="{33F30112-CD84-4CFC-80A8-AB638F89C4B3}" type="parTrans" cxnId="{153275BF-EED9-46A6-8536-31AFFDC982B0}">
      <dgm:prSet/>
      <dgm:spPr/>
      <dgm:t>
        <a:bodyPr/>
        <a:lstStyle/>
        <a:p>
          <a:endParaRPr lang="en-US"/>
        </a:p>
      </dgm:t>
    </dgm:pt>
    <dgm:pt modelId="{6D449C81-ED55-47F0-8840-4A8F25D9308C}" type="sibTrans" cxnId="{153275BF-EED9-46A6-8536-31AFFDC982B0}">
      <dgm:prSet/>
      <dgm:spPr/>
      <dgm:t>
        <a:bodyPr/>
        <a:lstStyle/>
        <a:p>
          <a:endParaRPr lang="en-US"/>
        </a:p>
      </dgm:t>
    </dgm:pt>
    <dgm:pt modelId="{3D09CCE8-EF5A-4BD0-8A30-CD4F161C44D2}">
      <dgm:prSet/>
      <dgm:spPr/>
      <dgm:t>
        <a:bodyPr/>
        <a:lstStyle/>
        <a:p>
          <a:r>
            <a:rPr lang="en-GB"/>
            <a:t>Sharing experiences and best practices can help build a supportive community of educators who are committed to providing the best possible learning experience for their pupils.</a:t>
          </a:r>
          <a:endParaRPr lang="en-US"/>
        </a:p>
      </dgm:t>
    </dgm:pt>
    <dgm:pt modelId="{7F333968-7ABA-42C3-A502-6AED24CEBD29}" type="parTrans" cxnId="{D5CD9CA4-C47F-4AD8-BD5C-DF30EA2E96F5}">
      <dgm:prSet/>
      <dgm:spPr/>
      <dgm:t>
        <a:bodyPr/>
        <a:lstStyle/>
        <a:p>
          <a:endParaRPr lang="en-US"/>
        </a:p>
      </dgm:t>
    </dgm:pt>
    <dgm:pt modelId="{C0D4FE2C-AEF8-4873-BEB9-F67865956AF8}" type="sibTrans" cxnId="{D5CD9CA4-C47F-4AD8-BD5C-DF30EA2E96F5}">
      <dgm:prSet/>
      <dgm:spPr/>
      <dgm:t>
        <a:bodyPr/>
        <a:lstStyle/>
        <a:p>
          <a:endParaRPr lang="en-US"/>
        </a:p>
      </dgm:t>
    </dgm:pt>
    <dgm:pt modelId="{A04CFE46-DEC2-4CC9-B969-78D9A5A2D32E}" type="pres">
      <dgm:prSet presAssocID="{7031FA37-1133-4504-BFD5-FE108A28AC1C}" presName="Name0" presStyleCnt="0">
        <dgm:presLayoutVars>
          <dgm:dir/>
          <dgm:resizeHandles val="exact"/>
        </dgm:presLayoutVars>
      </dgm:prSet>
      <dgm:spPr/>
    </dgm:pt>
    <dgm:pt modelId="{AB213D28-4473-4C7C-BDD7-7D9471B7A2AD}" type="pres">
      <dgm:prSet presAssocID="{9741403D-2A59-4DE9-9B3C-24144CB888EF}" presName="node" presStyleLbl="node1" presStyleIdx="0" presStyleCnt="4">
        <dgm:presLayoutVars>
          <dgm:bulletEnabled val="1"/>
        </dgm:presLayoutVars>
      </dgm:prSet>
      <dgm:spPr/>
    </dgm:pt>
    <dgm:pt modelId="{696D45E5-1DDC-4BA3-971E-049573B2CB12}" type="pres">
      <dgm:prSet presAssocID="{A4DA8D8F-63F9-431C-9A03-F28B9623BC6F}" presName="sibTrans" presStyleLbl="sibTrans1D1" presStyleIdx="0" presStyleCnt="3"/>
      <dgm:spPr/>
    </dgm:pt>
    <dgm:pt modelId="{15636BCB-A760-42FB-898F-4DA78E7A1240}" type="pres">
      <dgm:prSet presAssocID="{A4DA8D8F-63F9-431C-9A03-F28B9623BC6F}" presName="connectorText" presStyleLbl="sibTrans1D1" presStyleIdx="0" presStyleCnt="3"/>
      <dgm:spPr/>
    </dgm:pt>
    <dgm:pt modelId="{3A68E9D3-D8EB-4B8F-9560-CFAAF3B05EEF}" type="pres">
      <dgm:prSet presAssocID="{7EFAD0FE-6CA3-4475-B922-1568AB65B93B}" presName="node" presStyleLbl="node1" presStyleIdx="1" presStyleCnt="4">
        <dgm:presLayoutVars>
          <dgm:bulletEnabled val="1"/>
        </dgm:presLayoutVars>
      </dgm:prSet>
      <dgm:spPr/>
    </dgm:pt>
    <dgm:pt modelId="{D965FCA2-F561-4968-A64B-2815835EDAEF}" type="pres">
      <dgm:prSet presAssocID="{38C0D827-B6D6-4A4F-B526-2089E015574B}" presName="sibTrans" presStyleLbl="sibTrans1D1" presStyleIdx="1" presStyleCnt="3"/>
      <dgm:spPr/>
    </dgm:pt>
    <dgm:pt modelId="{899C1642-AF81-423F-B766-916605E8A311}" type="pres">
      <dgm:prSet presAssocID="{38C0D827-B6D6-4A4F-B526-2089E015574B}" presName="connectorText" presStyleLbl="sibTrans1D1" presStyleIdx="1" presStyleCnt="3"/>
      <dgm:spPr/>
    </dgm:pt>
    <dgm:pt modelId="{8140231C-752B-4BB4-B66A-A97A24F7D739}" type="pres">
      <dgm:prSet presAssocID="{2F09ECD8-BA79-4598-94B4-6E0AAFD93FF5}" presName="node" presStyleLbl="node1" presStyleIdx="2" presStyleCnt="4">
        <dgm:presLayoutVars>
          <dgm:bulletEnabled val="1"/>
        </dgm:presLayoutVars>
      </dgm:prSet>
      <dgm:spPr/>
    </dgm:pt>
    <dgm:pt modelId="{73A7108B-AE76-4F1A-B0A0-A6515C76B285}" type="pres">
      <dgm:prSet presAssocID="{6D449C81-ED55-47F0-8840-4A8F25D9308C}" presName="sibTrans" presStyleLbl="sibTrans1D1" presStyleIdx="2" presStyleCnt="3"/>
      <dgm:spPr/>
    </dgm:pt>
    <dgm:pt modelId="{FE8C790E-504D-4079-A508-7D52A5E7C84A}" type="pres">
      <dgm:prSet presAssocID="{6D449C81-ED55-47F0-8840-4A8F25D9308C}" presName="connectorText" presStyleLbl="sibTrans1D1" presStyleIdx="2" presStyleCnt="3"/>
      <dgm:spPr/>
    </dgm:pt>
    <dgm:pt modelId="{926ACE96-14FD-4560-87FF-CEEA4A7536C4}" type="pres">
      <dgm:prSet presAssocID="{3D09CCE8-EF5A-4BD0-8A30-CD4F161C44D2}" presName="node" presStyleLbl="node1" presStyleIdx="3" presStyleCnt="4">
        <dgm:presLayoutVars>
          <dgm:bulletEnabled val="1"/>
        </dgm:presLayoutVars>
      </dgm:prSet>
      <dgm:spPr/>
    </dgm:pt>
  </dgm:ptLst>
  <dgm:cxnLst>
    <dgm:cxn modelId="{AB87810C-95AE-4BC1-8D9A-0D2C5CA6A30C}" type="presOf" srcId="{3D09CCE8-EF5A-4BD0-8A30-CD4F161C44D2}" destId="{926ACE96-14FD-4560-87FF-CEEA4A7536C4}" srcOrd="0" destOrd="0" presId="urn:microsoft.com/office/officeart/2016/7/layout/RepeatingBendingProcessNew"/>
    <dgm:cxn modelId="{20E80D28-D991-4D91-9906-18E3EDA3D8DC}" type="presOf" srcId="{9741403D-2A59-4DE9-9B3C-24144CB888EF}" destId="{AB213D28-4473-4C7C-BDD7-7D9471B7A2AD}" srcOrd="0" destOrd="0" presId="urn:microsoft.com/office/officeart/2016/7/layout/RepeatingBendingProcessNew"/>
    <dgm:cxn modelId="{02BB672D-11C8-464C-9FAF-A79062A070FD}" type="presOf" srcId="{6D449C81-ED55-47F0-8840-4A8F25D9308C}" destId="{FE8C790E-504D-4079-A508-7D52A5E7C84A}" srcOrd="1" destOrd="0" presId="urn:microsoft.com/office/officeart/2016/7/layout/RepeatingBendingProcessNew"/>
    <dgm:cxn modelId="{61ADD341-F008-49B4-A34C-42448FE1C65D}" type="presOf" srcId="{7031FA37-1133-4504-BFD5-FE108A28AC1C}" destId="{A04CFE46-DEC2-4CC9-B969-78D9A5A2D32E}" srcOrd="0" destOrd="0" presId="urn:microsoft.com/office/officeart/2016/7/layout/RepeatingBendingProcessNew"/>
    <dgm:cxn modelId="{3A381764-435A-4528-8EF9-6216E3E29D4F}" type="presOf" srcId="{A4DA8D8F-63F9-431C-9A03-F28B9623BC6F}" destId="{15636BCB-A760-42FB-898F-4DA78E7A1240}" srcOrd="1" destOrd="0" presId="urn:microsoft.com/office/officeart/2016/7/layout/RepeatingBendingProcessNew"/>
    <dgm:cxn modelId="{83916771-3A3B-4D6F-B8AA-C46F716D68DF}" type="presOf" srcId="{38C0D827-B6D6-4A4F-B526-2089E015574B}" destId="{D965FCA2-F561-4968-A64B-2815835EDAEF}" srcOrd="0" destOrd="0" presId="urn:microsoft.com/office/officeart/2016/7/layout/RepeatingBendingProcessNew"/>
    <dgm:cxn modelId="{F0093080-2051-4AB0-AAF0-AA16495BA54B}" srcId="{7031FA37-1133-4504-BFD5-FE108A28AC1C}" destId="{7EFAD0FE-6CA3-4475-B922-1568AB65B93B}" srcOrd="1" destOrd="0" parTransId="{302BE1DB-0C10-4AF8-B7B1-010B3B696147}" sibTransId="{38C0D827-B6D6-4A4F-B526-2089E015574B}"/>
    <dgm:cxn modelId="{0278CE81-9510-4629-898D-D1E6B6BE3EF9}" type="presOf" srcId="{2F09ECD8-BA79-4598-94B4-6E0AAFD93FF5}" destId="{8140231C-752B-4BB4-B66A-A97A24F7D739}" srcOrd="0" destOrd="0" presId="urn:microsoft.com/office/officeart/2016/7/layout/RepeatingBendingProcessNew"/>
    <dgm:cxn modelId="{01A8578A-61D5-4B72-B5B4-1F52E073759E}" srcId="{7031FA37-1133-4504-BFD5-FE108A28AC1C}" destId="{9741403D-2A59-4DE9-9B3C-24144CB888EF}" srcOrd="0" destOrd="0" parTransId="{47A2754E-DE9B-4611-986F-671FC56D44D3}" sibTransId="{A4DA8D8F-63F9-431C-9A03-F28B9623BC6F}"/>
    <dgm:cxn modelId="{83BED194-F103-4AF0-9A70-A91758022A6F}" type="presOf" srcId="{6D449C81-ED55-47F0-8840-4A8F25D9308C}" destId="{73A7108B-AE76-4F1A-B0A0-A6515C76B285}" srcOrd="0" destOrd="0" presId="urn:microsoft.com/office/officeart/2016/7/layout/RepeatingBendingProcessNew"/>
    <dgm:cxn modelId="{D5CD9CA4-C47F-4AD8-BD5C-DF30EA2E96F5}" srcId="{7031FA37-1133-4504-BFD5-FE108A28AC1C}" destId="{3D09CCE8-EF5A-4BD0-8A30-CD4F161C44D2}" srcOrd="3" destOrd="0" parTransId="{7F333968-7ABA-42C3-A502-6AED24CEBD29}" sibTransId="{C0D4FE2C-AEF8-4873-BEB9-F67865956AF8}"/>
    <dgm:cxn modelId="{C3FBDEA5-6FF4-43F0-9FDE-AD87FA70F9BF}" type="presOf" srcId="{38C0D827-B6D6-4A4F-B526-2089E015574B}" destId="{899C1642-AF81-423F-B766-916605E8A311}" srcOrd="1" destOrd="0" presId="urn:microsoft.com/office/officeart/2016/7/layout/RepeatingBendingProcessNew"/>
    <dgm:cxn modelId="{153275BF-EED9-46A6-8536-31AFFDC982B0}" srcId="{7031FA37-1133-4504-BFD5-FE108A28AC1C}" destId="{2F09ECD8-BA79-4598-94B4-6E0AAFD93FF5}" srcOrd="2" destOrd="0" parTransId="{33F30112-CD84-4CFC-80A8-AB638F89C4B3}" sibTransId="{6D449C81-ED55-47F0-8840-4A8F25D9308C}"/>
    <dgm:cxn modelId="{735D66D6-A692-4538-9CD0-FD9866F1544A}" type="presOf" srcId="{7EFAD0FE-6CA3-4475-B922-1568AB65B93B}" destId="{3A68E9D3-D8EB-4B8F-9560-CFAAF3B05EEF}" srcOrd="0" destOrd="0" presId="urn:microsoft.com/office/officeart/2016/7/layout/RepeatingBendingProcessNew"/>
    <dgm:cxn modelId="{4A4707E9-B71C-416F-873A-31CD24C126AA}" type="presOf" srcId="{A4DA8D8F-63F9-431C-9A03-F28B9623BC6F}" destId="{696D45E5-1DDC-4BA3-971E-049573B2CB12}" srcOrd="0" destOrd="0" presId="urn:microsoft.com/office/officeart/2016/7/layout/RepeatingBendingProcessNew"/>
    <dgm:cxn modelId="{667C34F3-3E6E-46AE-979C-3A4E656753D6}" type="presParOf" srcId="{A04CFE46-DEC2-4CC9-B969-78D9A5A2D32E}" destId="{AB213D28-4473-4C7C-BDD7-7D9471B7A2AD}" srcOrd="0" destOrd="0" presId="urn:microsoft.com/office/officeart/2016/7/layout/RepeatingBendingProcessNew"/>
    <dgm:cxn modelId="{ED3CA6E0-CAEF-4AC8-AF14-BCA2A546C1F8}" type="presParOf" srcId="{A04CFE46-DEC2-4CC9-B969-78D9A5A2D32E}" destId="{696D45E5-1DDC-4BA3-971E-049573B2CB12}" srcOrd="1" destOrd="0" presId="urn:microsoft.com/office/officeart/2016/7/layout/RepeatingBendingProcessNew"/>
    <dgm:cxn modelId="{37B4956B-40B4-441C-B357-98CAFF8ED6AA}" type="presParOf" srcId="{696D45E5-1DDC-4BA3-971E-049573B2CB12}" destId="{15636BCB-A760-42FB-898F-4DA78E7A1240}" srcOrd="0" destOrd="0" presId="urn:microsoft.com/office/officeart/2016/7/layout/RepeatingBendingProcessNew"/>
    <dgm:cxn modelId="{5691897A-49F8-4338-853C-40510B82DC44}" type="presParOf" srcId="{A04CFE46-DEC2-4CC9-B969-78D9A5A2D32E}" destId="{3A68E9D3-D8EB-4B8F-9560-CFAAF3B05EEF}" srcOrd="2" destOrd="0" presId="urn:microsoft.com/office/officeart/2016/7/layout/RepeatingBendingProcessNew"/>
    <dgm:cxn modelId="{3BFD6C21-5C17-43EF-9B54-4BDA81522CFD}" type="presParOf" srcId="{A04CFE46-DEC2-4CC9-B969-78D9A5A2D32E}" destId="{D965FCA2-F561-4968-A64B-2815835EDAEF}" srcOrd="3" destOrd="0" presId="urn:microsoft.com/office/officeart/2016/7/layout/RepeatingBendingProcessNew"/>
    <dgm:cxn modelId="{CCE47AA4-EA91-49F7-9392-26AE5AD304B9}" type="presParOf" srcId="{D965FCA2-F561-4968-A64B-2815835EDAEF}" destId="{899C1642-AF81-423F-B766-916605E8A311}" srcOrd="0" destOrd="0" presId="urn:microsoft.com/office/officeart/2016/7/layout/RepeatingBendingProcessNew"/>
    <dgm:cxn modelId="{4086F11D-A87E-418C-99FC-FD02CDFB6B38}" type="presParOf" srcId="{A04CFE46-DEC2-4CC9-B969-78D9A5A2D32E}" destId="{8140231C-752B-4BB4-B66A-A97A24F7D739}" srcOrd="4" destOrd="0" presId="urn:microsoft.com/office/officeart/2016/7/layout/RepeatingBendingProcessNew"/>
    <dgm:cxn modelId="{7AB8C4B7-02F9-4D3C-B259-A5673E834B39}" type="presParOf" srcId="{A04CFE46-DEC2-4CC9-B969-78D9A5A2D32E}" destId="{73A7108B-AE76-4F1A-B0A0-A6515C76B285}" srcOrd="5" destOrd="0" presId="urn:microsoft.com/office/officeart/2016/7/layout/RepeatingBendingProcessNew"/>
    <dgm:cxn modelId="{90761179-5A3D-4624-B4C9-4D7E82B92B45}" type="presParOf" srcId="{73A7108B-AE76-4F1A-B0A0-A6515C76B285}" destId="{FE8C790E-504D-4079-A508-7D52A5E7C84A}" srcOrd="0" destOrd="0" presId="urn:microsoft.com/office/officeart/2016/7/layout/RepeatingBendingProcessNew"/>
    <dgm:cxn modelId="{18E7D08C-B349-460D-AB34-A7183D7474D8}" type="presParOf" srcId="{A04CFE46-DEC2-4CC9-B969-78D9A5A2D32E}" destId="{926ACE96-14FD-4560-87FF-CEEA4A7536C4}"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00D63E-173C-403E-817F-FC5165FF40F5}" type="doc">
      <dgm:prSet loTypeId="urn:microsoft.com/office/officeart/2016/7/layout/BasicLinearProcessNumbered" loCatId="process" qsTypeId="urn:microsoft.com/office/officeart/2005/8/quickstyle/simple5" qsCatId="simple" csTypeId="urn:microsoft.com/office/officeart/2005/8/colors/accent2_2" csCatId="accent2" phldr="1"/>
      <dgm:spPr/>
      <dgm:t>
        <a:bodyPr/>
        <a:lstStyle/>
        <a:p>
          <a:endParaRPr lang="en-US"/>
        </a:p>
      </dgm:t>
    </dgm:pt>
    <dgm:pt modelId="{AC4A49D8-B287-40A9-9B93-69E33C9D5819}">
      <dgm:prSet/>
      <dgm:spPr/>
      <dgm:t>
        <a:bodyPr/>
        <a:lstStyle/>
        <a:p>
          <a:r>
            <a:rPr lang="en-GB" dirty="0"/>
            <a:t>Simplifying complex math problems for pupils with learning disabilities.</a:t>
          </a:r>
          <a:endParaRPr lang="en-US" dirty="0"/>
        </a:p>
      </dgm:t>
    </dgm:pt>
    <dgm:pt modelId="{646A9220-324D-4407-BC80-F2F0C8DCD351}" type="parTrans" cxnId="{CFBD3737-C5BD-4B42-A530-35CB3037D0A9}">
      <dgm:prSet/>
      <dgm:spPr/>
      <dgm:t>
        <a:bodyPr/>
        <a:lstStyle/>
        <a:p>
          <a:endParaRPr lang="en-US"/>
        </a:p>
      </dgm:t>
    </dgm:pt>
    <dgm:pt modelId="{9B444349-6250-42FE-A8FC-1EDED98370B0}" type="sibTrans" cxnId="{CFBD3737-C5BD-4B42-A530-35CB3037D0A9}">
      <dgm:prSet phldrT="1" phldr="0"/>
      <dgm:spPr/>
      <dgm:t>
        <a:bodyPr/>
        <a:lstStyle/>
        <a:p>
          <a:r>
            <a:rPr lang="en-US"/>
            <a:t>1</a:t>
          </a:r>
        </a:p>
      </dgm:t>
    </dgm:pt>
    <dgm:pt modelId="{4E0F032D-D0C5-454C-B3FA-F8D8B72863AA}">
      <dgm:prSet/>
      <dgm:spPr/>
      <dgm:t>
        <a:bodyPr/>
        <a:lstStyle/>
        <a:p>
          <a:endParaRPr lang="en-GB" dirty="0"/>
        </a:p>
        <a:p>
          <a:r>
            <a:rPr lang="en-GB" dirty="0"/>
            <a:t>Modifying a reading assignment to be shorter and more manageable for pupils with attention issues.</a:t>
          </a:r>
          <a:endParaRPr lang="en-US" dirty="0"/>
        </a:p>
      </dgm:t>
    </dgm:pt>
    <dgm:pt modelId="{453AD408-CF12-43D1-8639-F115A12D3C2B}" type="parTrans" cxnId="{B25951C1-A257-40D6-BE3D-80245930065F}">
      <dgm:prSet/>
      <dgm:spPr/>
      <dgm:t>
        <a:bodyPr/>
        <a:lstStyle/>
        <a:p>
          <a:endParaRPr lang="en-US"/>
        </a:p>
      </dgm:t>
    </dgm:pt>
    <dgm:pt modelId="{3F70A515-04AC-4D10-81EE-0D2E8FEF64D5}" type="sibTrans" cxnId="{B25951C1-A257-40D6-BE3D-80245930065F}">
      <dgm:prSet phldrT="2" phldr="0"/>
      <dgm:spPr/>
      <dgm:t>
        <a:bodyPr/>
        <a:lstStyle/>
        <a:p>
          <a:r>
            <a:rPr lang="en-US"/>
            <a:t>2</a:t>
          </a:r>
        </a:p>
      </dgm:t>
    </dgm:pt>
    <dgm:pt modelId="{97F51DE1-DC5F-4F02-90C2-6592937CDE88}">
      <dgm:prSet/>
      <dgm:spPr/>
      <dgm:t>
        <a:bodyPr/>
        <a:lstStyle/>
        <a:p>
          <a:endParaRPr lang="en-GB" dirty="0"/>
        </a:p>
        <a:p>
          <a:r>
            <a:rPr lang="en-GB" dirty="0"/>
            <a:t>Adjusting the level of difficulty for an art project to accommodate pupils with fine motor skill challenges.</a:t>
          </a:r>
          <a:endParaRPr lang="en-US" dirty="0"/>
        </a:p>
      </dgm:t>
    </dgm:pt>
    <dgm:pt modelId="{D79E50B3-B5D3-44BC-8F3E-3684117682A4}" type="parTrans" cxnId="{744A21F0-C6CB-4188-BD71-0989AA094571}">
      <dgm:prSet/>
      <dgm:spPr/>
      <dgm:t>
        <a:bodyPr/>
        <a:lstStyle/>
        <a:p>
          <a:endParaRPr lang="en-US"/>
        </a:p>
      </dgm:t>
    </dgm:pt>
    <dgm:pt modelId="{C8DA8B6E-3944-4B23-BBE7-EA9D240C8412}" type="sibTrans" cxnId="{744A21F0-C6CB-4188-BD71-0989AA094571}">
      <dgm:prSet phldrT="3" phldr="0"/>
      <dgm:spPr/>
      <dgm:t>
        <a:bodyPr/>
        <a:lstStyle/>
        <a:p>
          <a:r>
            <a:rPr lang="en-US"/>
            <a:t>3</a:t>
          </a:r>
        </a:p>
      </dgm:t>
    </dgm:pt>
    <dgm:pt modelId="{F46A3759-370F-46FA-A913-059FAD5523B4}">
      <dgm:prSet/>
      <dgm:spPr/>
      <dgm:t>
        <a:bodyPr/>
        <a:lstStyle/>
        <a:p>
          <a:endParaRPr lang="en-GB" dirty="0"/>
        </a:p>
        <a:p>
          <a:r>
            <a:rPr lang="en-GB" dirty="0"/>
            <a:t>Providing alternative assessment options for pupils with language barriers, such as allowing them to use visual aids or technology to demonstrate their understanding.</a:t>
          </a:r>
          <a:endParaRPr lang="en-US" dirty="0"/>
        </a:p>
      </dgm:t>
    </dgm:pt>
    <dgm:pt modelId="{0441EB91-6335-46CF-9A99-917009639FE4}" type="parTrans" cxnId="{40B2B7F8-804C-44E8-A420-893646AB6034}">
      <dgm:prSet/>
      <dgm:spPr/>
      <dgm:t>
        <a:bodyPr/>
        <a:lstStyle/>
        <a:p>
          <a:endParaRPr lang="en-US"/>
        </a:p>
      </dgm:t>
    </dgm:pt>
    <dgm:pt modelId="{4D3AD7E6-8B4F-483E-BECA-4D0E84CF8FC7}" type="sibTrans" cxnId="{40B2B7F8-804C-44E8-A420-893646AB6034}">
      <dgm:prSet phldrT="4" phldr="0"/>
      <dgm:spPr/>
      <dgm:t>
        <a:bodyPr/>
        <a:lstStyle/>
        <a:p>
          <a:r>
            <a:rPr lang="en-US"/>
            <a:t>4</a:t>
          </a:r>
          <a:endParaRPr lang="en-US" dirty="0"/>
        </a:p>
      </dgm:t>
    </dgm:pt>
    <dgm:pt modelId="{7A8B9CB1-940E-4ACC-8F99-21A670D87492}">
      <dgm:prSet/>
      <dgm:spPr/>
      <dgm:t>
        <a:bodyPr/>
        <a:lstStyle/>
        <a:p>
          <a:endParaRPr lang="en-GB" dirty="0"/>
        </a:p>
        <a:p>
          <a:r>
            <a:rPr lang="en-GB" dirty="0"/>
            <a:t>Modifying the seating arrangement or classroom environment to minimise distractions for pupils with sensory processing challenges.</a:t>
          </a:r>
          <a:endParaRPr lang="en-US" dirty="0"/>
        </a:p>
      </dgm:t>
    </dgm:pt>
    <dgm:pt modelId="{33DC20F1-93BD-4CA1-9155-B209F9FD740C}" type="parTrans" cxnId="{41EBC01F-ABC1-4BAB-852E-022719F32929}">
      <dgm:prSet/>
      <dgm:spPr/>
      <dgm:t>
        <a:bodyPr/>
        <a:lstStyle/>
        <a:p>
          <a:endParaRPr lang="en-US"/>
        </a:p>
      </dgm:t>
    </dgm:pt>
    <dgm:pt modelId="{CCF4A393-9C0C-4DD9-83C9-608217E3706A}" type="sibTrans" cxnId="{41EBC01F-ABC1-4BAB-852E-022719F32929}">
      <dgm:prSet phldrT="5" phldr="0"/>
      <dgm:spPr/>
      <dgm:t>
        <a:bodyPr/>
        <a:lstStyle/>
        <a:p>
          <a:r>
            <a:rPr lang="en-US"/>
            <a:t>5</a:t>
          </a:r>
          <a:endParaRPr lang="en-US" dirty="0"/>
        </a:p>
      </dgm:t>
    </dgm:pt>
    <dgm:pt modelId="{C681C3A1-5D6C-481D-AF7F-76B041C3D716}">
      <dgm:prSet/>
      <dgm:spPr/>
      <dgm:t>
        <a:bodyPr/>
        <a:lstStyle/>
        <a:p>
          <a:endParaRPr lang="en-GB" dirty="0"/>
        </a:p>
        <a:p>
          <a:r>
            <a:rPr lang="en-GB" dirty="0"/>
            <a:t>Adapting a history lesson to be more culturally responsive and inclusive of all pupils' backgrounds and experiences.</a:t>
          </a:r>
          <a:endParaRPr lang="en-US" dirty="0"/>
        </a:p>
      </dgm:t>
    </dgm:pt>
    <dgm:pt modelId="{C5F7B26F-9596-4579-A256-C3F6D1415315}" type="parTrans" cxnId="{45AA6679-E053-4431-A239-D993170C5F76}">
      <dgm:prSet/>
      <dgm:spPr/>
      <dgm:t>
        <a:bodyPr/>
        <a:lstStyle/>
        <a:p>
          <a:endParaRPr lang="en-US"/>
        </a:p>
      </dgm:t>
    </dgm:pt>
    <dgm:pt modelId="{A258833C-DA74-4081-ABA8-27A7435F2B70}" type="sibTrans" cxnId="{45AA6679-E053-4431-A239-D993170C5F76}">
      <dgm:prSet phldrT="6" phldr="0"/>
      <dgm:spPr/>
      <dgm:t>
        <a:bodyPr/>
        <a:lstStyle/>
        <a:p>
          <a:r>
            <a:rPr lang="en-US"/>
            <a:t>6</a:t>
          </a:r>
          <a:endParaRPr lang="en-US" dirty="0"/>
        </a:p>
      </dgm:t>
    </dgm:pt>
    <dgm:pt modelId="{DB4712B6-6948-4E96-9492-51F45810EE49}">
      <dgm:prSet/>
      <dgm:spPr/>
      <dgm:t>
        <a:bodyPr/>
        <a:lstStyle/>
        <a:p>
          <a:endParaRPr lang="en-GB" dirty="0"/>
        </a:p>
        <a:p>
          <a:r>
            <a:rPr lang="en-GB" dirty="0"/>
            <a:t>Providing additional time and support for pupils who struggle with executive functioning skills, such as organising their materials or managing their time effectively.</a:t>
          </a:r>
          <a:endParaRPr lang="en-US" dirty="0"/>
        </a:p>
      </dgm:t>
    </dgm:pt>
    <dgm:pt modelId="{46A4F386-DF50-4308-BE1D-C11F3281EB41}" type="parTrans" cxnId="{E94AE266-7C74-479E-9931-4682B802209A}">
      <dgm:prSet/>
      <dgm:spPr/>
      <dgm:t>
        <a:bodyPr/>
        <a:lstStyle/>
        <a:p>
          <a:endParaRPr lang="en-US"/>
        </a:p>
      </dgm:t>
    </dgm:pt>
    <dgm:pt modelId="{46E46284-166C-47D3-BE1F-B6A7EB21563F}" type="sibTrans" cxnId="{E94AE266-7C74-479E-9931-4682B802209A}">
      <dgm:prSet phldrT="7" phldr="0"/>
      <dgm:spPr/>
      <dgm:t>
        <a:bodyPr/>
        <a:lstStyle/>
        <a:p>
          <a:r>
            <a:rPr lang="en-US"/>
            <a:t>7</a:t>
          </a:r>
          <a:endParaRPr lang="en-US" dirty="0"/>
        </a:p>
      </dgm:t>
    </dgm:pt>
    <dgm:pt modelId="{64C5B268-1EF4-42B3-824B-939DDFC31C6E}" type="pres">
      <dgm:prSet presAssocID="{7300D63E-173C-403E-817F-FC5165FF40F5}" presName="Name0" presStyleCnt="0">
        <dgm:presLayoutVars>
          <dgm:animLvl val="lvl"/>
          <dgm:resizeHandles val="exact"/>
        </dgm:presLayoutVars>
      </dgm:prSet>
      <dgm:spPr/>
    </dgm:pt>
    <dgm:pt modelId="{C94D16DE-0ABB-49C9-8392-053DD4FAA65C}" type="pres">
      <dgm:prSet presAssocID="{AC4A49D8-B287-40A9-9B93-69E33C9D5819}" presName="compositeNode" presStyleCnt="0">
        <dgm:presLayoutVars>
          <dgm:bulletEnabled val="1"/>
        </dgm:presLayoutVars>
      </dgm:prSet>
      <dgm:spPr/>
    </dgm:pt>
    <dgm:pt modelId="{EFA14BF7-0AF0-4487-941E-F5C7BC77077B}" type="pres">
      <dgm:prSet presAssocID="{AC4A49D8-B287-40A9-9B93-69E33C9D5819}" presName="bgRect" presStyleLbl="bgAccFollowNode1" presStyleIdx="0" presStyleCnt="7"/>
      <dgm:spPr/>
    </dgm:pt>
    <dgm:pt modelId="{D76F9E6A-4788-4D35-BF1D-B6A2E5913AE4}" type="pres">
      <dgm:prSet presAssocID="{9B444349-6250-42FE-A8FC-1EDED98370B0}" presName="sibTransNodeCircle" presStyleLbl="alignNode1" presStyleIdx="0" presStyleCnt="14">
        <dgm:presLayoutVars>
          <dgm:chMax val="0"/>
          <dgm:bulletEnabled/>
        </dgm:presLayoutVars>
      </dgm:prSet>
      <dgm:spPr/>
    </dgm:pt>
    <dgm:pt modelId="{3BD35CBA-63CC-4523-83AE-710DBC2BD498}" type="pres">
      <dgm:prSet presAssocID="{AC4A49D8-B287-40A9-9B93-69E33C9D5819}" presName="bottomLine" presStyleLbl="alignNode1" presStyleIdx="1" presStyleCnt="14">
        <dgm:presLayoutVars/>
      </dgm:prSet>
      <dgm:spPr/>
    </dgm:pt>
    <dgm:pt modelId="{54A939DD-3C06-4D55-AC70-A203719F43A1}" type="pres">
      <dgm:prSet presAssocID="{AC4A49D8-B287-40A9-9B93-69E33C9D5819}" presName="nodeText" presStyleLbl="bgAccFollowNode1" presStyleIdx="0" presStyleCnt="7">
        <dgm:presLayoutVars>
          <dgm:bulletEnabled val="1"/>
        </dgm:presLayoutVars>
      </dgm:prSet>
      <dgm:spPr/>
    </dgm:pt>
    <dgm:pt modelId="{6DA3A72D-8129-4AC1-BEA4-DD79D80ABA3B}" type="pres">
      <dgm:prSet presAssocID="{9B444349-6250-42FE-A8FC-1EDED98370B0}" presName="sibTrans" presStyleCnt="0"/>
      <dgm:spPr/>
    </dgm:pt>
    <dgm:pt modelId="{EB335B33-921D-4A0F-8686-431FB8D92700}" type="pres">
      <dgm:prSet presAssocID="{4E0F032D-D0C5-454C-B3FA-F8D8B72863AA}" presName="compositeNode" presStyleCnt="0">
        <dgm:presLayoutVars>
          <dgm:bulletEnabled val="1"/>
        </dgm:presLayoutVars>
      </dgm:prSet>
      <dgm:spPr/>
    </dgm:pt>
    <dgm:pt modelId="{1E55D27C-0740-4F89-878C-08953163F2CB}" type="pres">
      <dgm:prSet presAssocID="{4E0F032D-D0C5-454C-B3FA-F8D8B72863AA}" presName="bgRect" presStyleLbl="bgAccFollowNode1" presStyleIdx="1" presStyleCnt="7"/>
      <dgm:spPr/>
    </dgm:pt>
    <dgm:pt modelId="{950CAF2E-E94E-4D1E-8D46-779BB373BFE1}" type="pres">
      <dgm:prSet presAssocID="{3F70A515-04AC-4D10-81EE-0D2E8FEF64D5}" presName="sibTransNodeCircle" presStyleLbl="alignNode1" presStyleIdx="2" presStyleCnt="14">
        <dgm:presLayoutVars>
          <dgm:chMax val="0"/>
          <dgm:bulletEnabled/>
        </dgm:presLayoutVars>
      </dgm:prSet>
      <dgm:spPr/>
    </dgm:pt>
    <dgm:pt modelId="{B13D5359-5B97-42FA-A377-486389732DBD}" type="pres">
      <dgm:prSet presAssocID="{4E0F032D-D0C5-454C-B3FA-F8D8B72863AA}" presName="bottomLine" presStyleLbl="alignNode1" presStyleIdx="3" presStyleCnt="14">
        <dgm:presLayoutVars/>
      </dgm:prSet>
      <dgm:spPr/>
    </dgm:pt>
    <dgm:pt modelId="{D746C8F6-2587-4FF8-8EC4-10C444A76DDF}" type="pres">
      <dgm:prSet presAssocID="{4E0F032D-D0C5-454C-B3FA-F8D8B72863AA}" presName="nodeText" presStyleLbl="bgAccFollowNode1" presStyleIdx="1" presStyleCnt="7">
        <dgm:presLayoutVars>
          <dgm:bulletEnabled val="1"/>
        </dgm:presLayoutVars>
      </dgm:prSet>
      <dgm:spPr/>
    </dgm:pt>
    <dgm:pt modelId="{35A27A0B-6575-4BE9-B4FB-68879C92742C}" type="pres">
      <dgm:prSet presAssocID="{3F70A515-04AC-4D10-81EE-0D2E8FEF64D5}" presName="sibTrans" presStyleCnt="0"/>
      <dgm:spPr/>
    </dgm:pt>
    <dgm:pt modelId="{9DDDEB93-7870-42C5-AF91-06DF41047F01}" type="pres">
      <dgm:prSet presAssocID="{97F51DE1-DC5F-4F02-90C2-6592937CDE88}" presName="compositeNode" presStyleCnt="0">
        <dgm:presLayoutVars>
          <dgm:bulletEnabled val="1"/>
        </dgm:presLayoutVars>
      </dgm:prSet>
      <dgm:spPr/>
    </dgm:pt>
    <dgm:pt modelId="{617A0968-A6A4-4A2A-985F-CB0005BFDD1C}" type="pres">
      <dgm:prSet presAssocID="{97F51DE1-DC5F-4F02-90C2-6592937CDE88}" presName="bgRect" presStyleLbl="bgAccFollowNode1" presStyleIdx="2" presStyleCnt="7"/>
      <dgm:spPr/>
    </dgm:pt>
    <dgm:pt modelId="{804718DF-DEA0-413A-9B50-4818718F619C}" type="pres">
      <dgm:prSet presAssocID="{C8DA8B6E-3944-4B23-BBE7-EA9D240C8412}" presName="sibTransNodeCircle" presStyleLbl="alignNode1" presStyleIdx="4" presStyleCnt="14">
        <dgm:presLayoutVars>
          <dgm:chMax val="0"/>
          <dgm:bulletEnabled/>
        </dgm:presLayoutVars>
      </dgm:prSet>
      <dgm:spPr/>
    </dgm:pt>
    <dgm:pt modelId="{46D44EE1-0A3B-4948-A96C-C3FD2F8BF594}" type="pres">
      <dgm:prSet presAssocID="{97F51DE1-DC5F-4F02-90C2-6592937CDE88}" presName="bottomLine" presStyleLbl="alignNode1" presStyleIdx="5" presStyleCnt="14">
        <dgm:presLayoutVars/>
      </dgm:prSet>
      <dgm:spPr/>
    </dgm:pt>
    <dgm:pt modelId="{50BC7AD0-CE2A-41CD-8A03-6DF66BBF41EA}" type="pres">
      <dgm:prSet presAssocID="{97F51DE1-DC5F-4F02-90C2-6592937CDE88}" presName="nodeText" presStyleLbl="bgAccFollowNode1" presStyleIdx="2" presStyleCnt="7">
        <dgm:presLayoutVars>
          <dgm:bulletEnabled val="1"/>
        </dgm:presLayoutVars>
      </dgm:prSet>
      <dgm:spPr/>
    </dgm:pt>
    <dgm:pt modelId="{D46BF389-5F8D-4C35-B936-19CACB1B2079}" type="pres">
      <dgm:prSet presAssocID="{C8DA8B6E-3944-4B23-BBE7-EA9D240C8412}" presName="sibTrans" presStyleCnt="0"/>
      <dgm:spPr/>
    </dgm:pt>
    <dgm:pt modelId="{91DEDF4D-675C-465E-ABBE-8784EB348816}" type="pres">
      <dgm:prSet presAssocID="{F46A3759-370F-46FA-A913-059FAD5523B4}" presName="compositeNode" presStyleCnt="0">
        <dgm:presLayoutVars>
          <dgm:bulletEnabled val="1"/>
        </dgm:presLayoutVars>
      </dgm:prSet>
      <dgm:spPr/>
    </dgm:pt>
    <dgm:pt modelId="{78C63F23-A264-4D74-84B1-AA45D817C3E0}" type="pres">
      <dgm:prSet presAssocID="{F46A3759-370F-46FA-A913-059FAD5523B4}" presName="bgRect" presStyleLbl="bgAccFollowNode1" presStyleIdx="3" presStyleCnt="7"/>
      <dgm:spPr/>
    </dgm:pt>
    <dgm:pt modelId="{572453F1-5B9C-4337-9492-46630B95E538}" type="pres">
      <dgm:prSet presAssocID="{4D3AD7E6-8B4F-483E-BECA-4D0E84CF8FC7}" presName="sibTransNodeCircle" presStyleLbl="alignNode1" presStyleIdx="6" presStyleCnt="14">
        <dgm:presLayoutVars>
          <dgm:chMax val="0"/>
          <dgm:bulletEnabled/>
        </dgm:presLayoutVars>
      </dgm:prSet>
      <dgm:spPr/>
    </dgm:pt>
    <dgm:pt modelId="{0DB5E2CC-F819-4109-B5F1-86E1EF9C5C95}" type="pres">
      <dgm:prSet presAssocID="{F46A3759-370F-46FA-A913-059FAD5523B4}" presName="bottomLine" presStyleLbl="alignNode1" presStyleIdx="7" presStyleCnt="14">
        <dgm:presLayoutVars/>
      </dgm:prSet>
      <dgm:spPr/>
    </dgm:pt>
    <dgm:pt modelId="{E2A72CF7-1EED-44C0-AA52-3F61FE2511B4}" type="pres">
      <dgm:prSet presAssocID="{F46A3759-370F-46FA-A913-059FAD5523B4}" presName="nodeText" presStyleLbl="bgAccFollowNode1" presStyleIdx="3" presStyleCnt="7">
        <dgm:presLayoutVars>
          <dgm:bulletEnabled val="1"/>
        </dgm:presLayoutVars>
      </dgm:prSet>
      <dgm:spPr/>
    </dgm:pt>
    <dgm:pt modelId="{2C86375A-C930-46A2-8ECD-467AA213828C}" type="pres">
      <dgm:prSet presAssocID="{4D3AD7E6-8B4F-483E-BECA-4D0E84CF8FC7}" presName="sibTrans" presStyleCnt="0"/>
      <dgm:spPr/>
    </dgm:pt>
    <dgm:pt modelId="{BE3531BE-17B9-4992-A60D-4CECC6022E1D}" type="pres">
      <dgm:prSet presAssocID="{7A8B9CB1-940E-4ACC-8F99-21A670D87492}" presName="compositeNode" presStyleCnt="0">
        <dgm:presLayoutVars>
          <dgm:bulletEnabled val="1"/>
        </dgm:presLayoutVars>
      </dgm:prSet>
      <dgm:spPr/>
    </dgm:pt>
    <dgm:pt modelId="{68FB0008-2637-4A5A-8CF3-17EA2DD11814}" type="pres">
      <dgm:prSet presAssocID="{7A8B9CB1-940E-4ACC-8F99-21A670D87492}" presName="bgRect" presStyleLbl="bgAccFollowNode1" presStyleIdx="4" presStyleCnt="7"/>
      <dgm:spPr/>
    </dgm:pt>
    <dgm:pt modelId="{9EFF184C-B882-4148-8B25-5D493CFD2F5A}" type="pres">
      <dgm:prSet presAssocID="{CCF4A393-9C0C-4DD9-83C9-608217E3706A}" presName="sibTransNodeCircle" presStyleLbl="alignNode1" presStyleIdx="8" presStyleCnt="14">
        <dgm:presLayoutVars>
          <dgm:chMax val="0"/>
          <dgm:bulletEnabled/>
        </dgm:presLayoutVars>
      </dgm:prSet>
      <dgm:spPr/>
    </dgm:pt>
    <dgm:pt modelId="{46977964-4455-485A-A831-F7D8B3FD46B4}" type="pres">
      <dgm:prSet presAssocID="{7A8B9CB1-940E-4ACC-8F99-21A670D87492}" presName="bottomLine" presStyleLbl="alignNode1" presStyleIdx="9" presStyleCnt="14">
        <dgm:presLayoutVars/>
      </dgm:prSet>
      <dgm:spPr/>
    </dgm:pt>
    <dgm:pt modelId="{76DDF46D-E50E-45E6-B0E0-FE5D921AAD30}" type="pres">
      <dgm:prSet presAssocID="{7A8B9CB1-940E-4ACC-8F99-21A670D87492}" presName="nodeText" presStyleLbl="bgAccFollowNode1" presStyleIdx="4" presStyleCnt="7">
        <dgm:presLayoutVars>
          <dgm:bulletEnabled val="1"/>
        </dgm:presLayoutVars>
      </dgm:prSet>
      <dgm:spPr/>
    </dgm:pt>
    <dgm:pt modelId="{A59F3F01-A088-4586-A957-E79BFF54180D}" type="pres">
      <dgm:prSet presAssocID="{CCF4A393-9C0C-4DD9-83C9-608217E3706A}" presName="sibTrans" presStyleCnt="0"/>
      <dgm:spPr/>
    </dgm:pt>
    <dgm:pt modelId="{9CD86274-F80C-4C3A-B936-91FAE319F659}" type="pres">
      <dgm:prSet presAssocID="{C681C3A1-5D6C-481D-AF7F-76B041C3D716}" presName="compositeNode" presStyleCnt="0">
        <dgm:presLayoutVars>
          <dgm:bulletEnabled val="1"/>
        </dgm:presLayoutVars>
      </dgm:prSet>
      <dgm:spPr/>
    </dgm:pt>
    <dgm:pt modelId="{4E56F0CF-ECE6-41EA-A79D-032E53908047}" type="pres">
      <dgm:prSet presAssocID="{C681C3A1-5D6C-481D-AF7F-76B041C3D716}" presName="bgRect" presStyleLbl="bgAccFollowNode1" presStyleIdx="5" presStyleCnt="7"/>
      <dgm:spPr/>
    </dgm:pt>
    <dgm:pt modelId="{CF613691-9F02-4CB8-BFF4-5B69EAE84B57}" type="pres">
      <dgm:prSet presAssocID="{A258833C-DA74-4081-ABA8-27A7435F2B70}" presName="sibTransNodeCircle" presStyleLbl="alignNode1" presStyleIdx="10" presStyleCnt="14">
        <dgm:presLayoutVars>
          <dgm:chMax val="0"/>
          <dgm:bulletEnabled/>
        </dgm:presLayoutVars>
      </dgm:prSet>
      <dgm:spPr/>
    </dgm:pt>
    <dgm:pt modelId="{0959C6D1-01B0-4C11-B9BE-492CD142BA8C}" type="pres">
      <dgm:prSet presAssocID="{C681C3A1-5D6C-481D-AF7F-76B041C3D716}" presName="bottomLine" presStyleLbl="alignNode1" presStyleIdx="11" presStyleCnt="14">
        <dgm:presLayoutVars/>
      </dgm:prSet>
      <dgm:spPr/>
    </dgm:pt>
    <dgm:pt modelId="{D4021D7D-C675-4B0D-8392-BCCC707F5451}" type="pres">
      <dgm:prSet presAssocID="{C681C3A1-5D6C-481D-AF7F-76B041C3D716}" presName="nodeText" presStyleLbl="bgAccFollowNode1" presStyleIdx="5" presStyleCnt="7">
        <dgm:presLayoutVars>
          <dgm:bulletEnabled val="1"/>
        </dgm:presLayoutVars>
      </dgm:prSet>
      <dgm:spPr/>
    </dgm:pt>
    <dgm:pt modelId="{08DDD1A4-CCD7-419F-9B3F-EE9B52CD5FFD}" type="pres">
      <dgm:prSet presAssocID="{A258833C-DA74-4081-ABA8-27A7435F2B70}" presName="sibTrans" presStyleCnt="0"/>
      <dgm:spPr/>
    </dgm:pt>
    <dgm:pt modelId="{91673236-FD0D-459C-9899-949CFA261175}" type="pres">
      <dgm:prSet presAssocID="{DB4712B6-6948-4E96-9492-51F45810EE49}" presName="compositeNode" presStyleCnt="0">
        <dgm:presLayoutVars>
          <dgm:bulletEnabled val="1"/>
        </dgm:presLayoutVars>
      </dgm:prSet>
      <dgm:spPr/>
    </dgm:pt>
    <dgm:pt modelId="{8A28F68A-0DD7-4CEB-B55F-30D1D6B32EBA}" type="pres">
      <dgm:prSet presAssocID="{DB4712B6-6948-4E96-9492-51F45810EE49}" presName="bgRect" presStyleLbl="bgAccFollowNode1" presStyleIdx="6" presStyleCnt="7"/>
      <dgm:spPr/>
    </dgm:pt>
    <dgm:pt modelId="{13532731-59EA-4D78-BB2B-54EE97BBC6F3}" type="pres">
      <dgm:prSet presAssocID="{46E46284-166C-47D3-BE1F-B6A7EB21563F}" presName="sibTransNodeCircle" presStyleLbl="alignNode1" presStyleIdx="12" presStyleCnt="14">
        <dgm:presLayoutVars>
          <dgm:chMax val="0"/>
          <dgm:bulletEnabled/>
        </dgm:presLayoutVars>
      </dgm:prSet>
      <dgm:spPr/>
    </dgm:pt>
    <dgm:pt modelId="{9004D780-B9A1-4380-8614-D559EB4E4369}" type="pres">
      <dgm:prSet presAssocID="{DB4712B6-6948-4E96-9492-51F45810EE49}" presName="bottomLine" presStyleLbl="alignNode1" presStyleIdx="13" presStyleCnt="14">
        <dgm:presLayoutVars/>
      </dgm:prSet>
      <dgm:spPr/>
    </dgm:pt>
    <dgm:pt modelId="{7E8259F9-0A72-4D58-8FAB-31633C01B6F0}" type="pres">
      <dgm:prSet presAssocID="{DB4712B6-6948-4E96-9492-51F45810EE49}" presName="nodeText" presStyleLbl="bgAccFollowNode1" presStyleIdx="6" presStyleCnt="7">
        <dgm:presLayoutVars>
          <dgm:bulletEnabled val="1"/>
        </dgm:presLayoutVars>
      </dgm:prSet>
      <dgm:spPr/>
    </dgm:pt>
  </dgm:ptLst>
  <dgm:cxnLst>
    <dgm:cxn modelId="{0192B50E-94A6-43B4-8058-508E2CD07025}" type="presOf" srcId="{97F51DE1-DC5F-4F02-90C2-6592937CDE88}" destId="{617A0968-A6A4-4A2A-985F-CB0005BFDD1C}" srcOrd="0" destOrd="0" presId="urn:microsoft.com/office/officeart/2016/7/layout/BasicLinearProcessNumbered"/>
    <dgm:cxn modelId="{71BEA81A-F7F1-43E6-A4D2-484974594D00}" type="presOf" srcId="{DB4712B6-6948-4E96-9492-51F45810EE49}" destId="{8A28F68A-0DD7-4CEB-B55F-30D1D6B32EBA}" srcOrd="0" destOrd="0" presId="urn:microsoft.com/office/officeart/2016/7/layout/BasicLinearProcessNumbered"/>
    <dgm:cxn modelId="{41EBC01F-ABC1-4BAB-852E-022719F32929}" srcId="{7300D63E-173C-403E-817F-FC5165FF40F5}" destId="{7A8B9CB1-940E-4ACC-8F99-21A670D87492}" srcOrd="4" destOrd="0" parTransId="{33DC20F1-93BD-4CA1-9155-B209F9FD740C}" sibTransId="{CCF4A393-9C0C-4DD9-83C9-608217E3706A}"/>
    <dgm:cxn modelId="{456CA429-4691-454C-B688-1B2DD740D0CD}" type="presOf" srcId="{4E0F032D-D0C5-454C-B3FA-F8D8B72863AA}" destId="{D746C8F6-2587-4FF8-8EC4-10C444A76DDF}" srcOrd="1" destOrd="0" presId="urn:microsoft.com/office/officeart/2016/7/layout/BasicLinearProcessNumbered"/>
    <dgm:cxn modelId="{CFBD3737-C5BD-4B42-A530-35CB3037D0A9}" srcId="{7300D63E-173C-403E-817F-FC5165FF40F5}" destId="{AC4A49D8-B287-40A9-9B93-69E33C9D5819}" srcOrd="0" destOrd="0" parTransId="{646A9220-324D-4407-BC80-F2F0C8DCD351}" sibTransId="{9B444349-6250-42FE-A8FC-1EDED98370B0}"/>
    <dgm:cxn modelId="{85810241-4708-4927-A24F-347F6279C11E}" type="presOf" srcId="{7A8B9CB1-940E-4ACC-8F99-21A670D87492}" destId="{68FB0008-2637-4A5A-8CF3-17EA2DD11814}" srcOrd="0" destOrd="0" presId="urn:microsoft.com/office/officeart/2016/7/layout/BasicLinearProcessNumbered"/>
    <dgm:cxn modelId="{E94AE266-7C74-479E-9931-4682B802209A}" srcId="{7300D63E-173C-403E-817F-FC5165FF40F5}" destId="{DB4712B6-6948-4E96-9492-51F45810EE49}" srcOrd="6" destOrd="0" parTransId="{46A4F386-DF50-4308-BE1D-C11F3281EB41}" sibTransId="{46E46284-166C-47D3-BE1F-B6A7EB21563F}"/>
    <dgm:cxn modelId="{95887047-5608-4BCF-B66B-AD3B170609E3}" type="presOf" srcId="{C681C3A1-5D6C-481D-AF7F-76B041C3D716}" destId="{D4021D7D-C675-4B0D-8392-BCCC707F5451}" srcOrd="1" destOrd="0" presId="urn:microsoft.com/office/officeart/2016/7/layout/BasicLinearProcessNumbered"/>
    <dgm:cxn modelId="{66E8CC47-C558-40E7-BBE7-431797DABF41}" type="presOf" srcId="{C681C3A1-5D6C-481D-AF7F-76B041C3D716}" destId="{4E56F0CF-ECE6-41EA-A79D-032E53908047}" srcOrd="0" destOrd="0" presId="urn:microsoft.com/office/officeart/2016/7/layout/BasicLinearProcessNumbered"/>
    <dgm:cxn modelId="{F0F2EB4C-46A9-469E-BDB3-E5C32A378B82}" type="presOf" srcId="{9B444349-6250-42FE-A8FC-1EDED98370B0}" destId="{D76F9E6A-4788-4D35-BF1D-B6A2E5913AE4}" srcOrd="0" destOrd="0" presId="urn:microsoft.com/office/officeart/2016/7/layout/BasicLinearProcessNumbered"/>
    <dgm:cxn modelId="{DA0BC84F-06E2-48AE-853C-00C8172EEE40}" type="presOf" srcId="{AC4A49D8-B287-40A9-9B93-69E33C9D5819}" destId="{54A939DD-3C06-4D55-AC70-A203719F43A1}" srcOrd="1" destOrd="0" presId="urn:microsoft.com/office/officeart/2016/7/layout/BasicLinearProcessNumbered"/>
    <dgm:cxn modelId="{45AA6679-E053-4431-A239-D993170C5F76}" srcId="{7300D63E-173C-403E-817F-FC5165FF40F5}" destId="{C681C3A1-5D6C-481D-AF7F-76B041C3D716}" srcOrd="5" destOrd="0" parTransId="{C5F7B26F-9596-4579-A256-C3F6D1415315}" sibTransId="{A258833C-DA74-4081-ABA8-27A7435F2B70}"/>
    <dgm:cxn modelId="{3C365C7B-07D0-485B-BF77-C12FC1EE8C89}" type="presOf" srcId="{7A8B9CB1-940E-4ACC-8F99-21A670D87492}" destId="{76DDF46D-E50E-45E6-B0E0-FE5D921AAD30}" srcOrd="1" destOrd="0" presId="urn:microsoft.com/office/officeart/2016/7/layout/BasicLinearProcessNumbered"/>
    <dgm:cxn modelId="{3938178D-F4EB-4692-9901-25C509A55596}" type="presOf" srcId="{4E0F032D-D0C5-454C-B3FA-F8D8B72863AA}" destId="{1E55D27C-0740-4F89-878C-08953163F2CB}" srcOrd="0" destOrd="0" presId="urn:microsoft.com/office/officeart/2016/7/layout/BasicLinearProcessNumbered"/>
    <dgm:cxn modelId="{2C46F691-D781-47F5-9DC9-2E1DF853DB92}" type="presOf" srcId="{F46A3759-370F-46FA-A913-059FAD5523B4}" destId="{E2A72CF7-1EED-44C0-AA52-3F61FE2511B4}" srcOrd="1" destOrd="0" presId="urn:microsoft.com/office/officeart/2016/7/layout/BasicLinearProcessNumbered"/>
    <dgm:cxn modelId="{F078CA93-0070-407B-8D4A-2411DAF2414E}" type="presOf" srcId="{4D3AD7E6-8B4F-483E-BECA-4D0E84CF8FC7}" destId="{572453F1-5B9C-4337-9492-46630B95E538}" srcOrd="0" destOrd="0" presId="urn:microsoft.com/office/officeart/2016/7/layout/BasicLinearProcessNumbered"/>
    <dgm:cxn modelId="{D9A336A2-8633-4154-A489-45CBC574CB9B}" type="presOf" srcId="{3F70A515-04AC-4D10-81EE-0D2E8FEF64D5}" destId="{950CAF2E-E94E-4D1E-8D46-779BB373BFE1}" srcOrd="0" destOrd="0" presId="urn:microsoft.com/office/officeart/2016/7/layout/BasicLinearProcessNumbered"/>
    <dgm:cxn modelId="{4345AFA5-6E41-4F08-B5DE-FCB866694593}" type="presOf" srcId="{C8DA8B6E-3944-4B23-BBE7-EA9D240C8412}" destId="{804718DF-DEA0-413A-9B50-4818718F619C}" srcOrd="0" destOrd="0" presId="urn:microsoft.com/office/officeart/2016/7/layout/BasicLinearProcessNumbered"/>
    <dgm:cxn modelId="{BFE3BFA6-23D4-47A2-87F9-131466183852}" type="presOf" srcId="{46E46284-166C-47D3-BE1F-B6A7EB21563F}" destId="{13532731-59EA-4D78-BB2B-54EE97BBC6F3}" srcOrd="0" destOrd="0" presId="urn:microsoft.com/office/officeart/2016/7/layout/BasicLinearProcessNumbered"/>
    <dgm:cxn modelId="{4F902FB4-4F49-42B7-900D-979F2E94FD11}" type="presOf" srcId="{F46A3759-370F-46FA-A913-059FAD5523B4}" destId="{78C63F23-A264-4D74-84B1-AA45D817C3E0}" srcOrd="0" destOrd="0" presId="urn:microsoft.com/office/officeart/2016/7/layout/BasicLinearProcessNumbered"/>
    <dgm:cxn modelId="{B25951C1-A257-40D6-BE3D-80245930065F}" srcId="{7300D63E-173C-403E-817F-FC5165FF40F5}" destId="{4E0F032D-D0C5-454C-B3FA-F8D8B72863AA}" srcOrd="1" destOrd="0" parTransId="{453AD408-CF12-43D1-8639-F115A12D3C2B}" sibTransId="{3F70A515-04AC-4D10-81EE-0D2E8FEF64D5}"/>
    <dgm:cxn modelId="{C7C288CE-2D57-4BEB-B786-BCC7DCC00EDD}" type="presOf" srcId="{CCF4A393-9C0C-4DD9-83C9-608217E3706A}" destId="{9EFF184C-B882-4148-8B25-5D493CFD2F5A}" srcOrd="0" destOrd="0" presId="urn:microsoft.com/office/officeart/2016/7/layout/BasicLinearProcessNumbered"/>
    <dgm:cxn modelId="{AE20A3D6-6F07-4D81-AF97-2EB313084C14}" type="presOf" srcId="{97F51DE1-DC5F-4F02-90C2-6592937CDE88}" destId="{50BC7AD0-CE2A-41CD-8A03-6DF66BBF41EA}" srcOrd="1" destOrd="0" presId="urn:microsoft.com/office/officeart/2016/7/layout/BasicLinearProcessNumbered"/>
    <dgm:cxn modelId="{194EAFDE-F8BE-4C29-85C7-DD14A7DF3AA4}" type="presOf" srcId="{AC4A49D8-B287-40A9-9B93-69E33C9D5819}" destId="{EFA14BF7-0AF0-4487-941E-F5C7BC77077B}" srcOrd="0" destOrd="0" presId="urn:microsoft.com/office/officeart/2016/7/layout/BasicLinearProcessNumbered"/>
    <dgm:cxn modelId="{DC3665E6-4350-4437-BB2F-795C3FB90495}" type="presOf" srcId="{DB4712B6-6948-4E96-9492-51F45810EE49}" destId="{7E8259F9-0A72-4D58-8FAB-31633C01B6F0}" srcOrd="1" destOrd="0" presId="urn:microsoft.com/office/officeart/2016/7/layout/BasicLinearProcessNumbered"/>
    <dgm:cxn modelId="{744A21F0-C6CB-4188-BD71-0989AA094571}" srcId="{7300D63E-173C-403E-817F-FC5165FF40F5}" destId="{97F51DE1-DC5F-4F02-90C2-6592937CDE88}" srcOrd="2" destOrd="0" parTransId="{D79E50B3-B5D3-44BC-8F3E-3684117682A4}" sibTransId="{C8DA8B6E-3944-4B23-BBE7-EA9D240C8412}"/>
    <dgm:cxn modelId="{5331F6F4-2464-46C9-AE3A-C5F93D30E07F}" type="presOf" srcId="{A258833C-DA74-4081-ABA8-27A7435F2B70}" destId="{CF613691-9F02-4CB8-BFF4-5B69EAE84B57}" srcOrd="0" destOrd="0" presId="urn:microsoft.com/office/officeart/2016/7/layout/BasicLinearProcessNumbered"/>
    <dgm:cxn modelId="{B93D48F8-6382-4BA3-B1CB-CCEED27DC092}" type="presOf" srcId="{7300D63E-173C-403E-817F-FC5165FF40F5}" destId="{64C5B268-1EF4-42B3-824B-939DDFC31C6E}" srcOrd="0" destOrd="0" presId="urn:microsoft.com/office/officeart/2016/7/layout/BasicLinearProcessNumbered"/>
    <dgm:cxn modelId="{40B2B7F8-804C-44E8-A420-893646AB6034}" srcId="{7300D63E-173C-403E-817F-FC5165FF40F5}" destId="{F46A3759-370F-46FA-A913-059FAD5523B4}" srcOrd="3" destOrd="0" parTransId="{0441EB91-6335-46CF-9A99-917009639FE4}" sibTransId="{4D3AD7E6-8B4F-483E-BECA-4D0E84CF8FC7}"/>
    <dgm:cxn modelId="{2B6957D2-258A-4A8B-9EB9-65B215EBE3B8}" type="presParOf" srcId="{64C5B268-1EF4-42B3-824B-939DDFC31C6E}" destId="{C94D16DE-0ABB-49C9-8392-053DD4FAA65C}" srcOrd="0" destOrd="0" presId="urn:microsoft.com/office/officeart/2016/7/layout/BasicLinearProcessNumbered"/>
    <dgm:cxn modelId="{54E03D35-4DC0-4CBA-AF49-5CC62B45242B}" type="presParOf" srcId="{C94D16DE-0ABB-49C9-8392-053DD4FAA65C}" destId="{EFA14BF7-0AF0-4487-941E-F5C7BC77077B}" srcOrd="0" destOrd="0" presId="urn:microsoft.com/office/officeart/2016/7/layout/BasicLinearProcessNumbered"/>
    <dgm:cxn modelId="{F0406149-3BAE-43C4-98BD-09C4E6B5064D}" type="presParOf" srcId="{C94D16DE-0ABB-49C9-8392-053DD4FAA65C}" destId="{D76F9E6A-4788-4D35-BF1D-B6A2E5913AE4}" srcOrd="1" destOrd="0" presId="urn:microsoft.com/office/officeart/2016/7/layout/BasicLinearProcessNumbered"/>
    <dgm:cxn modelId="{E6828FB6-57F7-4F24-98EC-28B9D8F57A1C}" type="presParOf" srcId="{C94D16DE-0ABB-49C9-8392-053DD4FAA65C}" destId="{3BD35CBA-63CC-4523-83AE-710DBC2BD498}" srcOrd="2" destOrd="0" presId="urn:microsoft.com/office/officeart/2016/7/layout/BasicLinearProcessNumbered"/>
    <dgm:cxn modelId="{08FC388E-0FCF-46C8-928C-8305BE78DCDB}" type="presParOf" srcId="{C94D16DE-0ABB-49C9-8392-053DD4FAA65C}" destId="{54A939DD-3C06-4D55-AC70-A203719F43A1}" srcOrd="3" destOrd="0" presId="urn:microsoft.com/office/officeart/2016/7/layout/BasicLinearProcessNumbered"/>
    <dgm:cxn modelId="{5D049DE6-30D3-4432-A046-90F5BDD80C9E}" type="presParOf" srcId="{64C5B268-1EF4-42B3-824B-939DDFC31C6E}" destId="{6DA3A72D-8129-4AC1-BEA4-DD79D80ABA3B}" srcOrd="1" destOrd="0" presId="urn:microsoft.com/office/officeart/2016/7/layout/BasicLinearProcessNumbered"/>
    <dgm:cxn modelId="{60512423-5DA9-48B4-B679-2D68D55FE335}" type="presParOf" srcId="{64C5B268-1EF4-42B3-824B-939DDFC31C6E}" destId="{EB335B33-921D-4A0F-8686-431FB8D92700}" srcOrd="2" destOrd="0" presId="urn:microsoft.com/office/officeart/2016/7/layout/BasicLinearProcessNumbered"/>
    <dgm:cxn modelId="{50612AC4-45AC-4331-B170-0F32AD0FFFE1}" type="presParOf" srcId="{EB335B33-921D-4A0F-8686-431FB8D92700}" destId="{1E55D27C-0740-4F89-878C-08953163F2CB}" srcOrd="0" destOrd="0" presId="urn:microsoft.com/office/officeart/2016/7/layout/BasicLinearProcessNumbered"/>
    <dgm:cxn modelId="{685F5E03-6EDF-47AD-9ED4-54B110953431}" type="presParOf" srcId="{EB335B33-921D-4A0F-8686-431FB8D92700}" destId="{950CAF2E-E94E-4D1E-8D46-779BB373BFE1}" srcOrd="1" destOrd="0" presId="urn:microsoft.com/office/officeart/2016/7/layout/BasicLinearProcessNumbered"/>
    <dgm:cxn modelId="{6266C831-65DC-459A-913B-5938F44B4933}" type="presParOf" srcId="{EB335B33-921D-4A0F-8686-431FB8D92700}" destId="{B13D5359-5B97-42FA-A377-486389732DBD}" srcOrd="2" destOrd="0" presId="urn:microsoft.com/office/officeart/2016/7/layout/BasicLinearProcessNumbered"/>
    <dgm:cxn modelId="{24188D33-1771-4CCD-92CA-5A4B72630AB3}" type="presParOf" srcId="{EB335B33-921D-4A0F-8686-431FB8D92700}" destId="{D746C8F6-2587-4FF8-8EC4-10C444A76DDF}" srcOrd="3" destOrd="0" presId="urn:microsoft.com/office/officeart/2016/7/layout/BasicLinearProcessNumbered"/>
    <dgm:cxn modelId="{7EC6C198-D232-4DFA-A3DA-EBF0B028EC86}" type="presParOf" srcId="{64C5B268-1EF4-42B3-824B-939DDFC31C6E}" destId="{35A27A0B-6575-4BE9-B4FB-68879C92742C}" srcOrd="3" destOrd="0" presId="urn:microsoft.com/office/officeart/2016/7/layout/BasicLinearProcessNumbered"/>
    <dgm:cxn modelId="{A0DD02E6-0B20-4D50-AE3B-0F3F246569B4}" type="presParOf" srcId="{64C5B268-1EF4-42B3-824B-939DDFC31C6E}" destId="{9DDDEB93-7870-42C5-AF91-06DF41047F01}" srcOrd="4" destOrd="0" presId="urn:microsoft.com/office/officeart/2016/7/layout/BasicLinearProcessNumbered"/>
    <dgm:cxn modelId="{A2303880-4DF2-4EFE-9F89-1C255F10F900}" type="presParOf" srcId="{9DDDEB93-7870-42C5-AF91-06DF41047F01}" destId="{617A0968-A6A4-4A2A-985F-CB0005BFDD1C}" srcOrd="0" destOrd="0" presId="urn:microsoft.com/office/officeart/2016/7/layout/BasicLinearProcessNumbered"/>
    <dgm:cxn modelId="{96D98A1F-F01B-4C0E-BA98-1518BC18915E}" type="presParOf" srcId="{9DDDEB93-7870-42C5-AF91-06DF41047F01}" destId="{804718DF-DEA0-413A-9B50-4818718F619C}" srcOrd="1" destOrd="0" presId="urn:microsoft.com/office/officeart/2016/7/layout/BasicLinearProcessNumbered"/>
    <dgm:cxn modelId="{3F1AC4F3-D7AA-48F1-A7D2-8CE0D1C69A6D}" type="presParOf" srcId="{9DDDEB93-7870-42C5-AF91-06DF41047F01}" destId="{46D44EE1-0A3B-4948-A96C-C3FD2F8BF594}" srcOrd="2" destOrd="0" presId="urn:microsoft.com/office/officeart/2016/7/layout/BasicLinearProcessNumbered"/>
    <dgm:cxn modelId="{4623638A-383E-4221-AC94-ADECBA1A6B02}" type="presParOf" srcId="{9DDDEB93-7870-42C5-AF91-06DF41047F01}" destId="{50BC7AD0-CE2A-41CD-8A03-6DF66BBF41EA}" srcOrd="3" destOrd="0" presId="urn:microsoft.com/office/officeart/2016/7/layout/BasicLinearProcessNumbered"/>
    <dgm:cxn modelId="{9C3C0E39-1E97-4A78-A4CA-1B96B7F2652F}" type="presParOf" srcId="{64C5B268-1EF4-42B3-824B-939DDFC31C6E}" destId="{D46BF389-5F8D-4C35-B936-19CACB1B2079}" srcOrd="5" destOrd="0" presId="urn:microsoft.com/office/officeart/2016/7/layout/BasicLinearProcessNumbered"/>
    <dgm:cxn modelId="{87A4381C-972B-4703-9B9D-ED6DB001A6C3}" type="presParOf" srcId="{64C5B268-1EF4-42B3-824B-939DDFC31C6E}" destId="{91DEDF4D-675C-465E-ABBE-8784EB348816}" srcOrd="6" destOrd="0" presId="urn:microsoft.com/office/officeart/2016/7/layout/BasicLinearProcessNumbered"/>
    <dgm:cxn modelId="{1B8BF49A-B7FE-4500-8E53-FF0E845016F9}" type="presParOf" srcId="{91DEDF4D-675C-465E-ABBE-8784EB348816}" destId="{78C63F23-A264-4D74-84B1-AA45D817C3E0}" srcOrd="0" destOrd="0" presId="urn:microsoft.com/office/officeart/2016/7/layout/BasicLinearProcessNumbered"/>
    <dgm:cxn modelId="{87B5DB32-590C-4E8D-92CB-7FC50A7ECA56}" type="presParOf" srcId="{91DEDF4D-675C-465E-ABBE-8784EB348816}" destId="{572453F1-5B9C-4337-9492-46630B95E538}" srcOrd="1" destOrd="0" presId="urn:microsoft.com/office/officeart/2016/7/layout/BasicLinearProcessNumbered"/>
    <dgm:cxn modelId="{02FA55CC-A8FA-4EBD-835F-D3DD468394AB}" type="presParOf" srcId="{91DEDF4D-675C-465E-ABBE-8784EB348816}" destId="{0DB5E2CC-F819-4109-B5F1-86E1EF9C5C95}" srcOrd="2" destOrd="0" presId="urn:microsoft.com/office/officeart/2016/7/layout/BasicLinearProcessNumbered"/>
    <dgm:cxn modelId="{5E4E4754-0B9A-4705-B7AB-E1D395796CC4}" type="presParOf" srcId="{91DEDF4D-675C-465E-ABBE-8784EB348816}" destId="{E2A72CF7-1EED-44C0-AA52-3F61FE2511B4}" srcOrd="3" destOrd="0" presId="urn:microsoft.com/office/officeart/2016/7/layout/BasicLinearProcessNumbered"/>
    <dgm:cxn modelId="{B13D38D8-F74F-4B0A-8A8F-71C5360863D2}" type="presParOf" srcId="{64C5B268-1EF4-42B3-824B-939DDFC31C6E}" destId="{2C86375A-C930-46A2-8ECD-467AA213828C}" srcOrd="7" destOrd="0" presId="urn:microsoft.com/office/officeart/2016/7/layout/BasicLinearProcessNumbered"/>
    <dgm:cxn modelId="{A39FE4E3-7B7A-4311-862F-10D425803DDD}" type="presParOf" srcId="{64C5B268-1EF4-42B3-824B-939DDFC31C6E}" destId="{BE3531BE-17B9-4992-A60D-4CECC6022E1D}" srcOrd="8" destOrd="0" presId="urn:microsoft.com/office/officeart/2016/7/layout/BasicLinearProcessNumbered"/>
    <dgm:cxn modelId="{57AF643B-4BB1-4BE8-B0DE-7C580768AECD}" type="presParOf" srcId="{BE3531BE-17B9-4992-A60D-4CECC6022E1D}" destId="{68FB0008-2637-4A5A-8CF3-17EA2DD11814}" srcOrd="0" destOrd="0" presId="urn:microsoft.com/office/officeart/2016/7/layout/BasicLinearProcessNumbered"/>
    <dgm:cxn modelId="{B0F8FD79-9035-4FA2-88FA-652991B984BE}" type="presParOf" srcId="{BE3531BE-17B9-4992-A60D-4CECC6022E1D}" destId="{9EFF184C-B882-4148-8B25-5D493CFD2F5A}" srcOrd="1" destOrd="0" presId="urn:microsoft.com/office/officeart/2016/7/layout/BasicLinearProcessNumbered"/>
    <dgm:cxn modelId="{68BAA8B1-4D00-4A6F-B75F-863C5C4FA882}" type="presParOf" srcId="{BE3531BE-17B9-4992-A60D-4CECC6022E1D}" destId="{46977964-4455-485A-A831-F7D8B3FD46B4}" srcOrd="2" destOrd="0" presId="urn:microsoft.com/office/officeart/2016/7/layout/BasicLinearProcessNumbered"/>
    <dgm:cxn modelId="{50B247B7-61AF-4C95-A32A-218671DBC673}" type="presParOf" srcId="{BE3531BE-17B9-4992-A60D-4CECC6022E1D}" destId="{76DDF46D-E50E-45E6-B0E0-FE5D921AAD30}" srcOrd="3" destOrd="0" presId="urn:microsoft.com/office/officeart/2016/7/layout/BasicLinearProcessNumbered"/>
    <dgm:cxn modelId="{DCEDE462-BC7B-4F8D-9977-BAAEA7D5F7E6}" type="presParOf" srcId="{64C5B268-1EF4-42B3-824B-939DDFC31C6E}" destId="{A59F3F01-A088-4586-A957-E79BFF54180D}" srcOrd="9" destOrd="0" presId="urn:microsoft.com/office/officeart/2016/7/layout/BasicLinearProcessNumbered"/>
    <dgm:cxn modelId="{90DEE1DA-43D5-452A-935C-99FAC32488CD}" type="presParOf" srcId="{64C5B268-1EF4-42B3-824B-939DDFC31C6E}" destId="{9CD86274-F80C-4C3A-B936-91FAE319F659}" srcOrd="10" destOrd="0" presId="urn:microsoft.com/office/officeart/2016/7/layout/BasicLinearProcessNumbered"/>
    <dgm:cxn modelId="{3F13BBEC-52AD-44E5-8CA6-774A741763F6}" type="presParOf" srcId="{9CD86274-F80C-4C3A-B936-91FAE319F659}" destId="{4E56F0CF-ECE6-41EA-A79D-032E53908047}" srcOrd="0" destOrd="0" presId="urn:microsoft.com/office/officeart/2016/7/layout/BasicLinearProcessNumbered"/>
    <dgm:cxn modelId="{673FB32A-9E9F-4030-9BC9-F9A2449509E7}" type="presParOf" srcId="{9CD86274-F80C-4C3A-B936-91FAE319F659}" destId="{CF613691-9F02-4CB8-BFF4-5B69EAE84B57}" srcOrd="1" destOrd="0" presId="urn:microsoft.com/office/officeart/2016/7/layout/BasicLinearProcessNumbered"/>
    <dgm:cxn modelId="{7D7DBEEF-3698-4CAB-B98D-9682379781B6}" type="presParOf" srcId="{9CD86274-F80C-4C3A-B936-91FAE319F659}" destId="{0959C6D1-01B0-4C11-B9BE-492CD142BA8C}" srcOrd="2" destOrd="0" presId="urn:microsoft.com/office/officeart/2016/7/layout/BasicLinearProcessNumbered"/>
    <dgm:cxn modelId="{23D504A9-A46F-4366-9992-83EE59926620}" type="presParOf" srcId="{9CD86274-F80C-4C3A-B936-91FAE319F659}" destId="{D4021D7D-C675-4B0D-8392-BCCC707F5451}" srcOrd="3" destOrd="0" presId="urn:microsoft.com/office/officeart/2016/7/layout/BasicLinearProcessNumbered"/>
    <dgm:cxn modelId="{C159D649-C9FB-4817-89AC-3AA3CA2FAEF6}" type="presParOf" srcId="{64C5B268-1EF4-42B3-824B-939DDFC31C6E}" destId="{08DDD1A4-CCD7-419F-9B3F-EE9B52CD5FFD}" srcOrd="11" destOrd="0" presId="urn:microsoft.com/office/officeart/2016/7/layout/BasicLinearProcessNumbered"/>
    <dgm:cxn modelId="{C1CDA617-B50A-40CC-AA4C-216B78F6A4A8}" type="presParOf" srcId="{64C5B268-1EF4-42B3-824B-939DDFC31C6E}" destId="{91673236-FD0D-459C-9899-949CFA261175}" srcOrd="12" destOrd="0" presId="urn:microsoft.com/office/officeart/2016/7/layout/BasicLinearProcessNumbered"/>
    <dgm:cxn modelId="{276DBDBF-31D6-492F-94AC-B8891047FAEA}" type="presParOf" srcId="{91673236-FD0D-459C-9899-949CFA261175}" destId="{8A28F68A-0DD7-4CEB-B55F-30D1D6B32EBA}" srcOrd="0" destOrd="0" presId="urn:microsoft.com/office/officeart/2016/7/layout/BasicLinearProcessNumbered"/>
    <dgm:cxn modelId="{8261CF46-3B83-4D02-9832-A6EF063EB056}" type="presParOf" srcId="{91673236-FD0D-459C-9899-949CFA261175}" destId="{13532731-59EA-4D78-BB2B-54EE97BBC6F3}" srcOrd="1" destOrd="0" presId="urn:microsoft.com/office/officeart/2016/7/layout/BasicLinearProcessNumbered"/>
    <dgm:cxn modelId="{224C8AAB-E36F-4D25-8FAD-78C7C813D95C}" type="presParOf" srcId="{91673236-FD0D-459C-9899-949CFA261175}" destId="{9004D780-B9A1-4380-8614-D559EB4E4369}" srcOrd="2" destOrd="0" presId="urn:microsoft.com/office/officeart/2016/7/layout/BasicLinearProcessNumbered"/>
    <dgm:cxn modelId="{552230F1-7FC4-4FC5-BC74-3AADC64429E3}" type="presParOf" srcId="{91673236-FD0D-459C-9899-949CFA261175}" destId="{7E8259F9-0A72-4D58-8FAB-31633C01B6F0}"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017EC5-40A6-4CBE-A9FE-5E2D375BDA14}" type="doc">
      <dgm:prSet loTypeId="urn:microsoft.com/office/officeart/2016/7/layout/BasicLinearProcessNumbered" loCatId="process" qsTypeId="urn:microsoft.com/office/officeart/2005/8/quickstyle/simple2" qsCatId="simple" csTypeId="urn:microsoft.com/office/officeart/2005/8/colors/accent1_2" csCatId="accent1" phldr="1"/>
      <dgm:spPr/>
      <dgm:t>
        <a:bodyPr/>
        <a:lstStyle/>
        <a:p>
          <a:endParaRPr lang="en-US"/>
        </a:p>
      </dgm:t>
    </dgm:pt>
    <dgm:pt modelId="{66BF649C-C6DC-4DB1-A60C-68CD99C2A20F}">
      <dgm:prSet/>
      <dgm:spPr/>
      <dgm:t>
        <a:bodyPr/>
        <a:lstStyle/>
        <a:p>
          <a:r>
            <a:rPr lang="en-GB" dirty="0"/>
            <a:t>Offering advanced reading materials or extension activities for pupils who need a greater challenge.</a:t>
          </a:r>
          <a:endParaRPr lang="en-US" dirty="0"/>
        </a:p>
      </dgm:t>
    </dgm:pt>
    <dgm:pt modelId="{170E16C8-FAF9-42E3-BE73-237BB5C12595}" type="parTrans" cxnId="{AB864738-0576-4C75-BAA5-82AD23B2AE6C}">
      <dgm:prSet/>
      <dgm:spPr/>
      <dgm:t>
        <a:bodyPr/>
        <a:lstStyle/>
        <a:p>
          <a:endParaRPr lang="en-US"/>
        </a:p>
      </dgm:t>
    </dgm:pt>
    <dgm:pt modelId="{B34E031F-4DE1-48FD-BA0C-0E2543F09834}" type="sibTrans" cxnId="{AB864738-0576-4C75-BAA5-82AD23B2AE6C}">
      <dgm:prSet phldrT="1" phldr="0"/>
      <dgm:spPr/>
      <dgm:t>
        <a:bodyPr/>
        <a:lstStyle/>
        <a:p>
          <a:r>
            <a:rPr lang="en-US"/>
            <a:t>1</a:t>
          </a:r>
        </a:p>
      </dgm:t>
    </dgm:pt>
    <dgm:pt modelId="{52650E1E-63DE-43E5-9F31-768C575EAF1B}">
      <dgm:prSet/>
      <dgm:spPr/>
      <dgm:t>
        <a:bodyPr/>
        <a:lstStyle/>
        <a:p>
          <a:r>
            <a:rPr lang="en-GB" dirty="0"/>
            <a:t>Providing individualised coaching and feedback for pupils who need additional support to master a specific skill or concept.</a:t>
          </a:r>
          <a:endParaRPr lang="en-US" dirty="0"/>
        </a:p>
      </dgm:t>
    </dgm:pt>
    <dgm:pt modelId="{2C1A099A-19E8-460C-B9A9-5AF6EF5642ED}" type="parTrans" cxnId="{39B91EA8-7833-4B71-A7A6-773B295B3033}">
      <dgm:prSet/>
      <dgm:spPr/>
      <dgm:t>
        <a:bodyPr/>
        <a:lstStyle/>
        <a:p>
          <a:endParaRPr lang="en-US"/>
        </a:p>
      </dgm:t>
    </dgm:pt>
    <dgm:pt modelId="{F73C7561-78B3-451C-82AE-DFCE2465A273}" type="sibTrans" cxnId="{39B91EA8-7833-4B71-A7A6-773B295B3033}">
      <dgm:prSet phldrT="2" phldr="0"/>
      <dgm:spPr/>
      <dgm:t>
        <a:bodyPr/>
        <a:lstStyle/>
        <a:p>
          <a:r>
            <a:rPr lang="en-US"/>
            <a:t>2</a:t>
          </a:r>
        </a:p>
      </dgm:t>
    </dgm:pt>
    <dgm:pt modelId="{78F08DDF-EC37-45E5-86B0-A41E5495F370}">
      <dgm:prSet/>
      <dgm:spPr/>
      <dgm:t>
        <a:bodyPr/>
        <a:lstStyle/>
        <a:p>
          <a:r>
            <a:rPr lang="en-GB" dirty="0"/>
            <a:t>Allowing pupils to choose from a variety of presentation formats (e.g., written, oral, visual) to demonstrate their understanding.</a:t>
          </a:r>
          <a:endParaRPr lang="en-US" dirty="0"/>
        </a:p>
      </dgm:t>
    </dgm:pt>
    <dgm:pt modelId="{E996460B-42BD-41BF-8E1F-39183A1AB6FA}" type="parTrans" cxnId="{204B2310-897C-418D-B74A-C801E39FC090}">
      <dgm:prSet/>
      <dgm:spPr/>
      <dgm:t>
        <a:bodyPr/>
        <a:lstStyle/>
        <a:p>
          <a:endParaRPr lang="en-US"/>
        </a:p>
      </dgm:t>
    </dgm:pt>
    <dgm:pt modelId="{8DC06F43-7972-4232-BAE4-BEBCA905E27E}" type="sibTrans" cxnId="{204B2310-897C-418D-B74A-C801E39FC090}">
      <dgm:prSet phldrT="3" phldr="0"/>
      <dgm:spPr/>
      <dgm:t>
        <a:bodyPr/>
        <a:lstStyle/>
        <a:p>
          <a:r>
            <a:rPr lang="en-US"/>
            <a:t>3</a:t>
          </a:r>
        </a:p>
      </dgm:t>
    </dgm:pt>
    <dgm:pt modelId="{4DF300CA-1155-4724-BB24-87939A1BA38B}">
      <dgm:prSet/>
      <dgm:spPr/>
      <dgm:t>
        <a:bodyPr/>
        <a:lstStyle/>
        <a:p>
          <a:r>
            <a:rPr lang="en-GB" dirty="0"/>
            <a:t>Offering opportunities for self-directed learning or inquiry-based projects for pupils who are highly motivated or independent.</a:t>
          </a:r>
          <a:endParaRPr lang="en-US" dirty="0"/>
        </a:p>
      </dgm:t>
    </dgm:pt>
    <dgm:pt modelId="{588C8749-0E46-4EE1-AB74-4907FA37A3D6}" type="parTrans" cxnId="{82970434-DBF6-4DEB-B811-7787E8F14A0C}">
      <dgm:prSet/>
      <dgm:spPr/>
      <dgm:t>
        <a:bodyPr/>
        <a:lstStyle/>
        <a:p>
          <a:endParaRPr lang="en-US"/>
        </a:p>
      </dgm:t>
    </dgm:pt>
    <dgm:pt modelId="{638B815A-7053-4CD2-BAD7-0BEAC3FD27DC}" type="sibTrans" cxnId="{82970434-DBF6-4DEB-B811-7787E8F14A0C}">
      <dgm:prSet phldrT="4" phldr="0"/>
      <dgm:spPr/>
      <dgm:t>
        <a:bodyPr/>
        <a:lstStyle/>
        <a:p>
          <a:r>
            <a:rPr lang="en-US"/>
            <a:t>4</a:t>
          </a:r>
        </a:p>
      </dgm:t>
    </dgm:pt>
    <dgm:pt modelId="{6DD8A7B1-C579-436A-BA91-C2B622F05E97}">
      <dgm:prSet/>
      <dgm:spPr/>
      <dgm:t>
        <a:bodyPr/>
        <a:lstStyle/>
        <a:p>
          <a:r>
            <a:rPr lang="en-GB" dirty="0"/>
            <a:t>Providing differentiated instruction in small groups or one-on-one settings to meet individual pupils needs.</a:t>
          </a:r>
          <a:endParaRPr lang="en-US" dirty="0"/>
        </a:p>
      </dgm:t>
    </dgm:pt>
    <dgm:pt modelId="{474731E1-20DF-42A4-9FB3-B698C849D023}" type="parTrans" cxnId="{B07E5163-DCA3-4121-9FCD-93957B57C00D}">
      <dgm:prSet/>
      <dgm:spPr/>
      <dgm:t>
        <a:bodyPr/>
        <a:lstStyle/>
        <a:p>
          <a:endParaRPr lang="en-US"/>
        </a:p>
      </dgm:t>
    </dgm:pt>
    <dgm:pt modelId="{ACB13DEE-CB34-4424-AFA8-A9401915EA82}" type="sibTrans" cxnId="{B07E5163-DCA3-4121-9FCD-93957B57C00D}">
      <dgm:prSet phldrT="5" phldr="0"/>
      <dgm:spPr/>
      <dgm:t>
        <a:bodyPr/>
        <a:lstStyle/>
        <a:p>
          <a:r>
            <a:rPr lang="en-US"/>
            <a:t>5</a:t>
          </a:r>
        </a:p>
      </dgm:t>
    </dgm:pt>
    <dgm:pt modelId="{EB786F88-0AE3-421E-8ABA-6F9032C9DD80}">
      <dgm:prSet/>
      <dgm:spPr/>
      <dgm:t>
        <a:bodyPr/>
        <a:lstStyle/>
        <a:p>
          <a:r>
            <a:rPr lang="en-GB" dirty="0"/>
            <a:t>Adjusting the pacing of instruction or providing additional breaks for pupils who struggle with attention or hyperactivity.</a:t>
          </a:r>
          <a:endParaRPr lang="en-US" dirty="0"/>
        </a:p>
      </dgm:t>
    </dgm:pt>
    <dgm:pt modelId="{37443339-1DCF-4AD7-9150-7773DB23F3D0}" type="parTrans" cxnId="{CC9CEA00-17D4-4123-959B-C769C98DF3EC}">
      <dgm:prSet/>
      <dgm:spPr/>
      <dgm:t>
        <a:bodyPr/>
        <a:lstStyle/>
        <a:p>
          <a:endParaRPr lang="en-US"/>
        </a:p>
      </dgm:t>
    </dgm:pt>
    <dgm:pt modelId="{7AF0BF79-1BF5-48F4-A547-950DA33A726D}" type="sibTrans" cxnId="{CC9CEA00-17D4-4123-959B-C769C98DF3EC}">
      <dgm:prSet phldrT="6" phldr="0"/>
      <dgm:spPr/>
      <dgm:t>
        <a:bodyPr/>
        <a:lstStyle/>
        <a:p>
          <a:r>
            <a:rPr lang="en-US"/>
            <a:t>6</a:t>
          </a:r>
        </a:p>
      </dgm:t>
    </dgm:pt>
    <dgm:pt modelId="{92D41DA0-FF7E-45BA-ADC1-60E40924CB54}">
      <dgm:prSet/>
      <dgm:spPr/>
      <dgm:t>
        <a:bodyPr/>
        <a:lstStyle/>
        <a:p>
          <a:r>
            <a:rPr lang="en-GB" dirty="0"/>
            <a:t>Offering opportunities for choice and autonomy in learning, such as allowing pupils to select their own topics or activities within a given framework.</a:t>
          </a:r>
          <a:endParaRPr lang="en-US" dirty="0"/>
        </a:p>
      </dgm:t>
    </dgm:pt>
    <dgm:pt modelId="{B1EE6728-C5AC-451C-83D5-BF40494F6E31}" type="parTrans" cxnId="{6B7A17C2-9C37-40C7-A986-0989F3CECD70}">
      <dgm:prSet/>
      <dgm:spPr/>
      <dgm:t>
        <a:bodyPr/>
        <a:lstStyle/>
        <a:p>
          <a:endParaRPr lang="en-US"/>
        </a:p>
      </dgm:t>
    </dgm:pt>
    <dgm:pt modelId="{D9BE3A7D-A6BC-4493-B0E4-D64E76DA5249}" type="sibTrans" cxnId="{6B7A17C2-9C37-40C7-A986-0989F3CECD70}">
      <dgm:prSet phldrT="7" phldr="0"/>
      <dgm:spPr/>
      <dgm:t>
        <a:bodyPr/>
        <a:lstStyle/>
        <a:p>
          <a:r>
            <a:rPr lang="en-US"/>
            <a:t>7</a:t>
          </a:r>
        </a:p>
      </dgm:t>
    </dgm:pt>
    <dgm:pt modelId="{5043168A-F278-4628-BBF2-285948991ACC}" type="pres">
      <dgm:prSet presAssocID="{29017EC5-40A6-4CBE-A9FE-5E2D375BDA14}" presName="Name0" presStyleCnt="0">
        <dgm:presLayoutVars>
          <dgm:animLvl val="lvl"/>
          <dgm:resizeHandles val="exact"/>
        </dgm:presLayoutVars>
      </dgm:prSet>
      <dgm:spPr/>
    </dgm:pt>
    <dgm:pt modelId="{EC55D023-D74F-4550-ABE1-3CAA647FA676}" type="pres">
      <dgm:prSet presAssocID="{66BF649C-C6DC-4DB1-A60C-68CD99C2A20F}" presName="compositeNode" presStyleCnt="0">
        <dgm:presLayoutVars>
          <dgm:bulletEnabled val="1"/>
        </dgm:presLayoutVars>
      </dgm:prSet>
      <dgm:spPr/>
    </dgm:pt>
    <dgm:pt modelId="{4EC5801B-BF3E-4EFC-90CE-18AB1B34EE1E}" type="pres">
      <dgm:prSet presAssocID="{66BF649C-C6DC-4DB1-A60C-68CD99C2A20F}" presName="bgRect" presStyleLbl="bgAccFollowNode1" presStyleIdx="0" presStyleCnt="7"/>
      <dgm:spPr/>
    </dgm:pt>
    <dgm:pt modelId="{594BA611-0E84-4AA7-BFB0-1B5B8647B691}" type="pres">
      <dgm:prSet presAssocID="{B34E031F-4DE1-48FD-BA0C-0E2543F09834}" presName="sibTransNodeCircle" presStyleLbl="alignNode1" presStyleIdx="0" presStyleCnt="14">
        <dgm:presLayoutVars>
          <dgm:chMax val="0"/>
          <dgm:bulletEnabled/>
        </dgm:presLayoutVars>
      </dgm:prSet>
      <dgm:spPr/>
    </dgm:pt>
    <dgm:pt modelId="{7D52323B-8B99-478C-ADF8-A9BC9131A35C}" type="pres">
      <dgm:prSet presAssocID="{66BF649C-C6DC-4DB1-A60C-68CD99C2A20F}" presName="bottomLine" presStyleLbl="alignNode1" presStyleIdx="1" presStyleCnt="14">
        <dgm:presLayoutVars/>
      </dgm:prSet>
      <dgm:spPr/>
    </dgm:pt>
    <dgm:pt modelId="{4ADA489E-FB6A-49BB-B666-FAA27CEDF160}" type="pres">
      <dgm:prSet presAssocID="{66BF649C-C6DC-4DB1-A60C-68CD99C2A20F}" presName="nodeText" presStyleLbl="bgAccFollowNode1" presStyleIdx="0" presStyleCnt="7">
        <dgm:presLayoutVars>
          <dgm:bulletEnabled val="1"/>
        </dgm:presLayoutVars>
      </dgm:prSet>
      <dgm:spPr/>
    </dgm:pt>
    <dgm:pt modelId="{0C91D6C7-67BE-496C-9FC0-41AAE42D0E76}" type="pres">
      <dgm:prSet presAssocID="{B34E031F-4DE1-48FD-BA0C-0E2543F09834}" presName="sibTrans" presStyleCnt="0"/>
      <dgm:spPr/>
    </dgm:pt>
    <dgm:pt modelId="{76E233BD-BA77-4FE1-83EA-9C221C903629}" type="pres">
      <dgm:prSet presAssocID="{52650E1E-63DE-43E5-9F31-768C575EAF1B}" presName="compositeNode" presStyleCnt="0">
        <dgm:presLayoutVars>
          <dgm:bulletEnabled val="1"/>
        </dgm:presLayoutVars>
      </dgm:prSet>
      <dgm:spPr/>
    </dgm:pt>
    <dgm:pt modelId="{816C176C-11A1-47ED-9964-58722B98BD58}" type="pres">
      <dgm:prSet presAssocID="{52650E1E-63DE-43E5-9F31-768C575EAF1B}" presName="bgRect" presStyleLbl="bgAccFollowNode1" presStyleIdx="1" presStyleCnt="7"/>
      <dgm:spPr/>
    </dgm:pt>
    <dgm:pt modelId="{0C027709-1E43-47D1-A3C4-6BA88A81BFD9}" type="pres">
      <dgm:prSet presAssocID="{F73C7561-78B3-451C-82AE-DFCE2465A273}" presName="sibTransNodeCircle" presStyleLbl="alignNode1" presStyleIdx="2" presStyleCnt="14">
        <dgm:presLayoutVars>
          <dgm:chMax val="0"/>
          <dgm:bulletEnabled/>
        </dgm:presLayoutVars>
      </dgm:prSet>
      <dgm:spPr/>
    </dgm:pt>
    <dgm:pt modelId="{6C335A2E-2833-4E90-9168-EA0F65D78EED}" type="pres">
      <dgm:prSet presAssocID="{52650E1E-63DE-43E5-9F31-768C575EAF1B}" presName="bottomLine" presStyleLbl="alignNode1" presStyleIdx="3" presStyleCnt="14">
        <dgm:presLayoutVars/>
      </dgm:prSet>
      <dgm:spPr/>
    </dgm:pt>
    <dgm:pt modelId="{2C44C869-E8D9-45D3-BCA1-603BD392354E}" type="pres">
      <dgm:prSet presAssocID="{52650E1E-63DE-43E5-9F31-768C575EAF1B}" presName="nodeText" presStyleLbl="bgAccFollowNode1" presStyleIdx="1" presStyleCnt="7">
        <dgm:presLayoutVars>
          <dgm:bulletEnabled val="1"/>
        </dgm:presLayoutVars>
      </dgm:prSet>
      <dgm:spPr/>
    </dgm:pt>
    <dgm:pt modelId="{C99F06D9-A62A-4616-AC6A-41A927F5ED91}" type="pres">
      <dgm:prSet presAssocID="{F73C7561-78B3-451C-82AE-DFCE2465A273}" presName="sibTrans" presStyleCnt="0"/>
      <dgm:spPr/>
    </dgm:pt>
    <dgm:pt modelId="{3CA0BA4E-F3F3-47E9-8171-798DF9189AF4}" type="pres">
      <dgm:prSet presAssocID="{78F08DDF-EC37-45E5-86B0-A41E5495F370}" presName="compositeNode" presStyleCnt="0">
        <dgm:presLayoutVars>
          <dgm:bulletEnabled val="1"/>
        </dgm:presLayoutVars>
      </dgm:prSet>
      <dgm:spPr/>
    </dgm:pt>
    <dgm:pt modelId="{3F6B443F-A8D9-44AD-9727-798FC7B486A6}" type="pres">
      <dgm:prSet presAssocID="{78F08DDF-EC37-45E5-86B0-A41E5495F370}" presName="bgRect" presStyleLbl="bgAccFollowNode1" presStyleIdx="2" presStyleCnt="7"/>
      <dgm:spPr/>
    </dgm:pt>
    <dgm:pt modelId="{72D702B5-57A4-4552-9879-2C7AA7E64972}" type="pres">
      <dgm:prSet presAssocID="{8DC06F43-7972-4232-BAE4-BEBCA905E27E}" presName="sibTransNodeCircle" presStyleLbl="alignNode1" presStyleIdx="4" presStyleCnt="14">
        <dgm:presLayoutVars>
          <dgm:chMax val="0"/>
          <dgm:bulletEnabled/>
        </dgm:presLayoutVars>
      </dgm:prSet>
      <dgm:spPr/>
    </dgm:pt>
    <dgm:pt modelId="{74713275-E250-4546-A970-E18AB8474474}" type="pres">
      <dgm:prSet presAssocID="{78F08DDF-EC37-45E5-86B0-A41E5495F370}" presName="bottomLine" presStyleLbl="alignNode1" presStyleIdx="5" presStyleCnt="14">
        <dgm:presLayoutVars/>
      </dgm:prSet>
      <dgm:spPr/>
    </dgm:pt>
    <dgm:pt modelId="{FA63B2D8-5D98-40EA-A091-84A6FF61A1D0}" type="pres">
      <dgm:prSet presAssocID="{78F08DDF-EC37-45E5-86B0-A41E5495F370}" presName="nodeText" presStyleLbl="bgAccFollowNode1" presStyleIdx="2" presStyleCnt="7">
        <dgm:presLayoutVars>
          <dgm:bulletEnabled val="1"/>
        </dgm:presLayoutVars>
      </dgm:prSet>
      <dgm:spPr/>
    </dgm:pt>
    <dgm:pt modelId="{B6BE046F-83DF-4DFC-85A8-C6A3A0521E57}" type="pres">
      <dgm:prSet presAssocID="{8DC06F43-7972-4232-BAE4-BEBCA905E27E}" presName="sibTrans" presStyleCnt="0"/>
      <dgm:spPr/>
    </dgm:pt>
    <dgm:pt modelId="{1DDA5E40-C508-484C-9D95-6469BDF14E51}" type="pres">
      <dgm:prSet presAssocID="{4DF300CA-1155-4724-BB24-87939A1BA38B}" presName="compositeNode" presStyleCnt="0">
        <dgm:presLayoutVars>
          <dgm:bulletEnabled val="1"/>
        </dgm:presLayoutVars>
      </dgm:prSet>
      <dgm:spPr/>
    </dgm:pt>
    <dgm:pt modelId="{3D4E0CE3-D2EE-4419-826F-ABDBDFB324F4}" type="pres">
      <dgm:prSet presAssocID="{4DF300CA-1155-4724-BB24-87939A1BA38B}" presName="bgRect" presStyleLbl="bgAccFollowNode1" presStyleIdx="3" presStyleCnt="7"/>
      <dgm:spPr/>
    </dgm:pt>
    <dgm:pt modelId="{95E6D94F-46B6-47F8-8221-ED1B89D247B9}" type="pres">
      <dgm:prSet presAssocID="{638B815A-7053-4CD2-BAD7-0BEAC3FD27DC}" presName="sibTransNodeCircle" presStyleLbl="alignNode1" presStyleIdx="6" presStyleCnt="14">
        <dgm:presLayoutVars>
          <dgm:chMax val="0"/>
          <dgm:bulletEnabled/>
        </dgm:presLayoutVars>
      </dgm:prSet>
      <dgm:spPr/>
    </dgm:pt>
    <dgm:pt modelId="{6C5301B9-CC00-40E2-B542-86050AF420C5}" type="pres">
      <dgm:prSet presAssocID="{4DF300CA-1155-4724-BB24-87939A1BA38B}" presName="bottomLine" presStyleLbl="alignNode1" presStyleIdx="7" presStyleCnt="14">
        <dgm:presLayoutVars/>
      </dgm:prSet>
      <dgm:spPr/>
    </dgm:pt>
    <dgm:pt modelId="{5CAE79B0-B97B-4F84-BAAF-096557A9FBA8}" type="pres">
      <dgm:prSet presAssocID="{4DF300CA-1155-4724-BB24-87939A1BA38B}" presName="nodeText" presStyleLbl="bgAccFollowNode1" presStyleIdx="3" presStyleCnt="7">
        <dgm:presLayoutVars>
          <dgm:bulletEnabled val="1"/>
        </dgm:presLayoutVars>
      </dgm:prSet>
      <dgm:spPr/>
    </dgm:pt>
    <dgm:pt modelId="{6CD56913-21D5-4BC4-9833-C669A553CC73}" type="pres">
      <dgm:prSet presAssocID="{638B815A-7053-4CD2-BAD7-0BEAC3FD27DC}" presName="sibTrans" presStyleCnt="0"/>
      <dgm:spPr/>
    </dgm:pt>
    <dgm:pt modelId="{E3902C9F-0C4C-4A78-983F-94F89F1BB2A3}" type="pres">
      <dgm:prSet presAssocID="{6DD8A7B1-C579-436A-BA91-C2B622F05E97}" presName="compositeNode" presStyleCnt="0">
        <dgm:presLayoutVars>
          <dgm:bulletEnabled val="1"/>
        </dgm:presLayoutVars>
      </dgm:prSet>
      <dgm:spPr/>
    </dgm:pt>
    <dgm:pt modelId="{9A2B6D52-8DC6-435A-9AF6-CC69A9CA3DF9}" type="pres">
      <dgm:prSet presAssocID="{6DD8A7B1-C579-436A-BA91-C2B622F05E97}" presName="bgRect" presStyleLbl="bgAccFollowNode1" presStyleIdx="4" presStyleCnt="7"/>
      <dgm:spPr/>
    </dgm:pt>
    <dgm:pt modelId="{3D18553E-B1E4-475B-BEDC-69B338F551DC}" type="pres">
      <dgm:prSet presAssocID="{ACB13DEE-CB34-4424-AFA8-A9401915EA82}" presName="sibTransNodeCircle" presStyleLbl="alignNode1" presStyleIdx="8" presStyleCnt="14">
        <dgm:presLayoutVars>
          <dgm:chMax val="0"/>
          <dgm:bulletEnabled/>
        </dgm:presLayoutVars>
      </dgm:prSet>
      <dgm:spPr/>
    </dgm:pt>
    <dgm:pt modelId="{E4303C19-19B2-4D41-A978-9ED11EDE8524}" type="pres">
      <dgm:prSet presAssocID="{6DD8A7B1-C579-436A-BA91-C2B622F05E97}" presName="bottomLine" presStyleLbl="alignNode1" presStyleIdx="9" presStyleCnt="14">
        <dgm:presLayoutVars/>
      </dgm:prSet>
      <dgm:spPr/>
    </dgm:pt>
    <dgm:pt modelId="{54560526-F500-48E9-B229-D93660C8C0DC}" type="pres">
      <dgm:prSet presAssocID="{6DD8A7B1-C579-436A-BA91-C2B622F05E97}" presName="nodeText" presStyleLbl="bgAccFollowNode1" presStyleIdx="4" presStyleCnt="7">
        <dgm:presLayoutVars>
          <dgm:bulletEnabled val="1"/>
        </dgm:presLayoutVars>
      </dgm:prSet>
      <dgm:spPr/>
    </dgm:pt>
    <dgm:pt modelId="{1CBA92FC-F6A3-4FBB-912E-DFFA4E680A60}" type="pres">
      <dgm:prSet presAssocID="{ACB13DEE-CB34-4424-AFA8-A9401915EA82}" presName="sibTrans" presStyleCnt="0"/>
      <dgm:spPr/>
    </dgm:pt>
    <dgm:pt modelId="{B0F57059-43F7-4EDF-A23B-8C6564AAE943}" type="pres">
      <dgm:prSet presAssocID="{EB786F88-0AE3-421E-8ABA-6F9032C9DD80}" presName="compositeNode" presStyleCnt="0">
        <dgm:presLayoutVars>
          <dgm:bulletEnabled val="1"/>
        </dgm:presLayoutVars>
      </dgm:prSet>
      <dgm:spPr/>
    </dgm:pt>
    <dgm:pt modelId="{D3C2D50A-B5C9-46C4-9D12-86D333198E65}" type="pres">
      <dgm:prSet presAssocID="{EB786F88-0AE3-421E-8ABA-6F9032C9DD80}" presName="bgRect" presStyleLbl="bgAccFollowNode1" presStyleIdx="5" presStyleCnt="7"/>
      <dgm:spPr/>
    </dgm:pt>
    <dgm:pt modelId="{240E7110-BEE1-4BED-8AEE-60F1D7B5DA5B}" type="pres">
      <dgm:prSet presAssocID="{7AF0BF79-1BF5-48F4-A547-950DA33A726D}" presName="sibTransNodeCircle" presStyleLbl="alignNode1" presStyleIdx="10" presStyleCnt="14">
        <dgm:presLayoutVars>
          <dgm:chMax val="0"/>
          <dgm:bulletEnabled/>
        </dgm:presLayoutVars>
      </dgm:prSet>
      <dgm:spPr/>
    </dgm:pt>
    <dgm:pt modelId="{EC9D7E42-C5BB-44C2-B8B2-246C096BB25D}" type="pres">
      <dgm:prSet presAssocID="{EB786F88-0AE3-421E-8ABA-6F9032C9DD80}" presName="bottomLine" presStyleLbl="alignNode1" presStyleIdx="11" presStyleCnt="14">
        <dgm:presLayoutVars/>
      </dgm:prSet>
      <dgm:spPr/>
    </dgm:pt>
    <dgm:pt modelId="{BC1D41E9-8E66-4DCF-8106-CEE991D149C7}" type="pres">
      <dgm:prSet presAssocID="{EB786F88-0AE3-421E-8ABA-6F9032C9DD80}" presName="nodeText" presStyleLbl="bgAccFollowNode1" presStyleIdx="5" presStyleCnt="7">
        <dgm:presLayoutVars>
          <dgm:bulletEnabled val="1"/>
        </dgm:presLayoutVars>
      </dgm:prSet>
      <dgm:spPr/>
    </dgm:pt>
    <dgm:pt modelId="{4DBE6DB4-D1E5-4DE9-B27E-2A594B28AECC}" type="pres">
      <dgm:prSet presAssocID="{7AF0BF79-1BF5-48F4-A547-950DA33A726D}" presName="sibTrans" presStyleCnt="0"/>
      <dgm:spPr/>
    </dgm:pt>
    <dgm:pt modelId="{2FD2F7D0-A29F-47B9-B02B-3A229341CF61}" type="pres">
      <dgm:prSet presAssocID="{92D41DA0-FF7E-45BA-ADC1-60E40924CB54}" presName="compositeNode" presStyleCnt="0">
        <dgm:presLayoutVars>
          <dgm:bulletEnabled val="1"/>
        </dgm:presLayoutVars>
      </dgm:prSet>
      <dgm:spPr/>
    </dgm:pt>
    <dgm:pt modelId="{C65517B6-82F6-4BBE-8855-865B2DB16843}" type="pres">
      <dgm:prSet presAssocID="{92D41DA0-FF7E-45BA-ADC1-60E40924CB54}" presName="bgRect" presStyleLbl="bgAccFollowNode1" presStyleIdx="6" presStyleCnt="7"/>
      <dgm:spPr/>
    </dgm:pt>
    <dgm:pt modelId="{F5F8B12D-E6F7-44CB-959C-2E6BEF228F9E}" type="pres">
      <dgm:prSet presAssocID="{D9BE3A7D-A6BC-4493-B0E4-D64E76DA5249}" presName="sibTransNodeCircle" presStyleLbl="alignNode1" presStyleIdx="12" presStyleCnt="14">
        <dgm:presLayoutVars>
          <dgm:chMax val="0"/>
          <dgm:bulletEnabled/>
        </dgm:presLayoutVars>
      </dgm:prSet>
      <dgm:spPr/>
    </dgm:pt>
    <dgm:pt modelId="{0A2D0108-181B-46C8-9257-AC0963713E57}" type="pres">
      <dgm:prSet presAssocID="{92D41DA0-FF7E-45BA-ADC1-60E40924CB54}" presName="bottomLine" presStyleLbl="alignNode1" presStyleIdx="13" presStyleCnt="14">
        <dgm:presLayoutVars/>
      </dgm:prSet>
      <dgm:spPr/>
    </dgm:pt>
    <dgm:pt modelId="{B1279542-9B76-49F4-91E8-7865261B3E01}" type="pres">
      <dgm:prSet presAssocID="{92D41DA0-FF7E-45BA-ADC1-60E40924CB54}" presName="nodeText" presStyleLbl="bgAccFollowNode1" presStyleIdx="6" presStyleCnt="7">
        <dgm:presLayoutVars>
          <dgm:bulletEnabled val="1"/>
        </dgm:presLayoutVars>
      </dgm:prSet>
      <dgm:spPr/>
    </dgm:pt>
  </dgm:ptLst>
  <dgm:cxnLst>
    <dgm:cxn modelId="{E817B700-8159-466A-8D2D-B16944F97C63}" type="presOf" srcId="{7AF0BF79-1BF5-48F4-A547-950DA33A726D}" destId="{240E7110-BEE1-4BED-8AEE-60F1D7B5DA5B}" srcOrd="0" destOrd="0" presId="urn:microsoft.com/office/officeart/2016/7/layout/BasicLinearProcessNumbered"/>
    <dgm:cxn modelId="{CC9CEA00-17D4-4123-959B-C769C98DF3EC}" srcId="{29017EC5-40A6-4CBE-A9FE-5E2D375BDA14}" destId="{EB786F88-0AE3-421E-8ABA-6F9032C9DD80}" srcOrd="5" destOrd="0" parTransId="{37443339-1DCF-4AD7-9150-7773DB23F3D0}" sibTransId="{7AF0BF79-1BF5-48F4-A547-950DA33A726D}"/>
    <dgm:cxn modelId="{A2A71702-9CBA-45CA-969C-6D5D1AB2F027}" type="presOf" srcId="{8DC06F43-7972-4232-BAE4-BEBCA905E27E}" destId="{72D702B5-57A4-4552-9879-2C7AA7E64972}" srcOrd="0" destOrd="0" presId="urn:microsoft.com/office/officeart/2016/7/layout/BasicLinearProcessNumbered"/>
    <dgm:cxn modelId="{B691300C-4955-45F5-A89F-1A88590EB499}" type="presOf" srcId="{F73C7561-78B3-451C-82AE-DFCE2465A273}" destId="{0C027709-1E43-47D1-A3C4-6BA88A81BFD9}" srcOrd="0" destOrd="0" presId="urn:microsoft.com/office/officeart/2016/7/layout/BasicLinearProcessNumbered"/>
    <dgm:cxn modelId="{F2F1AE0E-A3B6-44E6-AAF2-6C0694F113C0}" type="presOf" srcId="{B34E031F-4DE1-48FD-BA0C-0E2543F09834}" destId="{594BA611-0E84-4AA7-BFB0-1B5B8647B691}" srcOrd="0" destOrd="0" presId="urn:microsoft.com/office/officeart/2016/7/layout/BasicLinearProcessNumbered"/>
    <dgm:cxn modelId="{41531B0F-D0F3-40C9-9225-F6CABD514587}" type="presOf" srcId="{EB786F88-0AE3-421E-8ABA-6F9032C9DD80}" destId="{D3C2D50A-B5C9-46C4-9D12-86D333198E65}" srcOrd="0" destOrd="0" presId="urn:microsoft.com/office/officeart/2016/7/layout/BasicLinearProcessNumbered"/>
    <dgm:cxn modelId="{204B2310-897C-418D-B74A-C801E39FC090}" srcId="{29017EC5-40A6-4CBE-A9FE-5E2D375BDA14}" destId="{78F08DDF-EC37-45E5-86B0-A41E5495F370}" srcOrd="2" destOrd="0" parTransId="{E996460B-42BD-41BF-8E1F-39183A1AB6FA}" sibTransId="{8DC06F43-7972-4232-BAE4-BEBCA905E27E}"/>
    <dgm:cxn modelId="{F9FDF31B-BB00-48DF-8576-04F7E460568C}" type="presOf" srcId="{D9BE3A7D-A6BC-4493-B0E4-D64E76DA5249}" destId="{F5F8B12D-E6F7-44CB-959C-2E6BEF228F9E}" srcOrd="0" destOrd="0" presId="urn:microsoft.com/office/officeart/2016/7/layout/BasicLinearProcessNumbered"/>
    <dgm:cxn modelId="{72A56828-BA39-43EF-9EE9-50400D684B5C}" type="presOf" srcId="{66BF649C-C6DC-4DB1-A60C-68CD99C2A20F}" destId="{4EC5801B-BF3E-4EFC-90CE-18AB1B34EE1E}" srcOrd="0" destOrd="0" presId="urn:microsoft.com/office/officeart/2016/7/layout/BasicLinearProcessNumbered"/>
    <dgm:cxn modelId="{82970434-DBF6-4DEB-B811-7787E8F14A0C}" srcId="{29017EC5-40A6-4CBE-A9FE-5E2D375BDA14}" destId="{4DF300CA-1155-4724-BB24-87939A1BA38B}" srcOrd="3" destOrd="0" parTransId="{588C8749-0E46-4EE1-AB74-4907FA37A3D6}" sibTransId="{638B815A-7053-4CD2-BAD7-0BEAC3FD27DC}"/>
    <dgm:cxn modelId="{65F49537-E4B3-433E-B4A0-8B4A3AA202BD}" type="presOf" srcId="{638B815A-7053-4CD2-BAD7-0BEAC3FD27DC}" destId="{95E6D94F-46B6-47F8-8221-ED1B89D247B9}" srcOrd="0" destOrd="0" presId="urn:microsoft.com/office/officeart/2016/7/layout/BasicLinearProcessNumbered"/>
    <dgm:cxn modelId="{AB864738-0576-4C75-BAA5-82AD23B2AE6C}" srcId="{29017EC5-40A6-4CBE-A9FE-5E2D375BDA14}" destId="{66BF649C-C6DC-4DB1-A60C-68CD99C2A20F}" srcOrd="0" destOrd="0" parTransId="{170E16C8-FAF9-42E3-BE73-237BB5C12595}" sibTransId="{B34E031F-4DE1-48FD-BA0C-0E2543F09834}"/>
    <dgm:cxn modelId="{B07E5163-DCA3-4121-9FCD-93957B57C00D}" srcId="{29017EC5-40A6-4CBE-A9FE-5E2D375BDA14}" destId="{6DD8A7B1-C579-436A-BA91-C2B622F05E97}" srcOrd="4" destOrd="0" parTransId="{474731E1-20DF-42A4-9FB3-B698C849D023}" sibTransId="{ACB13DEE-CB34-4424-AFA8-A9401915EA82}"/>
    <dgm:cxn modelId="{AAF41364-0CAD-4610-934C-C00EA73B5413}" type="presOf" srcId="{52650E1E-63DE-43E5-9F31-768C575EAF1B}" destId="{2C44C869-E8D9-45D3-BCA1-603BD392354E}" srcOrd="1" destOrd="0" presId="urn:microsoft.com/office/officeart/2016/7/layout/BasicLinearProcessNumbered"/>
    <dgm:cxn modelId="{85410F71-F139-42B1-9878-6909001D7CE0}" type="presOf" srcId="{92D41DA0-FF7E-45BA-ADC1-60E40924CB54}" destId="{B1279542-9B76-49F4-91E8-7865261B3E01}" srcOrd="1" destOrd="0" presId="urn:microsoft.com/office/officeart/2016/7/layout/BasicLinearProcessNumbered"/>
    <dgm:cxn modelId="{3938408A-6241-4E29-B943-DEFA3BA4277E}" type="presOf" srcId="{78F08DDF-EC37-45E5-86B0-A41E5495F370}" destId="{3F6B443F-A8D9-44AD-9727-798FC7B486A6}" srcOrd="0" destOrd="0" presId="urn:microsoft.com/office/officeart/2016/7/layout/BasicLinearProcessNumbered"/>
    <dgm:cxn modelId="{60DB6A95-C227-4BB2-8BF4-9AD23FB68294}" type="presOf" srcId="{78F08DDF-EC37-45E5-86B0-A41E5495F370}" destId="{FA63B2D8-5D98-40EA-A091-84A6FF61A1D0}" srcOrd="1" destOrd="0" presId="urn:microsoft.com/office/officeart/2016/7/layout/BasicLinearProcessNumbered"/>
    <dgm:cxn modelId="{2F0D8496-D3F4-4515-899D-4F17FAA21C16}" type="presOf" srcId="{4DF300CA-1155-4724-BB24-87939A1BA38B}" destId="{3D4E0CE3-D2EE-4419-826F-ABDBDFB324F4}" srcOrd="0" destOrd="0" presId="urn:microsoft.com/office/officeart/2016/7/layout/BasicLinearProcessNumbered"/>
    <dgm:cxn modelId="{1E6925A6-1F4C-45A9-B9A0-CE06D67E6D2F}" type="presOf" srcId="{ACB13DEE-CB34-4424-AFA8-A9401915EA82}" destId="{3D18553E-B1E4-475B-BEDC-69B338F551DC}" srcOrd="0" destOrd="0" presId="urn:microsoft.com/office/officeart/2016/7/layout/BasicLinearProcessNumbered"/>
    <dgm:cxn modelId="{39B91EA8-7833-4B71-A7A6-773B295B3033}" srcId="{29017EC5-40A6-4CBE-A9FE-5E2D375BDA14}" destId="{52650E1E-63DE-43E5-9F31-768C575EAF1B}" srcOrd="1" destOrd="0" parTransId="{2C1A099A-19E8-460C-B9A9-5AF6EF5642ED}" sibTransId="{F73C7561-78B3-451C-82AE-DFCE2465A273}"/>
    <dgm:cxn modelId="{318EC5A8-0A78-4E62-8882-E1B1DFFD92F3}" type="presOf" srcId="{6DD8A7B1-C579-436A-BA91-C2B622F05E97}" destId="{54560526-F500-48E9-B229-D93660C8C0DC}" srcOrd="1" destOrd="0" presId="urn:microsoft.com/office/officeart/2016/7/layout/BasicLinearProcessNumbered"/>
    <dgm:cxn modelId="{6A97E9AD-44B4-433B-9FB7-8796195BD805}" type="presOf" srcId="{4DF300CA-1155-4724-BB24-87939A1BA38B}" destId="{5CAE79B0-B97B-4F84-BAAF-096557A9FBA8}" srcOrd="1" destOrd="0" presId="urn:microsoft.com/office/officeart/2016/7/layout/BasicLinearProcessNumbered"/>
    <dgm:cxn modelId="{15BC62BF-8A0B-4343-B3B8-CC49B209EE1E}" type="presOf" srcId="{6DD8A7B1-C579-436A-BA91-C2B622F05E97}" destId="{9A2B6D52-8DC6-435A-9AF6-CC69A9CA3DF9}" srcOrd="0" destOrd="0" presId="urn:microsoft.com/office/officeart/2016/7/layout/BasicLinearProcessNumbered"/>
    <dgm:cxn modelId="{6B7A17C2-9C37-40C7-A986-0989F3CECD70}" srcId="{29017EC5-40A6-4CBE-A9FE-5E2D375BDA14}" destId="{92D41DA0-FF7E-45BA-ADC1-60E40924CB54}" srcOrd="6" destOrd="0" parTransId="{B1EE6728-C5AC-451C-83D5-BF40494F6E31}" sibTransId="{D9BE3A7D-A6BC-4493-B0E4-D64E76DA5249}"/>
    <dgm:cxn modelId="{8FD67BD7-A0F6-407C-973F-743A40A32514}" type="presOf" srcId="{29017EC5-40A6-4CBE-A9FE-5E2D375BDA14}" destId="{5043168A-F278-4628-BBF2-285948991ACC}" srcOrd="0" destOrd="0" presId="urn:microsoft.com/office/officeart/2016/7/layout/BasicLinearProcessNumbered"/>
    <dgm:cxn modelId="{DCA075E7-F9D6-402E-9D09-D0FA8CFF4028}" type="presOf" srcId="{52650E1E-63DE-43E5-9F31-768C575EAF1B}" destId="{816C176C-11A1-47ED-9964-58722B98BD58}" srcOrd="0" destOrd="0" presId="urn:microsoft.com/office/officeart/2016/7/layout/BasicLinearProcessNumbered"/>
    <dgm:cxn modelId="{357ABDED-9657-40C8-8CD2-6AA7D86B5823}" type="presOf" srcId="{66BF649C-C6DC-4DB1-A60C-68CD99C2A20F}" destId="{4ADA489E-FB6A-49BB-B666-FAA27CEDF160}" srcOrd="1" destOrd="0" presId="urn:microsoft.com/office/officeart/2016/7/layout/BasicLinearProcessNumbered"/>
    <dgm:cxn modelId="{8464F6F1-53F5-4CA8-A7D1-6F0338148814}" type="presOf" srcId="{EB786F88-0AE3-421E-8ABA-6F9032C9DD80}" destId="{BC1D41E9-8E66-4DCF-8106-CEE991D149C7}" srcOrd="1" destOrd="0" presId="urn:microsoft.com/office/officeart/2016/7/layout/BasicLinearProcessNumbered"/>
    <dgm:cxn modelId="{C10BB7FE-E8E1-4EEF-BBD2-5910125A665D}" type="presOf" srcId="{92D41DA0-FF7E-45BA-ADC1-60E40924CB54}" destId="{C65517B6-82F6-4BBE-8855-865B2DB16843}" srcOrd="0" destOrd="0" presId="urn:microsoft.com/office/officeart/2016/7/layout/BasicLinearProcessNumbered"/>
    <dgm:cxn modelId="{73CB08DD-951A-41FB-9A13-1C1B479ECDB1}" type="presParOf" srcId="{5043168A-F278-4628-BBF2-285948991ACC}" destId="{EC55D023-D74F-4550-ABE1-3CAA647FA676}" srcOrd="0" destOrd="0" presId="urn:microsoft.com/office/officeart/2016/7/layout/BasicLinearProcessNumbered"/>
    <dgm:cxn modelId="{691F4274-30A2-4B54-93EB-6CD35687DC01}" type="presParOf" srcId="{EC55D023-D74F-4550-ABE1-3CAA647FA676}" destId="{4EC5801B-BF3E-4EFC-90CE-18AB1B34EE1E}" srcOrd="0" destOrd="0" presId="urn:microsoft.com/office/officeart/2016/7/layout/BasicLinearProcessNumbered"/>
    <dgm:cxn modelId="{4A47A3A0-13C7-4B75-A0BE-F3F157F0E0A5}" type="presParOf" srcId="{EC55D023-D74F-4550-ABE1-3CAA647FA676}" destId="{594BA611-0E84-4AA7-BFB0-1B5B8647B691}" srcOrd="1" destOrd="0" presId="urn:microsoft.com/office/officeart/2016/7/layout/BasicLinearProcessNumbered"/>
    <dgm:cxn modelId="{1846FBFC-868C-4562-966C-DC90F709FE16}" type="presParOf" srcId="{EC55D023-D74F-4550-ABE1-3CAA647FA676}" destId="{7D52323B-8B99-478C-ADF8-A9BC9131A35C}" srcOrd="2" destOrd="0" presId="urn:microsoft.com/office/officeart/2016/7/layout/BasicLinearProcessNumbered"/>
    <dgm:cxn modelId="{C31108B5-BC73-4D7A-B189-CBA554CB40FE}" type="presParOf" srcId="{EC55D023-D74F-4550-ABE1-3CAA647FA676}" destId="{4ADA489E-FB6A-49BB-B666-FAA27CEDF160}" srcOrd="3" destOrd="0" presId="urn:microsoft.com/office/officeart/2016/7/layout/BasicLinearProcessNumbered"/>
    <dgm:cxn modelId="{1AFF66FE-C380-446A-877C-181EB842F4F2}" type="presParOf" srcId="{5043168A-F278-4628-BBF2-285948991ACC}" destId="{0C91D6C7-67BE-496C-9FC0-41AAE42D0E76}" srcOrd="1" destOrd="0" presId="urn:microsoft.com/office/officeart/2016/7/layout/BasicLinearProcessNumbered"/>
    <dgm:cxn modelId="{75C44090-16EC-4475-94CB-2FE343C0495F}" type="presParOf" srcId="{5043168A-F278-4628-BBF2-285948991ACC}" destId="{76E233BD-BA77-4FE1-83EA-9C221C903629}" srcOrd="2" destOrd="0" presId="urn:microsoft.com/office/officeart/2016/7/layout/BasicLinearProcessNumbered"/>
    <dgm:cxn modelId="{BE42A20E-F18C-489A-8238-FEE11FAF5DB8}" type="presParOf" srcId="{76E233BD-BA77-4FE1-83EA-9C221C903629}" destId="{816C176C-11A1-47ED-9964-58722B98BD58}" srcOrd="0" destOrd="0" presId="urn:microsoft.com/office/officeart/2016/7/layout/BasicLinearProcessNumbered"/>
    <dgm:cxn modelId="{3EF06C3F-C895-4560-A94A-04F01CF9EE59}" type="presParOf" srcId="{76E233BD-BA77-4FE1-83EA-9C221C903629}" destId="{0C027709-1E43-47D1-A3C4-6BA88A81BFD9}" srcOrd="1" destOrd="0" presId="urn:microsoft.com/office/officeart/2016/7/layout/BasicLinearProcessNumbered"/>
    <dgm:cxn modelId="{6EB3AAA6-766A-40CE-90C9-54963499A815}" type="presParOf" srcId="{76E233BD-BA77-4FE1-83EA-9C221C903629}" destId="{6C335A2E-2833-4E90-9168-EA0F65D78EED}" srcOrd="2" destOrd="0" presId="urn:microsoft.com/office/officeart/2016/7/layout/BasicLinearProcessNumbered"/>
    <dgm:cxn modelId="{BDE1823A-A723-4CF2-9405-3FA94713681C}" type="presParOf" srcId="{76E233BD-BA77-4FE1-83EA-9C221C903629}" destId="{2C44C869-E8D9-45D3-BCA1-603BD392354E}" srcOrd="3" destOrd="0" presId="urn:microsoft.com/office/officeart/2016/7/layout/BasicLinearProcessNumbered"/>
    <dgm:cxn modelId="{1EB94080-121F-402A-AAD4-95501C4722C1}" type="presParOf" srcId="{5043168A-F278-4628-BBF2-285948991ACC}" destId="{C99F06D9-A62A-4616-AC6A-41A927F5ED91}" srcOrd="3" destOrd="0" presId="urn:microsoft.com/office/officeart/2016/7/layout/BasicLinearProcessNumbered"/>
    <dgm:cxn modelId="{2014E3DF-6F5F-4824-B6DB-93F8D5901770}" type="presParOf" srcId="{5043168A-F278-4628-BBF2-285948991ACC}" destId="{3CA0BA4E-F3F3-47E9-8171-798DF9189AF4}" srcOrd="4" destOrd="0" presId="urn:microsoft.com/office/officeart/2016/7/layout/BasicLinearProcessNumbered"/>
    <dgm:cxn modelId="{D9154957-94F2-4FA8-AC4D-39F755BEF36B}" type="presParOf" srcId="{3CA0BA4E-F3F3-47E9-8171-798DF9189AF4}" destId="{3F6B443F-A8D9-44AD-9727-798FC7B486A6}" srcOrd="0" destOrd="0" presId="urn:microsoft.com/office/officeart/2016/7/layout/BasicLinearProcessNumbered"/>
    <dgm:cxn modelId="{17F6C020-2379-4F36-A88A-A2D5EF2A1DBB}" type="presParOf" srcId="{3CA0BA4E-F3F3-47E9-8171-798DF9189AF4}" destId="{72D702B5-57A4-4552-9879-2C7AA7E64972}" srcOrd="1" destOrd="0" presId="urn:microsoft.com/office/officeart/2016/7/layout/BasicLinearProcessNumbered"/>
    <dgm:cxn modelId="{871C30B3-E550-4C11-A93E-325C678643CB}" type="presParOf" srcId="{3CA0BA4E-F3F3-47E9-8171-798DF9189AF4}" destId="{74713275-E250-4546-A970-E18AB8474474}" srcOrd="2" destOrd="0" presId="urn:microsoft.com/office/officeart/2016/7/layout/BasicLinearProcessNumbered"/>
    <dgm:cxn modelId="{4A0DA42A-F694-4711-BA45-149E59D8D94D}" type="presParOf" srcId="{3CA0BA4E-F3F3-47E9-8171-798DF9189AF4}" destId="{FA63B2D8-5D98-40EA-A091-84A6FF61A1D0}" srcOrd="3" destOrd="0" presId="urn:microsoft.com/office/officeart/2016/7/layout/BasicLinearProcessNumbered"/>
    <dgm:cxn modelId="{B8662553-EB3F-4E5F-8C0C-D829AB527F3D}" type="presParOf" srcId="{5043168A-F278-4628-BBF2-285948991ACC}" destId="{B6BE046F-83DF-4DFC-85A8-C6A3A0521E57}" srcOrd="5" destOrd="0" presId="urn:microsoft.com/office/officeart/2016/7/layout/BasicLinearProcessNumbered"/>
    <dgm:cxn modelId="{E06464E1-6917-4511-A07F-DD9120EBECFE}" type="presParOf" srcId="{5043168A-F278-4628-BBF2-285948991ACC}" destId="{1DDA5E40-C508-484C-9D95-6469BDF14E51}" srcOrd="6" destOrd="0" presId="urn:microsoft.com/office/officeart/2016/7/layout/BasicLinearProcessNumbered"/>
    <dgm:cxn modelId="{CD27DF7D-1463-4798-9EE0-CFC534C3A2CD}" type="presParOf" srcId="{1DDA5E40-C508-484C-9D95-6469BDF14E51}" destId="{3D4E0CE3-D2EE-4419-826F-ABDBDFB324F4}" srcOrd="0" destOrd="0" presId="urn:microsoft.com/office/officeart/2016/7/layout/BasicLinearProcessNumbered"/>
    <dgm:cxn modelId="{F50DA82C-1323-4E60-8CFF-6BF824A4CD6B}" type="presParOf" srcId="{1DDA5E40-C508-484C-9D95-6469BDF14E51}" destId="{95E6D94F-46B6-47F8-8221-ED1B89D247B9}" srcOrd="1" destOrd="0" presId="urn:microsoft.com/office/officeart/2016/7/layout/BasicLinearProcessNumbered"/>
    <dgm:cxn modelId="{08766D24-F736-477A-93C0-DDA9BFF0A2E9}" type="presParOf" srcId="{1DDA5E40-C508-484C-9D95-6469BDF14E51}" destId="{6C5301B9-CC00-40E2-B542-86050AF420C5}" srcOrd="2" destOrd="0" presId="urn:microsoft.com/office/officeart/2016/7/layout/BasicLinearProcessNumbered"/>
    <dgm:cxn modelId="{D49EF2B0-61A6-4DA0-8184-35F0AECE166C}" type="presParOf" srcId="{1DDA5E40-C508-484C-9D95-6469BDF14E51}" destId="{5CAE79B0-B97B-4F84-BAAF-096557A9FBA8}" srcOrd="3" destOrd="0" presId="urn:microsoft.com/office/officeart/2016/7/layout/BasicLinearProcessNumbered"/>
    <dgm:cxn modelId="{386A01D4-B116-4BD6-B64F-B9520F871937}" type="presParOf" srcId="{5043168A-F278-4628-BBF2-285948991ACC}" destId="{6CD56913-21D5-4BC4-9833-C669A553CC73}" srcOrd="7" destOrd="0" presId="urn:microsoft.com/office/officeart/2016/7/layout/BasicLinearProcessNumbered"/>
    <dgm:cxn modelId="{72B52F90-63B8-4FC0-B50F-AF875B86B37C}" type="presParOf" srcId="{5043168A-F278-4628-BBF2-285948991ACC}" destId="{E3902C9F-0C4C-4A78-983F-94F89F1BB2A3}" srcOrd="8" destOrd="0" presId="urn:microsoft.com/office/officeart/2016/7/layout/BasicLinearProcessNumbered"/>
    <dgm:cxn modelId="{F4152D15-3B1F-4B2A-B02D-81A184BD0629}" type="presParOf" srcId="{E3902C9F-0C4C-4A78-983F-94F89F1BB2A3}" destId="{9A2B6D52-8DC6-435A-9AF6-CC69A9CA3DF9}" srcOrd="0" destOrd="0" presId="urn:microsoft.com/office/officeart/2016/7/layout/BasicLinearProcessNumbered"/>
    <dgm:cxn modelId="{67391656-57DC-465E-8968-EE963643A493}" type="presParOf" srcId="{E3902C9F-0C4C-4A78-983F-94F89F1BB2A3}" destId="{3D18553E-B1E4-475B-BEDC-69B338F551DC}" srcOrd="1" destOrd="0" presId="urn:microsoft.com/office/officeart/2016/7/layout/BasicLinearProcessNumbered"/>
    <dgm:cxn modelId="{B280DBD6-3CE5-4E28-B033-D37B1A5BE85A}" type="presParOf" srcId="{E3902C9F-0C4C-4A78-983F-94F89F1BB2A3}" destId="{E4303C19-19B2-4D41-A978-9ED11EDE8524}" srcOrd="2" destOrd="0" presId="urn:microsoft.com/office/officeart/2016/7/layout/BasicLinearProcessNumbered"/>
    <dgm:cxn modelId="{B58261A2-BA2B-4C50-B16F-AA796150DF53}" type="presParOf" srcId="{E3902C9F-0C4C-4A78-983F-94F89F1BB2A3}" destId="{54560526-F500-48E9-B229-D93660C8C0DC}" srcOrd="3" destOrd="0" presId="urn:microsoft.com/office/officeart/2016/7/layout/BasicLinearProcessNumbered"/>
    <dgm:cxn modelId="{B71626AE-C984-4285-93AA-98CF8E3E7181}" type="presParOf" srcId="{5043168A-F278-4628-BBF2-285948991ACC}" destId="{1CBA92FC-F6A3-4FBB-912E-DFFA4E680A60}" srcOrd="9" destOrd="0" presId="urn:microsoft.com/office/officeart/2016/7/layout/BasicLinearProcessNumbered"/>
    <dgm:cxn modelId="{68474102-D2B7-4826-A62B-1B03F3097A20}" type="presParOf" srcId="{5043168A-F278-4628-BBF2-285948991ACC}" destId="{B0F57059-43F7-4EDF-A23B-8C6564AAE943}" srcOrd="10" destOrd="0" presId="urn:microsoft.com/office/officeart/2016/7/layout/BasicLinearProcessNumbered"/>
    <dgm:cxn modelId="{42013F87-C05F-4DD8-A073-51016BAF011C}" type="presParOf" srcId="{B0F57059-43F7-4EDF-A23B-8C6564AAE943}" destId="{D3C2D50A-B5C9-46C4-9D12-86D333198E65}" srcOrd="0" destOrd="0" presId="urn:microsoft.com/office/officeart/2016/7/layout/BasicLinearProcessNumbered"/>
    <dgm:cxn modelId="{7A87A3A3-BD73-475E-83FF-8ABCE7717AA6}" type="presParOf" srcId="{B0F57059-43F7-4EDF-A23B-8C6564AAE943}" destId="{240E7110-BEE1-4BED-8AEE-60F1D7B5DA5B}" srcOrd="1" destOrd="0" presId="urn:microsoft.com/office/officeart/2016/7/layout/BasicLinearProcessNumbered"/>
    <dgm:cxn modelId="{0132CE32-422E-4BF4-83A6-C33C4ED7ECB6}" type="presParOf" srcId="{B0F57059-43F7-4EDF-A23B-8C6564AAE943}" destId="{EC9D7E42-C5BB-44C2-B8B2-246C096BB25D}" srcOrd="2" destOrd="0" presId="urn:microsoft.com/office/officeart/2016/7/layout/BasicLinearProcessNumbered"/>
    <dgm:cxn modelId="{89962EDD-4D01-4756-B930-34E88FCAC431}" type="presParOf" srcId="{B0F57059-43F7-4EDF-A23B-8C6564AAE943}" destId="{BC1D41E9-8E66-4DCF-8106-CEE991D149C7}" srcOrd="3" destOrd="0" presId="urn:microsoft.com/office/officeart/2016/7/layout/BasicLinearProcessNumbered"/>
    <dgm:cxn modelId="{7783FCFE-F98D-42D5-90FE-F60882C591FE}" type="presParOf" srcId="{5043168A-F278-4628-BBF2-285948991ACC}" destId="{4DBE6DB4-D1E5-4DE9-B27E-2A594B28AECC}" srcOrd="11" destOrd="0" presId="urn:microsoft.com/office/officeart/2016/7/layout/BasicLinearProcessNumbered"/>
    <dgm:cxn modelId="{6C2C892E-D167-4382-B0D8-FCD6BD2519EC}" type="presParOf" srcId="{5043168A-F278-4628-BBF2-285948991ACC}" destId="{2FD2F7D0-A29F-47B9-B02B-3A229341CF61}" srcOrd="12" destOrd="0" presId="urn:microsoft.com/office/officeart/2016/7/layout/BasicLinearProcessNumbered"/>
    <dgm:cxn modelId="{0544BA87-D0A8-4EC2-880D-91003F845456}" type="presParOf" srcId="{2FD2F7D0-A29F-47B9-B02B-3A229341CF61}" destId="{C65517B6-82F6-4BBE-8855-865B2DB16843}" srcOrd="0" destOrd="0" presId="urn:microsoft.com/office/officeart/2016/7/layout/BasicLinearProcessNumbered"/>
    <dgm:cxn modelId="{012E1B7E-C2A4-4D6B-B752-3C6570523B52}" type="presParOf" srcId="{2FD2F7D0-A29F-47B9-B02B-3A229341CF61}" destId="{F5F8B12D-E6F7-44CB-959C-2E6BEF228F9E}" srcOrd="1" destOrd="0" presId="urn:microsoft.com/office/officeart/2016/7/layout/BasicLinearProcessNumbered"/>
    <dgm:cxn modelId="{3CA213E3-2D07-4819-A794-EF216166F802}" type="presParOf" srcId="{2FD2F7D0-A29F-47B9-B02B-3A229341CF61}" destId="{0A2D0108-181B-46C8-9257-AC0963713E57}" srcOrd="2" destOrd="0" presId="urn:microsoft.com/office/officeart/2016/7/layout/BasicLinearProcessNumbered"/>
    <dgm:cxn modelId="{77737559-9046-4D80-B674-96479AD55768}" type="presParOf" srcId="{2FD2F7D0-A29F-47B9-B02B-3A229341CF61}" destId="{B1279542-9B76-49F4-91E8-7865261B3E01}"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2CEE363-0416-460E-A0D0-7591B11D0EFE}" type="doc">
      <dgm:prSet loTypeId="urn:microsoft.com/office/officeart/2016/7/layout/VerticalDownArrowProcess" loCatId="process" qsTypeId="urn:microsoft.com/office/officeart/2005/8/quickstyle/simple2" qsCatId="simple" csTypeId="urn:microsoft.com/office/officeart/2005/8/colors/accent1_2" csCatId="accent1"/>
      <dgm:spPr/>
      <dgm:t>
        <a:bodyPr/>
        <a:lstStyle/>
        <a:p>
          <a:endParaRPr lang="en-US"/>
        </a:p>
      </dgm:t>
    </dgm:pt>
    <dgm:pt modelId="{40D5CD0B-DDEF-43BF-8609-253482A2B2B2}">
      <dgm:prSet/>
      <dgm:spPr/>
      <dgm:t>
        <a:bodyPr/>
        <a:lstStyle/>
        <a:p>
          <a:r>
            <a:rPr lang="en-US"/>
            <a:t>Identify</a:t>
          </a:r>
        </a:p>
      </dgm:t>
    </dgm:pt>
    <dgm:pt modelId="{4B3B5642-99F9-4836-B39E-F4E7DCA1ED0E}" type="parTrans" cxnId="{BB60F5AE-F9F9-445F-A272-077378779C93}">
      <dgm:prSet/>
      <dgm:spPr/>
      <dgm:t>
        <a:bodyPr/>
        <a:lstStyle/>
        <a:p>
          <a:endParaRPr lang="en-US"/>
        </a:p>
      </dgm:t>
    </dgm:pt>
    <dgm:pt modelId="{AC81D7B2-A7C2-473D-B669-70BB69A164F0}" type="sibTrans" cxnId="{BB60F5AE-F9F9-445F-A272-077378779C93}">
      <dgm:prSet/>
      <dgm:spPr/>
      <dgm:t>
        <a:bodyPr/>
        <a:lstStyle/>
        <a:p>
          <a:endParaRPr lang="en-US"/>
        </a:p>
      </dgm:t>
    </dgm:pt>
    <dgm:pt modelId="{EFE1AC11-CDA6-4E5D-8006-707F09A1DF3D}">
      <dgm:prSet/>
      <dgm:spPr/>
      <dgm:t>
        <a:bodyPr/>
        <a:lstStyle/>
        <a:p>
          <a:r>
            <a:rPr lang="en-US"/>
            <a:t>Identify the diverse needs and abilities of all pupils in the class.</a:t>
          </a:r>
        </a:p>
      </dgm:t>
    </dgm:pt>
    <dgm:pt modelId="{1B11B4A1-BE07-4FB3-A643-A6B723CB5101}" type="parTrans" cxnId="{2A4385CC-BA26-4616-8FC7-3E0A0822337B}">
      <dgm:prSet/>
      <dgm:spPr/>
      <dgm:t>
        <a:bodyPr/>
        <a:lstStyle/>
        <a:p>
          <a:endParaRPr lang="en-US"/>
        </a:p>
      </dgm:t>
    </dgm:pt>
    <dgm:pt modelId="{A30DA61B-2AEA-409C-9A43-B25B5D96107D}" type="sibTrans" cxnId="{2A4385CC-BA26-4616-8FC7-3E0A0822337B}">
      <dgm:prSet/>
      <dgm:spPr/>
      <dgm:t>
        <a:bodyPr/>
        <a:lstStyle/>
        <a:p>
          <a:endParaRPr lang="en-US"/>
        </a:p>
      </dgm:t>
    </dgm:pt>
    <dgm:pt modelId="{0457DFF9-77BA-47DE-BB68-F210DC060093}">
      <dgm:prSet/>
      <dgm:spPr/>
      <dgm:t>
        <a:bodyPr/>
        <a:lstStyle/>
        <a:p>
          <a:r>
            <a:rPr lang="en-US"/>
            <a:t>Determine</a:t>
          </a:r>
        </a:p>
      </dgm:t>
    </dgm:pt>
    <dgm:pt modelId="{0FE6442E-425B-48DA-9DC5-D745E527EC7D}" type="parTrans" cxnId="{2C00D911-6AEA-4E59-A805-1AAC5A1FD83B}">
      <dgm:prSet/>
      <dgm:spPr/>
      <dgm:t>
        <a:bodyPr/>
        <a:lstStyle/>
        <a:p>
          <a:endParaRPr lang="en-US"/>
        </a:p>
      </dgm:t>
    </dgm:pt>
    <dgm:pt modelId="{7AA42EC0-6230-4221-B1F1-7AF37D4FE5EA}" type="sibTrans" cxnId="{2C00D911-6AEA-4E59-A805-1AAC5A1FD83B}">
      <dgm:prSet/>
      <dgm:spPr/>
      <dgm:t>
        <a:bodyPr/>
        <a:lstStyle/>
        <a:p>
          <a:endParaRPr lang="en-US"/>
        </a:p>
      </dgm:t>
    </dgm:pt>
    <dgm:pt modelId="{2A78C757-D983-4B94-83B9-D6445F46E60B}">
      <dgm:prSet/>
      <dgm:spPr/>
      <dgm:t>
        <a:bodyPr/>
        <a:lstStyle/>
        <a:p>
          <a:r>
            <a:rPr lang="en-US"/>
            <a:t>Determine whether a particular need requires a change in the curriculum itself (curriculum adaptation) or a change in how the instruction is delivered or supported (differentiation).</a:t>
          </a:r>
        </a:p>
      </dgm:t>
    </dgm:pt>
    <dgm:pt modelId="{CDB55D33-43B5-484E-A072-D66F86AACAD0}" type="parTrans" cxnId="{CFB4CBCC-224C-4A45-BBB4-62850AD3E3FB}">
      <dgm:prSet/>
      <dgm:spPr/>
      <dgm:t>
        <a:bodyPr/>
        <a:lstStyle/>
        <a:p>
          <a:endParaRPr lang="en-US"/>
        </a:p>
      </dgm:t>
    </dgm:pt>
    <dgm:pt modelId="{18C5C5D8-4B58-4A0D-AB91-3537CC9B2C2F}" type="sibTrans" cxnId="{CFB4CBCC-224C-4A45-BBB4-62850AD3E3FB}">
      <dgm:prSet/>
      <dgm:spPr/>
      <dgm:t>
        <a:bodyPr/>
        <a:lstStyle/>
        <a:p>
          <a:endParaRPr lang="en-US"/>
        </a:p>
      </dgm:t>
    </dgm:pt>
    <dgm:pt modelId="{0A154995-3161-483B-BC86-F765A9B54571}">
      <dgm:prSet/>
      <dgm:spPr/>
      <dgm:t>
        <a:bodyPr/>
        <a:lstStyle/>
        <a:p>
          <a:r>
            <a:rPr lang="en-US"/>
            <a:t>Adapt</a:t>
          </a:r>
        </a:p>
      </dgm:t>
    </dgm:pt>
    <dgm:pt modelId="{194B0693-CAA1-47FF-953A-41E7278243E4}" type="parTrans" cxnId="{7B12C12C-C153-423E-8703-C75CE2C48166}">
      <dgm:prSet/>
      <dgm:spPr/>
      <dgm:t>
        <a:bodyPr/>
        <a:lstStyle/>
        <a:p>
          <a:endParaRPr lang="en-US"/>
        </a:p>
      </dgm:t>
    </dgm:pt>
    <dgm:pt modelId="{11048F68-9C35-408B-9272-7D760A4A8D37}" type="sibTrans" cxnId="{7B12C12C-C153-423E-8703-C75CE2C48166}">
      <dgm:prSet/>
      <dgm:spPr/>
      <dgm:t>
        <a:bodyPr/>
        <a:lstStyle/>
        <a:p>
          <a:endParaRPr lang="en-US"/>
        </a:p>
      </dgm:t>
    </dgm:pt>
    <dgm:pt modelId="{F9203FF2-EDB2-449B-AB49-E522C3623732}">
      <dgm:prSet/>
      <dgm:spPr/>
      <dgm:t>
        <a:bodyPr/>
        <a:lstStyle/>
        <a:p>
          <a:r>
            <a:rPr lang="en-US"/>
            <a:t>Adapt the curriculum or instruction based on the identified needs and abilities.</a:t>
          </a:r>
        </a:p>
      </dgm:t>
    </dgm:pt>
    <dgm:pt modelId="{E483DBBE-987F-4DD6-9953-851E00F09416}" type="parTrans" cxnId="{80A16756-07DB-4625-93E3-C0ECC675461C}">
      <dgm:prSet/>
      <dgm:spPr/>
      <dgm:t>
        <a:bodyPr/>
        <a:lstStyle/>
        <a:p>
          <a:endParaRPr lang="en-US"/>
        </a:p>
      </dgm:t>
    </dgm:pt>
    <dgm:pt modelId="{D4723D28-C1B4-4339-A697-50EFB1C1B400}" type="sibTrans" cxnId="{80A16756-07DB-4625-93E3-C0ECC675461C}">
      <dgm:prSet/>
      <dgm:spPr/>
      <dgm:t>
        <a:bodyPr/>
        <a:lstStyle/>
        <a:p>
          <a:endParaRPr lang="en-US"/>
        </a:p>
      </dgm:t>
    </dgm:pt>
    <dgm:pt modelId="{9E68C6B3-B814-4EDD-9189-772156BA9918}">
      <dgm:prSet/>
      <dgm:spPr/>
      <dgm:t>
        <a:bodyPr/>
        <a:lstStyle/>
        <a:p>
          <a:r>
            <a:rPr lang="en-US"/>
            <a:t>Assess</a:t>
          </a:r>
        </a:p>
      </dgm:t>
    </dgm:pt>
    <dgm:pt modelId="{511E73D3-4281-4893-87FB-FA7DA1C538FC}" type="parTrans" cxnId="{9FA7AD7A-88C1-4D71-B36A-2D12ED1938F6}">
      <dgm:prSet/>
      <dgm:spPr/>
      <dgm:t>
        <a:bodyPr/>
        <a:lstStyle/>
        <a:p>
          <a:endParaRPr lang="en-US"/>
        </a:p>
      </dgm:t>
    </dgm:pt>
    <dgm:pt modelId="{865CAB4D-E963-4092-8C6C-E331FF13608F}" type="sibTrans" cxnId="{9FA7AD7A-88C1-4D71-B36A-2D12ED1938F6}">
      <dgm:prSet/>
      <dgm:spPr/>
      <dgm:t>
        <a:bodyPr/>
        <a:lstStyle/>
        <a:p>
          <a:endParaRPr lang="en-US"/>
        </a:p>
      </dgm:t>
    </dgm:pt>
    <dgm:pt modelId="{51A89322-4ABB-4CED-B67E-39A5122CBAAA}">
      <dgm:prSet/>
      <dgm:spPr/>
      <dgm:t>
        <a:bodyPr/>
        <a:lstStyle/>
        <a:p>
          <a:r>
            <a:rPr lang="en-US"/>
            <a:t>Continuously assess pupil progress and adjust the curriculum or instruction as needed to meet individual pupil needs.</a:t>
          </a:r>
        </a:p>
      </dgm:t>
    </dgm:pt>
    <dgm:pt modelId="{84288E18-A3E1-4D28-BD03-449CA2999823}" type="parTrans" cxnId="{541C5FF1-F547-4D34-962D-0A50204809B2}">
      <dgm:prSet/>
      <dgm:spPr/>
      <dgm:t>
        <a:bodyPr/>
        <a:lstStyle/>
        <a:p>
          <a:endParaRPr lang="en-US"/>
        </a:p>
      </dgm:t>
    </dgm:pt>
    <dgm:pt modelId="{0379D605-D871-495A-9407-9EB4A7A90D11}" type="sibTrans" cxnId="{541C5FF1-F547-4D34-962D-0A50204809B2}">
      <dgm:prSet/>
      <dgm:spPr/>
      <dgm:t>
        <a:bodyPr/>
        <a:lstStyle/>
        <a:p>
          <a:endParaRPr lang="en-US"/>
        </a:p>
      </dgm:t>
    </dgm:pt>
    <dgm:pt modelId="{6430E611-F64E-44BD-A12E-A6AA9D987258}" type="pres">
      <dgm:prSet presAssocID="{12CEE363-0416-460E-A0D0-7591B11D0EFE}" presName="Name0" presStyleCnt="0">
        <dgm:presLayoutVars>
          <dgm:dir/>
          <dgm:animLvl val="lvl"/>
          <dgm:resizeHandles val="exact"/>
        </dgm:presLayoutVars>
      </dgm:prSet>
      <dgm:spPr/>
    </dgm:pt>
    <dgm:pt modelId="{8855A29C-DF50-4906-864D-25F5A3F14573}" type="pres">
      <dgm:prSet presAssocID="{9E68C6B3-B814-4EDD-9189-772156BA9918}" presName="boxAndChildren" presStyleCnt="0"/>
      <dgm:spPr/>
    </dgm:pt>
    <dgm:pt modelId="{0FDD46ED-09A9-471F-8F08-7CA83D771059}" type="pres">
      <dgm:prSet presAssocID="{9E68C6B3-B814-4EDD-9189-772156BA9918}" presName="parentTextBox" presStyleLbl="alignNode1" presStyleIdx="0" presStyleCnt="4"/>
      <dgm:spPr/>
    </dgm:pt>
    <dgm:pt modelId="{8BC5C0BE-80FF-491E-B867-DA703A75E220}" type="pres">
      <dgm:prSet presAssocID="{9E68C6B3-B814-4EDD-9189-772156BA9918}" presName="descendantBox" presStyleLbl="bgAccFollowNode1" presStyleIdx="0" presStyleCnt="4"/>
      <dgm:spPr/>
    </dgm:pt>
    <dgm:pt modelId="{AEA41A79-1BB2-4838-8964-7C65C28701FB}" type="pres">
      <dgm:prSet presAssocID="{11048F68-9C35-408B-9272-7D760A4A8D37}" presName="sp" presStyleCnt="0"/>
      <dgm:spPr/>
    </dgm:pt>
    <dgm:pt modelId="{88501C54-3F25-4F14-94B6-AB8A24B30D22}" type="pres">
      <dgm:prSet presAssocID="{0A154995-3161-483B-BC86-F765A9B54571}" presName="arrowAndChildren" presStyleCnt="0"/>
      <dgm:spPr/>
    </dgm:pt>
    <dgm:pt modelId="{6BA1A7BB-3D10-4A03-8557-6F80B19AAFA3}" type="pres">
      <dgm:prSet presAssocID="{0A154995-3161-483B-BC86-F765A9B54571}" presName="parentTextArrow" presStyleLbl="node1" presStyleIdx="0" presStyleCnt="0"/>
      <dgm:spPr/>
    </dgm:pt>
    <dgm:pt modelId="{997FD2D1-3FD4-4D47-A13E-44AB89269B83}" type="pres">
      <dgm:prSet presAssocID="{0A154995-3161-483B-BC86-F765A9B54571}" presName="arrow" presStyleLbl="alignNode1" presStyleIdx="1" presStyleCnt="4"/>
      <dgm:spPr/>
    </dgm:pt>
    <dgm:pt modelId="{E7E45776-5FB0-41A3-B342-7E265E571A1A}" type="pres">
      <dgm:prSet presAssocID="{0A154995-3161-483B-BC86-F765A9B54571}" presName="descendantArrow" presStyleLbl="bgAccFollowNode1" presStyleIdx="1" presStyleCnt="4"/>
      <dgm:spPr/>
    </dgm:pt>
    <dgm:pt modelId="{7F045E0A-08F8-457B-902B-165BCF4E443D}" type="pres">
      <dgm:prSet presAssocID="{7AA42EC0-6230-4221-B1F1-7AF37D4FE5EA}" presName="sp" presStyleCnt="0"/>
      <dgm:spPr/>
    </dgm:pt>
    <dgm:pt modelId="{7E1B69AA-B212-4D1F-A4B5-97C27CD442F9}" type="pres">
      <dgm:prSet presAssocID="{0457DFF9-77BA-47DE-BB68-F210DC060093}" presName="arrowAndChildren" presStyleCnt="0"/>
      <dgm:spPr/>
    </dgm:pt>
    <dgm:pt modelId="{644A7C3C-FDD4-40EE-9462-654D78F4B238}" type="pres">
      <dgm:prSet presAssocID="{0457DFF9-77BA-47DE-BB68-F210DC060093}" presName="parentTextArrow" presStyleLbl="node1" presStyleIdx="0" presStyleCnt="0"/>
      <dgm:spPr/>
    </dgm:pt>
    <dgm:pt modelId="{C6B219FF-3BC9-42F2-A035-1C3E3A1CF55B}" type="pres">
      <dgm:prSet presAssocID="{0457DFF9-77BA-47DE-BB68-F210DC060093}" presName="arrow" presStyleLbl="alignNode1" presStyleIdx="2" presStyleCnt="4"/>
      <dgm:spPr/>
    </dgm:pt>
    <dgm:pt modelId="{BD714CF4-2E43-4AF6-99B6-BDF1E85720A0}" type="pres">
      <dgm:prSet presAssocID="{0457DFF9-77BA-47DE-BB68-F210DC060093}" presName="descendantArrow" presStyleLbl="bgAccFollowNode1" presStyleIdx="2" presStyleCnt="4"/>
      <dgm:spPr/>
    </dgm:pt>
    <dgm:pt modelId="{F8008AB5-8D76-4163-BC53-638DF325720C}" type="pres">
      <dgm:prSet presAssocID="{AC81D7B2-A7C2-473D-B669-70BB69A164F0}" presName="sp" presStyleCnt="0"/>
      <dgm:spPr/>
    </dgm:pt>
    <dgm:pt modelId="{C206D2F2-5C74-402F-8AE9-EF5E3D95659E}" type="pres">
      <dgm:prSet presAssocID="{40D5CD0B-DDEF-43BF-8609-253482A2B2B2}" presName="arrowAndChildren" presStyleCnt="0"/>
      <dgm:spPr/>
    </dgm:pt>
    <dgm:pt modelId="{331AE046-1378-4B90-8DFA-62CE0FD6BF84}" type="pres">
      <dgm:prSet presAssocID="{40D5CD0B-DDEF-43BF-8609-253482A2B2B2}" presName="parentTextArrow" presStyleLbl="node1" presStyleIdx="0" presStyleCnt="0"/>
      <dgm:spPr/>
    </dgm:pt>
    <dgm:pt modelId="{7E4C3D62-83C1-47BC-940C-0ADBF5BE4BAF}" type="pres">
      <dgm:prSet presAssocID="{40D5CD0B-DDEF-43BF-8609-253482A2B2B2}" presName="arrow" presStyleLbl="alignNode1" presStyleIdx="3" presStyleCnt="4"/>
      <dgm:spPr/>
    </dgm:pt>
    <dgm:pt modelId="{78674524-7DAA-42FE-B885-D2602A0CC9D6}" type="pres">
      <dgm:prSet presAssocID="{40D5CD0B-DDEF-43BF-8609-253482A2B2B2}" presName="descendantArrow" presStyleLbl="bgAccFollowNode1" presStyleIdx="3" presStyleCnt="4"/>
      <dgm:spPr/>
    </dgm:pt>
  </dgm:ptLst>
  <dgm:cxnLst>
    <dgm:cxn modelId="{2C00D911-6AEA-4E59-A805-1AAC5A1FD83B}" srcId="{12CEE363-0416-460E-A0D0-7591B11D0EFE}" destId="{0457DFF9-77BA-47DE-BB68-F210DC060093}" srcOrd="1" destOrd="0" parTransId="{0FE6442E-425B-48DA-9DC5-D745E527EC7D}" sibTransId="{7AA42EC0-6230-4221-B1F1-7AF37D4FE5EA}"/>
    <dgm:cxn modelId="{3237DB12-88FB-4BA3-8A10-EA81DE8894B3}" type="presOf" srcId="{0457DFF9-77BA-47DE-BB68-F210DC060093}" destId="{644A7C3C-FDD4-40EE-9462-654D78F4B238}" srcOrd="0" destOrd="0" presId="urn:microsoft.com/office/officeart/2016/7/layout/VerticalDownArrowProcess"/>
    <dgm:cxn modelId="{7B12C12C-C153-423E-8703-C75CE2C48166}" srcId="{12CEE363-0416-460E-A0D0-7591B11D0EFE}" destId="{0A154995-3161-483B-BC86-F765A9B54571}" srcOrd="2" destOrd="0" parTransId="{194B0693-CAA1-47FF-953A-41E7278243E4}" sibTransId="{11048F68-9C35-408B-9272-7D760A4A8D37}"/>
    <dgm:cxn modelId="{0EA3D770-11CE-41B0-9B33-0D1E8B644DD5}" type="presOf" srcId="{EFE1AC11-CDA6-4E5D-8006-707F09A1DF3D}" destId="{78674524-7DAA-42FE-B885-D2602A0CC9D6}" srcOrd="0" destOrd="0" presId="urn:microsoft.com/office/officeart/2016/7/layout/VerticalDownArrowProcess"/>
    <dgm:cxn modelId="{80A16756-07DB-4625-93E3-C0ECC675461C}" srcId="{0A154995-3161-483B-BC86-F765A9B54571}" destId="{F9203FF2-EDB2-449B-AB49-E522C3623732}" srcOrd="0" destOrd="0" parTransId="{E483DBBE-987F-4DD6-9953-851E00F09416}" sibTransId="{D4723D28-C1B4-4339-A697-50EFB1C1B400}"/>
    <dgm:cxn modelId="{9FA7AD7A-88C1-4D71-B36A-2D12ED1938F6}" srcId="{12CEE363-0416-460E-A0D0-7591B11D0EFE}" destId="{9E68C6B3-B814-4EDD-9189-772156BA9918}" srcOrd="3" destOrd="0" parTransId="{511E73D3-4281-4893-87FB-FA7DA1C538FC}" sibTransId="{865CAB4D-E963-4092-8C6C-E331FF13608F}"/>
    <dgm:cxn modelId="{A7A1C15A-587D-4E25-AE69-ADB01259A45F}" type="presOf" srcId="{12CEE363-0416-460E-A0D0-7591B11D0EFE}" destId="{6430E611-F64E-44BD-A12E-A6AA9D987258}" srcOrd="0" destOrd="0" presId="urn:microsoft.com/office/officeart/2016/7/layout/VerticalDownArrowProcess"/>
    <dgm:cxn modelId="{D3C6EF84-CB6E-482E-B8AC-8900A824C8F5}" type="presOf" srcId="{9E68C6B3-B814-4EDD-9189-772156BA9918}" destId="{0FDD46ED-09A9-471F-8F08-7CA83D771059}" srcOrd="0" destOrd="0" presId="urn:microsoft.com/office/officeart/2016/7/layout/VerticalDownArrowProcess"/>
    <dgm:cxn modelId="{014BDD87-3C84-4801-9E61-12F91FE62049}" type="presOf" srcId="{F9203FF2-EDB2-449B-AB49-E522C3623732}" destId="{E7E45776-5FB0-41A3-B342-7E265E571A1A}" srcOrd="0" destOrd="0" presId="urn:microsoft.com/office/officeart/2016/7/layout/VerticalDownArrowProcess"/>
    <dgm:cxn modelId="{C0E5FF96-8114-453B-84A7-9A1805E33531}" type="presOf" srcId="{51A89322-4ABB-4CED-B67E-39A5122CBAAA}" destId="{8BC5C0BE-80FF-491E-B867-DA703A75E220}" srcOrd="0" destOrd="0" presId="urn:microsoft.com/office/officeart/2016/7/layout/VerticalDownArrowProcess"/>
    <dgm:cxn modelId="{BB60F5AE-F9F9-445F-A272-077378779C93}" srcId="{12CEE363-0416-460E-A0D0-7591B11D0EFE}" destId="{40D5CD0B-DDEF-43BF-8609-253482A2B2B2}" srcOrd="0" destOrd="0" parTransId="{4B3B5642-99F9-4836-B39E-F4E7DCA1ED0E}" sibTransId="{AC81D7B2-A7C2-473D-B669-70BB69A164F0}"/>
    <dgm:cxn modelId="{8E3E0FB0-9105-4D03-9B97-29C36DD3E151}" type="presOf" srcId="{0A154995-3161-483B-BC86-F765A9B54571}" destId="{997FD2D1-3FD4-4D47-A13E-44AB89269B83}" srcOrd="1" destOrd="0" presId="urn:microsoft.com/office/officeart/2016/7/layout/VerticalDownArrowProcess"/>
    <dgm:cxn modelId="{953FA7C8-F425-48B3-93AC-4E5ECBEE350A}" type="presOf" srcId="{0457DFF9-77BA-47DE-BB68-F210DC060093}" destId="{C6B219FF-3BC9-42F2-A035-1C3E3A1CF55B}" srcOrd="1" destOrd="0" presId="urn:microsoft.com/office/officeart/2016/7/layout/VerticalDownArrowProcess"/>
    <dgm:cxn modelId="{CAFA5DCB-6267-4A6C-9F8E-1E78DD6798D5}" type="presOf" srcId="{40D5CD0B-DDEF-43BF-8609-253482A2B2B2}" destId="{7E4C3D62-83C1-47BC-940C-0ADBF5BE4BAF}" srcOrd="1" destOrd="0" presId="urn:microsoft.com/office/officeart/2016/7/layout/VerticalDownArrowProcess"/>
    <dgm:cxn modelId="{2A4385CC-BA26-4616-8FC7-3E0A0822337B}" srcId="{40D5CD0B-DDEF-43BF-8609-253482A2B2B2}" destId="{EFE1AC11-CDA6-4E5D-8006-707F09A1DF3D}" srcOrd="0" destOrd="0" parTransId="{1B11B4A1-BE07-4FB3-A643-A6B723CB5101}" sibTransId="{A30DA61B-2AEA-409C-9A43-B25B5D96107D}"/>
    <dgm:cxn modelId="{CFB4CBCC-224C-4A45-BBB4-62850AD3E3FB}" srcId="{0457DFF9-77BA-47DE-BB68-F210DC060093}" destId="{2A78C757-D983-4B94-83B9-D6445F46E60B}" srcOrd="0" destOrd="0" parTransId="{CDB55D33-43B5-484E-A072-D66F86AACAD0}" sibTransId="{18C5C5D8-4B58-4A0D-AB91-3537CC9B2C2F}"/>
    <dgm:cxn modelId="{CC0EF0D2-3ABE-43E0-8D94-07046DEEAE35}" type="presOf" srcId="{0A154995-3161-483B-BC86-F765A9B54571}" destId="{6BA1A7BB-3D10-4A03-8557-6F80B19AAFA3}" srcOrd="0" destOrd="0" presId="urn:microsoft.com/office/officeart/2016/7/layout/VerticalDownArrowProcess"/>
    <dgm:cxn modelId="{323F40E7-09C4-46C1-940A-BDF323EF12D4}" type="presOf" srcId="{2A78C757-D983-4B94-83B9-D6445F46E60B}" destId="{BD714CF4-2E43-4AF6-99B6-BDF1E85720A0}" srcOrd="0" destOrd="0" presId="urn:microsoft.com/office/officeart/2016/7/layout/VerticalDownArrowProcess"/>
    <dgm:cxn modelId="{541C5FF1-F547-4D34-962D-0A50204809B2}" srcId="{9E68C6B3-B814-4EDD-9189-772156BA9918}" destId="{51A89322-4ABB-4CED-B67E-39A5122CBAAA}" srcOrd="0" destOrd="0" parTransId="{84288E18-A3E1-4D28-BD03-449CA2999823}" sibTransId="{0379D605-D871-495A-9407-9EB4A7A90D11}"/>
    <dgm:cxn modelId="{7D397EFA-EDB8-4FDB-8B1E-B0239A2C08AB}" type="presOf" srcId="{40D5CD0B-DDEF-43BF-8609-253482A2B2B2}" destId="{331AE046-1378-4B90-8DFA-62CE0FD6BF84}" srcOrd="0" destOrd="0" presId="urn:microsoft.com/office/officeart/2016/7/layout/VerticalDownArrowProcess"/>
    <dgm:cxn modelId="{790101A9-FDE3-46E4-B1F6-63B66A2A3EE5}" type="presParOf" srcId="{6430E611-F64E-44BD-A12E-A6AA9D987258}" destId="{8855A29C-DF50-4906-864D-25F5A3F14573}" srcOrd="0" destOrd="0" presId="urn:microsoft.com/office/officeart/2016/7/layout/VerticalDownArrowProcess"/>
    <dgm:cxn modelId="{4AD14CE6-9BCA-4F6C-9909-A04F236DC9D3}" type="presParOf" srcId="{8855A29C-DF50-4906-864D-25F5A3F14573}" destId="{0FDD46ED-09A9-471F-8F08-7CA83D771059}" srcOrd="0" destOrd="0" presId="urn:microsoft.com/office/officeart/2016/7/layout/VerticalDownArrowProcess"/>
    <dgm:cxn modelId="{1801D21F-83C9-48D7-8C11-5193C54A4ED7}" type="presParOf" srcId="{8855A29C-DF50-4906-864D-25F5A3F14573}" destId="{8BC5C0BE-80FF-491E-B867-DA703A75E220}" srcOrd="1" destOrd="0" presId="urn:microsoft.com/office/officeart/2016/7/layout/VerticalDownArrowProcess"/>
    <dgm:cxn modelId="{D432B3EC-9700-4409-BAF8-E523A35300A8}" type="presParOf" srcId="{6430E611-F64E-44BD-A12E-A6AA9D987258}" destId="{AEA41A79-1BB2-4838-8964-7C65C28701FB}" srcOrd="1" destOrd="0" presId="urn:microsoft.com/office/officeart/2016/7/layout/VerticalDownArrowProcess"/>
    <dgm:cxn modelId="{18A8CC38-4229-4A4B-A509-E621FF5E8010}" type="presParOf" srcId="{6430E611-F64E-44BD-A12E-A6AA9D987258}" destId="{88501C54-3F25-4F14-94B6-AB8A24B30D22}" srcOrd="2" destOrd="0" presId="urn:microsoft.com/office/officeart/2016/7/layout/VerticalDownArrowProcess"/>
    <dgm:cxn modelId="{109C6F69-D476-4909-B5E9-4FEA108E0416}" type="presParOf" srcId="{88501C54-3F25-4F14-94B6-AB8A24B30D22}" destId="{6BA1A7BB-3D10-4A03-8557-6F80B19AAFA3}" srcOrd="0" destOrd="0" presId="urn:microsoft.com/office/officeart/2016/7/layout/VerticalDownArrowProcess"/>
    <dgm:cxn modelId="{F4E1CB73-14B8-44FA-9675-BDB639630359}" type="presParOf" srcId="{88501C54-3F25-4F14-94B6-AB8A24B30D22}" destId="{997FD2D1-3FD4-4D47-A13E-44AB89269B83}" srcOrd="1" destOrd="0" presId="urn:microsoft.com/office/officeart/2016/7/layout/VerticalDownArrowProcess"/>
    <dgm:cxn modelId="{7BF06115-F4BB-4342-B6B0-85E23D2E8849}" type="presParOf" srcId="{88501C54-3F25-4F14-94B6-AB8A24B30D22}" destId="{E7E45776-5FB0-41A3-B342-7E265E571A1A}" srcOrd="2" destOrd="0" presId="urn:microsoft.com/office/officeart/2016/7/layout/VerticalDownArrowProcess"/>
    <dgm:cxn modelId="{5B2324EF-38D0-4DB5-82A1-0E7131547C78}" type="presParOf" srcId="{6430E611-F64E-44BD-A12E-A6AA9D987258}" destId="{7F045E0A-08F8-457B-902B-165BCF4E443D}" srcOrd="3" destOrd="0" presId="urn:microsoft.com/office/officeart/2016/7/layout/VerticalDownArrowProcess"/>
    <dgm:cxn modelId="{831E16B2-36AF-47A1-913D-00E79E3523BE}" type="presParOf" srcId="{6430E611-F64E-44BD-A12E-A6AA9D987258}" destId="{7E1B69AA-B212-4D1F-A4B5-97C27CD442F9}" srcOrd="4" destOrd="0" presId="urn:microsoft.com/office/officeart/2016/7/layout/VerticalDownArrowProcess"/>
    <dgm:cxn modelId="{36EA7E9B-A4FB-4C99-AF81-9DE4605CA392}" type="presParOf" srcId="{7E1B69AA-B212-4D1F-A4B5-97C27CD442F9}" destId="{644A7C3C-FDD4-40EE-9462-654D78F4B238}" srcOrd="0" destOrd="0" presId="urn:microsoft.com/office/officeart/2016/7/layout/VerticalDownArrowProcess"/>
    <dgm:cxn modelId="{EFA4B331-9B5E-4DEC-B48C-E07B66AFC50F}" type="presParOf" srcId="{7E1B69AA-B212-4D1F-A4B5-97C27CD442F9}" destId="{C6B219FF-3BC9-42F2-A035-1C3E3A1CF55B}" srcOrd="1" destOrd="0" presId="urn:microsoft.com/office/officeart/2016/7/layout/VerticalDownArrowProcess"/>
    <dgm:cxn modelId="{3EC6ECA2-37C9-4CAF-AE58-FCC95F15EBE3}" type="presParOf" srcId="{7E1B69AA-B212-4D1F-A4B5-97C27CD442F9}" destId="{BD714CF4-2E43-4AF6-99B6-BDF1E85720A0}" srcOrd="2" destOrd="0" presId="urn:microsoft.com/office/officeart/2016/7/layout/VerticalDownArrowProcess"/>
    <dgm:cxn modelId="{8C48FBB5-C094-4106-8866-DE45D3305475}" type="presParOf" srcId="{6430E611-F64E-44BD-A12E-A6AA9D987258}" destId="{F8008AB5-8D76-4163-BC53-638DF325720C}" srcOrd="5" destOrd="0" presId="urn:microsoft.com/office/officeart/2016/7/layout/VerticalDownArrowProcess"/>
    <dgm:cxn modelId="{01FED458-22E1-40AF-B3DB-014AB9EEC582}" type="presParOf" srcId="{6430E611-F64E-44BD-A12E-A6AA9D987258}" destId="{C206D2F2-5C74-402F-8AE9-EF5E3D95659E}" srcOrd="6" destOrd="0" presId="urn:microsoft.com/office/officeart/2016/7/layout/VerticalDownArrowProcess"/>
    <dgm:cxn modelId="{34D9ED8D-DDE3-4CAB-B922-D6BEE7F49B07}" type="presParOf" srcId="{C206D2F2-5C74-402F-8AE9-EF5E3D95659E}" destId="{331AE046-1378-4B90-8DFA-62CE0FD6BF84}" srcOrd="0" destOrd="0" presId="urn:microsoft.com/office/officeart/2016/7/layout/VerticalDownArrowProcess"/>
    <dgm:cxn modelId="{7B455BE7-823D-4960-ADBA-F00448BB8504}" type="presParOf" srcId="{C206D2F2-5C74-402F-8AE9-EF5E3D95659E}" destId="{7E4C3D62-83C1-47BC-940C-0ADBF5BE4BAF}" srcOrd="1" destOrd="0" presId="urn:microsoft.com/office/officeart/2016/7/layout/VerticalDownArrowProcess"/>
    <dgm:cxn modelId="{59FB77BF-E881-43F0-A3C8-3EB129C12BCA}" type="presParOf" srcId="{C206D2F2-5C74-402F-8AE9-EF5E3D95659E}" destId="{78674524-7DAA-42FE-B885-D2602A0CC9D6}"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7C2A3A5-A348-4C16-BD24-C83018B23D6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9D765F8-4D4F-49A7-A5B3-8C2895143661}">
      <dgm:prSet/>
      <dgm:spPr/>
      <dgm:t>
        <a:bodyPr/>
        <a:lstStyle/>
        <a:p>
          <a:r>
            <a:rPr lang="en-GB"/>
            <a:t>I - Identify pupil needs and abilities</a:t>
          </a:r>
          <a:endParaRPr lang="en-US"/>
        </a:p>
      </dgm:t>
    </dgm:pt>
    <dgm:pt modelId="{51F81571-2BB0-4426-BC5C-79ACCB80AC46}" type="parTrans" cxnId="{B5B5D9DC-1F5D-4C25-A6C9-D8F6330B8A1B}">
      <dgm:prSet/>
      <dgm:spPr/>
      <dgm:t>
        <a:bodyPr/>
        <a:lstStyle/>
        <a:p>
          <a:endParaRPr lang="en-US"/>
        </a:p>
      </dgm:t>
    </dgm:pt>
    <dgm:pt modelId="{24946D2E-C770-4D92-A476-D623B8258C38}" type="sibTrans" cxnId="{B5B5D9DC-1F5D-4C25-A6C9-D8F6330B8A1B}">
      <dgm:prSet/>
      <dgm:spPr/>
      <dgm:t>
        <a:bodyPr/>
        <a:lstStyle/>
        <a:p>
          <a:endParaRPr lang="en-US"/>
        </a:p>
      </dgm:t>
    </dgm:pt>
    <dgm:pt modelId="{F4D304A9-B023-4EAC-800F-BF37F6A425C6}">
      <dgm:prSet/>
      <dgm:spPr/>
      <dgm:t>
        <a:bodyPr/>
        <a:lstStyle/>
        <a:p>
          <a:r>
            <a:rPr lang="en-GB"/>
            <a:t>D - Determine whether to adapt the curriculum or differentiate instruction</a:t>
          </a:r>
          <a:endParaRPr lang="en-US"/>
        </a:p>
      </dgm:t>
    </dgm:pt>
    <dgm:pt modelId="{5E9AB17E-779A-4848-8075-049FB1737080}" type="parTrans" cxnId="{A295176A-97D0-4915-A4CB-C7A8F9C0304C}">
      <dgm:prSet/>
      <dgm:spPr/>
      <dgm:t>
        <a:bodyPr/>
        <a:lstStyle/>
        <a:p>
          <a:endParaRPr lang="en-US"/>
        </a:p>
      </dgm:t>
    </dgm:pt>
    <dgm:pt modelId="{7F64752F-D1D1-4F7D-BDAD-4DFB0D0A0089}" type="sibTrans" cxnId="{A295176A-97D0-4915-A4CB-C7A8F9C0304C}">
      <dgm:prSet/>
      <dgm:spPr/>
      <dgm:t>
        <a:bodyPr/>
        <a:lstStyle/>
        <a:p>
          <a:endParaRPr lang="en-US"/>
        </a:p>
      </dgm:t>
    </dgm:pt>
    <dgm:pt modelId="{0F9DA640-717A-4C52-9977-1FBCE36403BD}">
      <dgm:prSet/>
      <dgm:spPr/>
      <dgm:t>
        <a:bodyPr/>
        <a:lstStyle/>
        <a:p>
          <a:r>
            <a:rPr lang="en-GB"/>
            <a:t>E - Adapt the curriculum or instruction</a:t>
          </a:r>
          <a:endParaRPr lang="en-US"/>
        </a:p>
      </dgm:t>
    </dgm:pt>
    <dgm:pt modelId="{063129D4-CE15-4C0F-926A-9988271A7D57}" type="parTrans" cxnId="{2BF1247A-EC12-4EB2-9564-5113B186201F}">
      <dgm:prSet/>
      <dgm:spPr/>
      <dgm:t>
        <a:bodyPr/>
        <a:lstStyle/>
        <a:p>
          <a:endParaRPr lang="en-US"/>
        </a:p>
      </dgm:t>
    </dgm:pt>
    <dgm:pt modelId="{36B0CA44-FC07-43D4-805A-EA163D460FF1}" type="sibTrans" cxnId="{2BF1247A-EC12-4EB2-9564-5113B186201F}">
      <dgm:prSet/>
      <dgm:spPr/>
      <dgm:t>
        <a:bodyPr/>
        <a:lstStyle/>
        <a:p>
          <a:endParaRPr lang="en-US"/>
        </a:p>
      </dgm:t>
    </dgm:pt>
    <dgm:pt modelId="{629309AA-3E5B-4BB2-98D0-E176F9BAA69A}">
      <dgm:prSet/>
      <dgm:spPr/>
      <dgm:t>
        <a:bodyPr/>
        <a:lstStyle/>
        <a:p>
          <a:r>
            <a:rPr lang="en-GB"/>
            <a:t>A - Assess progress and adjust as needed</a:t>
          </a:r>
          <a:endParaRPr lang="en-US"/>
        </a:p>
      </dgm:t>
    </dgm:pt>
    <dgm:pt modelId="{EAD53ACF-735B-4B78-9258-AF29F7094315}" type="parTrans" cxnId="{0CC715DA-C9B8-4E77-9FDA-6E47CA309632}">
      <dgm:prSet/>
      <dgm:spPr/>
      <dgm:t>
        <a:bodyPr/>
        <a:lstStyle/>
        <a:p>
          <a:endParaRPr lang="en-US"/>
        </a:p>
      </dgm:t>
    </dgm:pt>
    <dgm:pt modelId="{986E8676-9199-4EF9-B8B6-68011DA30772}" type="sibTrans" cxnId="{0CC715DA-C9B8-4E77-9FDA-6E47CA309632}">
      <dgm:prSet/>
      <dgm:spPr/>
      <dgm:t>
        <a:bodyPr/>
        <a:lstStyle/>
        <a:p>
          <a:endParaRPr lang="en-US"/>
        </a:p>
      </dgm:t>
    </dgm:pt>
    <dgm:pt modelId="{0DDA24DD-9866-4273-A8B0-B449C5FAF5ED}" type="pres">
      <dgm:prSet presAssocID="{F7C2A3A5-A348-4C16-BD24-C83018B23D64}" presName="root" presStyleCnt="0">
        <dgm:presLayoutVars>
          <dgm:dir/>
          <dgm:resizeHandles val="exact"/>
        </dgm:presLayoutVars>
      </dgm:prSet>
      <dgm:spPr/>
    </dgm:pt>
    <dgm:pt modelId="{CBEAE641-78AC-41BC-AF3B-6CF69D5AF529}" type="pres">
      <dgm:prSet presAssocID="{C9D765F8-4D4F-49A7-A5B3-8C2895143661}" presName="compNode" presStyleCnt="0"/>
      <dgm:spPr/>
    </dgm:pt>
    <dgm:pt modelId="{E65F2F88-6E74-4DFE-BC28-396671CDB61B}" type="pres">
      <dgm:prSet presAssocID="{C9D765F8-4D4F-49A7-A5B3-8C2895143661}" presName="bgRect" presStyleLbl="bgShp" presStyleIdx="0" presStyleCnt="4"/>
      <dgm:spPr/>
    </dgm:pt>
    <dgm:pt modelId="{ECB5A5AE-68B2-432D-9FAA-93C035CDE6C0}" type="pres">
      <dgm:prSet presAssocID="{C9D765F8-4D4F-49A7-A5B3-8C289514366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40085D58-CE3B-4D90-8466-E744DF4F890A}" type="pres">
      <dgm:prSet presAssocID="{C9D765F8-4D4F-49A7-A5B3-8C2895143661}" presName="spaceRect" presStyleCnt="0"/>
      <dgm:spPr/>
    </dgm:pt>
    <dgm:pt modelId="{C5E57FA6-74D1-4EDA-9463-87689F5E4609}" type="pres">
      <dgm:prSet presAssocID="{C9D765F8-4D4F-49A7-A5B3-8C2895143661}" presName="parTx" presStyleLbl="revTx" presStyleIdx="0" presStyleCnt="4">
        <dgm:presLayoutVars>
          <dgm:chMax val="0"/>
          <dgm:chPref val="0"/>
        </dgm:presLayoutVars>
      </dgm:prSet>
      <dgm:spPr/>
    </dgm:pt>
    <dgm:pt modelId="{FCA1B544-6E65-4004-ACFC-D97A72925257}" type="pres">
      <dgm:prSet presAssocID="{24946D2E-C770-4D92-A476-D623B8258C38}" presName="sibTrans" presStyleCnt="0"/>
      <dgm:spPr/>
    </dgm:pt>
    <dgm:pt modelId="{7FDC0051-3C21-4C9B-ACA2-A7930C6927B2}" type="pres">
      <dgm:prSet presAssocID="{F4D304A9-B023-4EAC-800F-BF37F6A425C6}" presName="compNode" presStyleCnt="0"/>
      <dgm:spPr/>
    </dgm:pt>
    <dgm:pt modelId="{3E8B3647-BD7B-40DA-85FE-AE242EED6E48}" type="pres">
      <dgm:prSet presAssocID="{F4D304A9-B023-4EAC-800F-BF37F6A425C6}" presName="bgRect" presStyleLbl="bgShp" presStyleIdx="1" presStyleCnt="4"/>
      <dgm:spPr/>
    </dgm:pt>
    <dgm:pt modelId="{93D5589F-FDC3-41DB-B922-6675BD2C7D87}" type="pres">
      <dgm:prSet presAssocID="{F4D304A9-B023-4EAC-800F-BF37F6A425C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4E94AEAC-0A62-4613-9F79-D78B7A1C32C6}" type="pres">
      <dgm:prSet presAssocID="{F4D304A9-B023-4EAC-800F-BF37F6A425C6}" presName="spaceRect" presStyleCnt="0"/>
      <dgm:spPr/>
    </dgm:pt>
    <dgm:pt modelId="{3ED3F2A0-168B-4627-8D2E-25027A42E2C4}" type="pres">
      <dgm:prSet presAssocID="{F4D304A9-B023-4EAC-800F-BF37F6A425C6}" presName="parTx" presStyleLbl="revTx" presStyleIdx="1" presStyleCnt="4">
        <dgm:presLayoutVars>
          <dgm:chMax val="0"/>
          <dgm:chPref val="0"/>
        </dgm:presLayoutVars>
      </dgm:prSet>
      <dgm:spPr/>
    </dgm:pt>
    <dgm:pt modelId="{70B4BE29-C306-44EE-B4A4-FA0BA7462298}" type="pres">
      <dgm:prSet presAssocID="{7F64752F-D1D1-4F7D-BDAD-4DFB0D0A0089}" presName="sibTrans" presStyleCnt="0"/>
      <dgm:spPr/>
    </dgm:pt>
    <dgm:pt modelId="{2B465364-4395-4153-B161-52DB3217A4D2}" type="pres">
      <dgm:prSet presAssocID="{0F9DA640-717A-4C52-9977-1FBCE36403BD}" presName="compNode" presStyleCnt="0"/>
      <dgm:spPr/>
    </dgm:pt>
    <dgm:pt modelId="{DDC42D7D-F4FF-49BD-A4AC-32463AE7A6EE}" type="pres">
      <dgm:prSet presAssocID="{0F9DA640-717A-4C52-9977-1FBCE36403BD}" presName="bgRect" presStyleLbl="bgShp" presStyleIdx="2" presStyleCnt="4"/>
      <dgm:spPr/>
    </dgm:pt>
    <dgm:pt modelId="{2ED791C7-2CF7-420D-ABF0-3D55E9AEC9EB}" type="pres">
      <dgm:prSet presAssocID="{0F9DA640-717A-4C52-9977-1FBCE36403B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5503F1A7-C9A7-4201-A66F-D12F9986B3DD}" type="pres">
      <dgm:prSet presAssocID="{0F9DA640-717A-4C52-9977-1FBCE36403BD}" presName="spaceRect" presStyleCnt="0"/>
      <dgm:spPr/>
    </dgm:pt>
    <dgm:pt modelId="{4179A8E4-EE60-4DD4-82EC-2BB2998FEAB9}" type="pres">
      <dgm:prSet presAssocID="{0F9DA640-717A-4C52-9977-1FBCE36403BD}" presName="parTx" presStyleLbl="revTx" presStyleIdx="2" presStyleCnt="4">
        <dgm:presLayoutVars>
          <dgm:chMax val="0"/>
          <dgm:chPref val="0"/>
        </dgm:presLayoutVars>
      </dgm:prSet>
      <dgm:spPr/>
    </dgm:pt>
    <dgm:pt modelId="{34615366-140D-4B19-9E1B-DA5F12F30367}" type="pres">
      <dgm:prSet presAssocID="{36B0CA44-FC07-43D4-805A-EA163D460FF1}" presName="sibTrans" presStyleCnt="0"/>
      <dgm:spPr/>
    </dgm:pt>
    <dgm:pt modelId="{0D251839-8AB7-45DC-9B97-A8C5039A24D9}" type="pres">
      <dgm:prSet presAssocID="{629309AA-3E5B-4BB2-98D0-E176F9BAA69A}" presName="compNode" presStyleCnt="0"/>
      <dgm:spPr/>
    </dgm:pt>
    <dgm:pt modelId="{3365E2B1-08A8-4012-8DC9-A43E5EAE9EB5}" type="pres">
      <dgm:prSet presAssocID="{629309AA-3E5B-4BB2-98D0-E176F9BAA69A}" presName="bgRect" presStyleLbl="bgShp" presStyleIdx="3" presStyleCnt="4"/>
      <dgm:spPr/>
    </dgm:pt>
    <dgm:pt modelId="{D20CFD7E-BEE2-4CC4-ACB6-23EB79B7B718}" type="pres">
      <dgm:prSet presAssocID="{629309AA-3E5B-4BB2-98D0-E176F9BAA69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D01EE635-060E-475B-B208-BAF4091D5036}" type="pres">
      <dgm:prSet presAssocID="{629309AA-3E5B-4BB2-98D0-E176F9BAA69A}" presName="spaceRect" presStyleCnt="0"/>
      <dgm:spPr/>
    </dgm:pt>
    <dgm:pt modelId="{B8611558-4D49-4DD8-A63C-A30801A0001F}" type="pres">
      <dgm:prSet presAssocID="{629309AA-3E5B-4BB2-98D0-E176F9BAA69A}" presName="parTx" presStyleLbl="revTx" presStyleIdx="3" presStyleCnt="4">
        <dgm:presLayoutVars>
          <dgm:chMax val="0"/>
          <dgm:chPref val="0"/>
        </dgm:presLayoutVars>
      </dgm:prSet>
      <dgm:spPr/>
    </dgm:pt>
  </dgm:ptLst>
  <dgm:cxnLst>
    <dgm:cxn modelId="{1D66B31F-790E-486F-9065-43D0EF600AF2}" type="presOf" srcId="{F7C2A3A5-A348-4C16-BD24-C83018B23D64}" destId="{0DDA24DD-9866-4273-A8B0-B449C5FAF5ED}" srcOrd="0" destOrd="0" presId="urn:microsoft.com/office/officeart/2018/2/layout/IconVerticalSolidList"/>
    <dgm:cxn modelId="{2462F532-584F-4385-A9CB-5F2EE853791E}" type="presOf" srcId="{C9D765F8-4D4F-49A7-A5B3-8C2895143661}" destId="{C5E57FA6-74D1-4EDA-9463-87689F5E4609}" srcOrd="0" destOrd="0" presId="urn:microsoft.com/office/officeart/2018/2/layout/IconVerticalSolidList"/>
    <dgm:cxn modelId="{D745C142-03E3-4808-AC3C-233933B5193A}" type="presOf" srcId="{629309AA-3E5B-4BB2-98D0-E176F9BAA69A}" destId="{B8611558-4D49-4DD8-A63C-A30801A0001F}" srcOrd="0" destOrd="0" presId="urn:microsoft.com/office/officeart/2018/2/layout/IconVerticalSolidList"/>
    <dgm:cxn modelId="{41B8A843-2842-4C79-8D37-58BA1E7EB4DC}" type="presOf" srcId="{F4D304A9-B023-4EAC-800F-BF37F6A425C6}" destId="{3ED3F2A0-168B-4627-8D2E-25027A42E2C4}" srcOrd="0" destOrd="0" presId="urn:microsoft.com/office/officeart/2018/2/layout/IconVerticalSolidList"/>
    <dgm:cxn modelId="{A295176A-97D0-4915-A4CB-C7A8F9C0304C}" srcId="{F7C2A3A5-A348-4C16-BD24-C83018B23D64}" destId="{F4D304A9-B023-4EAC-800F-BF37F6A425C6}" srcOrd="1" destOrd="0" parTransId="{5E9AB17E-779A-4848-8075-049FB1737080}" sibTransId="{7F64752F-D1D1-4F7D-BDAD-4DFB0D0A0089}"/>
    <dgm:cxn modelId="{2BF1247A-EC12-4EB2-9564-5113B186201F}" srcId="{F7C2A3A5-A348-4C16-BD24-C83018B23D64}" destId="{0F9DA640-717A-4C52-9977-1FBCE36403BD}" srcOrd="2" destOrd="0" parTransId="{063129D4-CE15-4C0F-926A-9988271A7D57}" sibTransId="{36B0CA44-FC07-43D4-805A-EA163D460FF1}"/>
    <dgm:cxn modelId="{5BFA28BB-125D-42B9-AD29-0B3ABB24F373}" type="presOf" srcId="{0F9DA640-717A-4C52-9977-1FBCE36403BD}" destId="{4179A8E4-EE60-4DD4-82EC-2BB2998FEAB9}" srcOrd="0" destOrd="0" presId="urn:microsoft.com/office/officeart/2018/2/layout/IconVerticalSolidList"/>
    <dgm:cxn modelId="{0CC715DA-C9B8-4E77-9FDA-6E47CA309632}" srcId="{F7C2A3A5-A348-4C16-BD24-C83018B23D64}" destId="{629309AA-3E5B-4BB2-98D0-E176F9BAA69A}" srcOrd="3" destOrd="0" parTransId="{EAD53ACF-735B-4B78-9258-AF29F7094315}" sibTransId="{986E8676-9199-4EF9-B8B6-68011DA30772}"/>
    <dgm:cxn modelId="{B5B5D9DC-1F5D-4C25-A6C9-D8F6330B8A1B}" srcId="{F7C2A3A5-A348-4C16-BD24-C83018B23D64}" destId="{C9D765F8-4D4F-49A7-A5B3-8C2895143661}" srcOrd="0" destOrd="0" parTransId="{51F81571-2BB0-4426-BC5C-79ACCB80AC46}" sibTransId="{24946D2E-C770-4D92-A476-D623B8258C38}"/>
    <dgm:cxn modelId="{E38F125E-3B6C-4FBF-8675-92BEDB78128D}" type="presParOf" srcId="{0DDA24DD-9866-4273-A8B0-B449C5FAF5ED}" destId="{CBEAE641-78AC-41BC-AF3B-6CF69D5AF529}" srcOrd="0" destOrd="0" presId="urn:microsoft.com/office/officeart/2018/2/layout/IconVerticalSolidList"/>
    <dgm:cxn modelId="{B94C8670-8138-4EB3-9A54-E9CE7258DCCF}" type="presParOf" srcId="{CBEAE641-78AC-41BC-AF3B-6CF69D5AF529}" destId="{E65F2F88-6E74-4DFE-BC28-396671CDB61B}" srcOrd="0" destOrd="0" presId="urn:microsoft.com/office/officeart/2018/2/layout/IconVerticalSolidList"/>
    <dgm:cxn modelId="{D4D4B504-26F3-4310-8D93-0C106FE6279A}" type="presParOf" srcId="{CBEAE641-78AC-41BC-AF3B-6CF69D5AF529}" destId="{ECB5A5AE-68B2-432D-9FAA-93C035CDE6C0}" srcOrd="1" destOrd="0" presId="urn:microsoft.com/office/officeart/2018/2/layout/IconVerticalSolidList"/>
    <dgm:cxn modelId="{7C25758F-6278-4238-B3A8-040495D4ACD2}" type="presParOf" srcId="{CBEAE641-78AC-41BC-AF3B-6CF69D5AF529}" destId="{40085D58-CE3B-4D90-8466-E744DF4F890A}" srcOrd="2" destOrd="0" presId="urn:microsoft.com/office/officeart/2018/2/layout/IconVerticalSolidList"/>
    <dgm:cxn modelId="{A6B9AC7A-1FED-4070-BAC1-6DE64E548D1E}" type="presParOf" srcId="{CBEAE641-78AC-41BC-AF3B-6CF69D5AF529}" destId="{C5E57FA6-74D1-4EDA-9463-87689F5E4609}" srcOrd="3" destOrd="0" presId="urn:microsoft.com/office/officeart/2018/2/layout/IconVerticalSolidList"/>
    <dgm:cxn modelId="{9990FDB8-E56D-4E18-9490-6AD223292896}" type="presParOf" srcId="{0DDA24DD-9866-4273-A8B0-B449C5FAF5ED}" destId="{FCA1B544-6E65-4004-ACFC-D97A72925257}" srcOrd="1" destOrd="0" presId="urn:microsoft.com/office/officeart/2018/2/layout/IconVerticalSolidList"/>
    <dgm:cxn modelId="{45808DD8-896F-4C31-AB93-EE441610DC4E}" type="presParOf" srcId="{0DDA24DD-9866-4273-A8B0-B449C5FAF5ED}" destId="{7FDC0051-3C21-4C9B-ACA2-A7930C6927B2}" srcOrd="2" destOrd="0" presId="urn:microsoft.com/office/officeart/2018/2/layout/IconVerticalSolidList"/>
    <dgm:cxn modelId="{C2EC2A48-EDFA-4C6D-871A-B17DAA0334F2}" type="presParOf" srcId="{7FDC0051-3C21-4C9B-ACA2-A7930C6927B2}" destId="{3E8B3647-BD7B-40DA-85FE-AE242EED6E48}" srcOrd="0" destOrd="0" presId="urn:microsoft.com/office/officeart/2018/2/layout/IconVerticalSolidList"/>
    <dgm:cxn modelId="{C7C7A1AC-BC9A-422D-9143-DD38C1BC77E2}" type="presParOf" srcId="{7FDC0051-3C21-4C9B-ACA2-A7930C6927B2}" destId="{93D5589F-FDC3-41DB-B922-6675BD2C7D87}" srcOrd="1" destOrd="0" presId="urn:microsoft.com/office/officeart/2018/2/layout/IconVerticalSolidList"/>
    <dgm:cxn modelId="{5E0CCC7C-4394-465B-83EC-072D6C3B4830}" type="presParOf" srcId="{7FDC0051-3C21-4C9B-ACA2-A7930C6927B2}" destId="{4E94AEAC-0A62-4613-9F79-D78B7A1C32C6}" srcOrd="2" destOrd="0" presId="urn:microsoft.com/office/officeart/2018/2/layout/IconVerticalSolidList"/>
    <dgm:cxn modelId="{F92FD2DB-D4A1-4AF2-BB5E-71A46A74F1CD}" type="presParOf" srcId="{7FDC0051-3C21-4C9B-ACA2-A7930C6927B2}" destId="{3ED3F2A0-168B-4627-8D2E-25027A42E2C4}" srcOrd="3" destOrd="0" presId="urn:microsoft.com/office/officeart/2018/2/layout/IconVerticalSolidList"/>
    <dgm:cxn modelId="{E6B0D990-687E-4D6D-A53C-BF9666B11D88}" type="presParOf" srcId="{0DDA24DD-9866-4273-A8B0-B449C5FAF5ED}" destId="{70B4BE29-C306-44EE-B4A4-FA0BA7462298}" srcOrd="3" destOrd="0" presId="urn:microsoft.com/office/officeart/2018/2/layout/IconVerticalSolidList"/>
    <dgm:cxn modelId="{D90EB0C4-2149-487C-9085-4F859CF5FD61}" type="presParOf" srcId="{0DDA24DD-9866-4273-A8B0-B449C5FAF5ED}" destId="{2B465364-4395-4153-B161-52DB3217A4D2}" srcOrd="4" destOrd="0" presId="urn:microsoft.com/office/officeart/2018/2/layout/IconVerticalSolidList"/>
    <dgm:cxn modelId="{2FFAF239-5E0A-4959-86CF-2F85D1E49F59}" type="presParOf" srcId="{2B465364-4395-4153-B161-52DB3217A4D2}" destId="{DDC42D7D-F4FF-49BD-A4AC-32463AE7A6EE}" srcOrd="0" destOrd="0" presId="urn:microsoft.com/office/officeart/2018/2/layout/IconVerticalSolidList"/>
    <dgm:cxn modelId="{0D6EB269-C3DB-4E06-A1AA-63284176BD31}" type="presParOf" srcId="{2B465364-4395-4153-B161-52DB3217A4D2}" destId="{2ED791C7-2CF7-420D-ABF0-3D55E9AEC9EB}" srcOrd="1" destOrd="0" presId="urn:microsoft.com/office/officeart/2018/2/layout/IconVerticalSolidList"/>
    <dgm:cxn modelId="{5819C0D1-B3E2-45C0-89D2-769A5FC78603}" type="presParOf" srcId="{2B465364-4395-4153-B161-52DB3217A4D2}" destId="{5503F1A7-C9A7-4201-A66F-D12F9986B3DD}" srcOrd="2" destOrd="0" presId="urn:microsoft.com/office/officeart/2018/2/layout/IconVerticalSolidList"/>
    <dgm:cxn modelId="{A1768C17-FCF4-409D-B9A9-2765A7C69A99}" type="presParOf" srcId="{2B465364-4395-4153-B161-52DB3217A4D2}" destId="{4179A8E4-EE60-4DD4-82EC-2BB2998FEAB9}" srcOrd="3" destOrd="0" presId="urn:microsoft.com/office/officeart/2018/2/layout/IconVerticalSolidList"/>
    <dgm:cxn modelId="{8ADA6C43-2DBD-4F22-AD80-34C825F2DF32}" type="presParOf" srcId="{0DDA24DD-9866-4273-A8B0-B449C5FAF5ED}" destId="{34615366-140D-4B19-9E1B-DA5F12F30367}" srcOrd="5" destOrd="0" presId="urn:microsoft.com/office/officeart/2018/2/layout/IconVerticalSolidList"/>
    <dgm:cxn modelId="{BA94686D-36DD-469D-AC37-BE2A577642C0}" type="presParOf" srcId="{0DDA24DD-9866-4273-A8B0-B449C5FAF5ED}" destId="{0D251839-8AB7-45DC-9B97-A8C5039A24D9}" srcOrd="6" destOrd="0" presId="urn:microsoft.com/office/officeart/2018/2/layout/IconVerticalSolidList"/>
    <dgm:cxn modelId="{178E7C1C-74E7-4F28-B418-7E972D00B221}" type="presParOf" srcId="{0D251839-8AB7-45DC-9B97-A8C5039A24D9}" destId="{3365E2B1-08A8-4012-8DC9-A43E5EAE9EB5}" srcOrd="0" destOrd="0" presId="urn:microsoft.com/office/officeart/2018/2/layout/IconVerticalSolidList"/>
    <dgm:cxn modelId="{4CD3622C-4BE5-467D-871B-02FA132D5D8C}" type="presParOf" srcId="{0D251839-8AB7-45DC-9B97-A8C5039A24D9}" destId="{D20CFD7E-BEE2-4CC4-ACB6-23EB79B7B718}" srcOrd="1" destOrd="0" presId="urn:microsoft.com/office/officeart/2018/2/layout/IconVerticalSolidList"/>
    <dgm:cxn modelId="{F00DF84B-489B-4C43-8A33-5A8BE9FCF226}" type="presParOf" srcId="{0D251839-8AB7-45DC-9B97-A8C5039A24D9}" destId="{D01EE635-060E-475B-B208-BAF4091D5036}" srcOrd="2" destOrd="0" presId="urn:microsoft.com/office/officeart/2018/2/layout/IconVerticalSolidList"/>
    <dgm:cxn modelId="{8F54DB2C-BF94-481C-8E9D-910ABC78C6A4}" type="presParOf" srcId="{0D251839-8AB7-45DC-9B97-A8C5039A24D9}" destId="{B8611558-4D49-4DD8-A63C-A30801A0001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779DF99-D565-4FD1-9F1D-0213228A4852}" type="doc">
      <dgm:prSet loTypeId="urn:microsoft.com/office/officeart/2016/7/layout/VerticalDownArrowProcess" loCatId="process" qsTypeId="urn:microsoft.com/office/officeart/2005/8/quickstyle/simple2" qsCatId="simple" csTypeId="urn:microsoft.com/office/officeart/2005/8/colors/accent1_2" csCatId="accent1"/>
      <dgm:spPr/>
      <dgm:t>
        <a:bodyPr/>
        <a:lstStyle/>
        <a:p>
          <a:endParaRPr lang="en-US"/>
        </a:p>
      </dgm:t>
    </dgm:pt>
    <dgm:pt modelId="{FFF8EF33-34F9-4DD2-BA5D-F811272AFB49}">
      <dgm:prSet/>
      <dgm:spPr/>
      <dgm:t>
        <a:bodyPr/>
        <a:lstStyle/>
        <a:p>
          <a:r>
            <a:rPr lang="en-US"/>
            <a:t>Plan</a:t>
          </a:r>
        </a:p>
      </dgm:t>
    </dgm:pt>
    <dgm:pt modelId="{FABC8118-DEFC-4058-B6A5-0DFD31BE38AD}" type="parTrans" cxnId="{C5656968-0389-4888-BDC6-698A7FAFD908}">
      <dgm:prSet/>
      <dgm:spPr/>
      <dgm:t>
        <a:bodyPr/>
        <a:lstStyle/>
        <a:p>
          <a:endParaRPr lang="en-US"/>
        </a:p>
      </dgm:t>
    </dgm:pt>
    <dgm:pt modelId="{CA905A0A-6AE5-4BA4-A075-F2BD68ABF578}" type="sibTrans" cxnId="{C5656968-0389-4888-BDC6-698A7FAFD908}">
      <dgm:prSet/>
      <dgm:spPr/>
      <dgm:t>
        <a:bodyPr/>
        <a:lstStyle/>
        <a:p>
          <a:endParaRPr lang="en-US"/>
        </a:p>
      </dgm:t>
    </dgm:pt>
    <dgm:pt modelId="{BCD09C27-D50A-4143-8082-2BA0412663C9}">
      <dgm:prSet/>
      <dgm:spPr/>
      <dgm:t>
        <a:bodyPr/>
        <a:lstStyle/>
        <a:p>
          <a:r>
            <a:rPr lang="en-US"/>
            <a:t>Plan for both curriculum adaptation and differentiation from the beginning of the planning process.</a:t>
          </a:r>
        </a:p>
      </dgm:t>
    </dgm:pt>
    <dgm:pt modelId="{54A8C6BD-63A5-4E0A-94DD-77A191E1E8A3}" type="parTrans" cxnId="{7BC8105D-3300-41C2-8FCB-E760A78DAF22}">
      <dgm:prSet/>
      <dgm:spPr/>
      <dgm:t>
        <a:bodyPr/>
        <a:lstStyle/>
        <a:p>
          <a:endParaRPr lang="en-US"/>
        </a:p>
      </dgm:t>
    </dgm:pt>
    <dgm:pt modelId="{6892A7CD-D71D-4DC6-AA50-022FA64C517F}" type="sibTrans" cxnId="{7BC8105D-3300-41C2-8FCB-E760A78DAF22}">
      <dgm:prSet/>
      <dgm:spPr/>
      <dgm:t>
        <a:bodyPr/>
        <a:lstStyle/>
        <a:p>
          <a:endParaRPr lang="en-US"/>
        </a:p>
      </dgm:t>
    </dgm:pt>
    <dgm:pt modelId="{988BF94C-EA2A-49CD-A756-6D3877A59D73}">
      <dgm:prSet/>
      <dgm:spPr/>
      <dgm:t>
        <a:bodyPr/>
        <a:lstStyle/>
        <a:p>
          <a:r>
            <a:rPr lang="en-US"/>
            <a:t>Be</a:t>
          </a:r>
        </a:p>
      </dgm:t>
    </dgm:pt>
    <dgm:pt modelId="{4FD776F9-6DEE-447F-9325-BEE869E3E60B}" type="parTrans" cxnId="{BFF0C028-DF1C-47E8-993E-566E299CF665}">
      <dgm:prSet/>
      <dgm:spPr/>
      <dgm:t>
        <a:bodyPr/>
        <a:lstStyle/>
        <a:p>
          <a:endParaRPr lang="en-US"/>
        </a:p>
      </dgm:t>
    </dgm:pt>
    <dgm:pt modelId="{427C0DBD-C64D-447F-8770-D5F645676EDB}" type="sibTrans" cxnId="{BFF0C028-DF1C-47E8-993E-566E299CF665}">
      <dgm:prSet/>
      <dgm:spPr/>
      <dgm:t>
        <a:bodyPr/>
        <a:lstStyle/>
        <a:p>
          <a:endParaRPr lang="en-US"/>
        </a:p>
      </dgm:t>
    </dgm:pt>
    <dgm:pt modelId="{9C3AB563-B105-4572-BDD3-0D2AE5DA1887}">
      <dgm:prSet/>
      <dgm:spPr/>
      <dgm:t>
        <a:bodyPr/>
        <a:lstStyle/>
        <a:p>
          <a:r>
            <a:rPr lang="en-US"/>
            <a:t>Be flexible and open to adjusting the curriculum and instruction based on pupil needs.</a:t>
          </a:r>
        </a:p>
      </dgm:t>
    </dgm:pt>
    <dgm:pt modelId="{9F01B40A-85EB-484D-9B06-E2DABA41987E}" type="parTrans" cxnId="{AA33AE61-9CB1-4A34-88FA-E9DAAAEA5490}">
      <dgm:prSet/>
      <dgm:spPr/>
      <dgm:t>
        <a:bodyPr/>
        <a:lstStyle/>
        <a:p>
          <a:endParaRPr lang="en-US"/>
        </a:p>
      </dgm:t>
    </dgm:pt>
    <dgm:pt modelId="{A0F65413-BAE5-4FC7-842F-2D7A19C349E3}" type="sibTrans" cxnId="{AA33AE61-9CB1-4A34-88FA-E9DAAAEA5490}">
      <dgm:prSet/>
      <dgm:spPr/>
      <dgm:t>
        <a:bodyPr/>
        <a:lstStyle/>
        <a:p>
          <a:endParaRPr lang="en-US"/>
        </a:p>
      </dgm:t>
    </dgm:pt>
    <dgm:pt modelId="{21B2B0B9-8467-4E43-AEE3-2081925DDBB5}">
      <dgm:prSet/>
      <dgm:spPr/>
      <dgm:t>
        <a:bodyPr/>
        <a:lstStyle/>
        <a:p>
          <a:r>
            <a:rPr lang="en-US"/>
            <a:t>Use</a:t>
          </a:r>
        </a:p>
      </dgm:t>
    </dgm:pt>
    <dgm:pt modelId="{A1C1BC35-9B96-46AD-B180-DF06EA038D95}" type="parTrans" cxnId="{555A999D-E89C-4196-82EC-1B5BDAB75BEA}">
      <dgm:prSet/>
      <dgm:spPr/>
      <dgm:t>
        <a:bodyPr/>
        <a:lstStyle/>
        <a:p>
          <a:endParaRPr lang="en-US"/>
        </a:p>
      </dgm:t>
    </dgm:pt>
    <dgm:pt modelId="{6EFAC14E-4239-4A24-A629-4D05B82518A4}" type="sibTrans" cxnId="{555A999D-E89C-4196-82EC-1B5BDAB75BEA}">
      <dgm:prSet/>
      <dgm:spPr/>
      <dgm:t>
        <a:bodyPr/>
        <a:lstStyle/>
        <a:p>
          <a:endParaRPr lang="en-US"/>
        </a:p>
      </dgm:t>
    </dgm:pt>
    <dgm:pt modelId="{AAC050F4-8D31-424D-A91F-A080D6CCC211}">
      <dgm:prSet/>
      <dgm:spPr/>
      <dgm:t>
        <a:bodyPr/>
        <a:lstStyle/>
        <a:p>
          <a:r>
            <a:rPr lang="en-US"/>
            <a:t>Use a variety of instructional strategies and resources to meet diverse learning needs and styles.</a:t>
          </a:r>
        </a:p>
      </dgm:t>
    </dgm:pt>
    <dgm:pt modelId="{16910D47-4A04-45A0-9C43-A5B8199379E6}" type="parTrans" cxnId="{06EF693B-90B2-48EE-834B-3DE7EE9B905B}">
      <dgm:prSet/>
      <dgm:spPr/>
      <dgm:t>
        <a:bodyPr/>
        <a:lstStyle/>
        <a:p>
          <a:endParaRPr lang="en-US"/>
        </a:p>
      </dgm:t>
    </dgm:pt>
    <dgm:pt modelId="{16F290B8-5F05-41DC-97DF-78AC286C25B6}" type="sibTrans" cxnId="{06EF693B-90B2-48EE-834B-3DE7EE9B905B}">
      <dgm:prSet/>
      <dgm:spPr/>
      <dgm:t>
        <a:bodyPr/>
        <a:lstStyle/>
        <a:p>
          <a:endParaRPr lang="en-US"/>
        </a:p>
      </dgm:t>
    </dgm:pt>
    <dgm:pt modelId="{58985B97-EBA4-4A5A-ABFE-D28B714A8D9C}">
      <dgm:prSet/>
      <dgm:spPr/>
      <dgm:t>
        <a:bodyPr/>
        <a:lstStyle/>
        <a:p>
          <a:r>
            <a:rPr lang="en-US"/>
            <a:t>Encourage</a:t>
          </a:r>
        </a:p>
      </dgm:t>
    </dgm:pt>
    <dgm:pt modelId="{D49CF1B9-E8CE-4361-AD79-C243A348E1B0}" type="parTrans" cxnId="{3E80AC3D-7EBB-49B1-B3C5-9D08CCD52900}">
      <dgm:prSet/>
      <dgm:spPr/>
      <dgm:t>
        <a:bodyPr/>
        <a:lstStyle/>
        <a:p>
          <a:endParaRPr lang="en-US"/>
        </a:p>
      </dgm:t>
    </dgm:pt>
    <dgm:pt modelId="{CFD3C7B4-144E-40F5-98DA-B0E9F9BED5ED}" type="sibTrans" cxnId="{3E80AC3D-7EBB-49B1-B3C5-9D08CCD52900}">
      <dgm:prSet/>
      <dgm:spPr/>
      <dgm:t>
        <a:bodyPr/>
        <a:lstStyle/>
        <a:p>
          <a:endParaRPr lang="en-US"/>
        </a:p>
      </dgm:t>
    </dgm:pt>
    <dgm:pt modelId="{A5B90A92-D226-4B47-8D29-1A8291B246F1}">
      <dgm:prSet/>
      <dgm:spPr/>
      <dgm:t>
        <a:bodyPr/>
        <a:lstStyle/>
        <a:p>
          <a:r>
            <a:rPr lang="en-US"/>
            <a:t>Encourage pupil input and involvement in the learning process to promote autonomy and engagement.</a:t>
          </a:r>
        </a:p>
      </dgm:t>
    </dgm:pt>
    <dgm:pt modelId="{8CCA4E33-C3AF-4E27-ABC3-9C18643132F2}" type="parTrans" cxnId="{23B4A90B-F2E5-4E63-A39D-C61646066EC2}">
      <dgm:prSet/>
      <dgm:spPr/>
      <dgm:t>
        <a:bodyPr/>
        <a:lstStyle/>
        <a:p>
          <a:endParaRPr lang="en-US"/>
        </a:p>
      </dgm:t>
    </dgm:pt>
    <dgm:pt modelId="{7A33D4D2-7853-41D2-8218-FEB2E05D6080}" type="sibTrans" cxnId="{23B4A90B-F2E5-4E63-A39D-C61646066EC2}">
      <dgm:prSet/>
      <dgm:spPr/>
      <dgm:t>
        <a:bodyPr/>
        <a:lstStyle/>
        <a:p>
          <a:endParaRPr lang="en-US"/>
        </a:p>
      </dgm:t>
    </dgm:pt>
    <dgm:pt modelId="{0CD6FE3B-C414-4792-B39D-C7A974FB9A65}">
      <dgm:prSet/>
      <dgm:spPr/>
      <dgm:t>
        <a:bodyPr/>
        <a:lstStyle/>
        <a:p>
          <a:r>
            <a:rPr lang="en-US"/>
            <a:t>Collaborate</a:t>
          </a:r>
        </a:p>
      </dgm:t>
    </dgm:pt>
    <dgm:pt modelId="{78DD42ED-494D-465E-A167-D363B5D85782}" type="parTrans" cxnId="{73C5C80D-88EE-4EA7-84AE-6067C7AEEDD1}">
      <dgm:prSet/>
      <dgm:spPr/>
      <dgm:t>
        <a:bodyPr/>
        <a:lstStyle/>
        <a:p>
          <a:endParaRPr lang="en-US"/>
        </a:p>
      </dgm:t>
    </dgm:pt>
    <dgm:pt modelId="{18881F5A-6432-43A7-871E-EE3C09886ABE}" type="sibTrans" cxnId="{73C5C80D-88EE-4EA7-84AE-6067C7AEEDD1}">
      <dgm:prSet/>
      <dgm:spPr/>
      <dgm:t>
        <a:bodyPr/>
        <a:lstStyle/>
        <a:p>
          <a:endParaRPr lang="en-US"/>
        </a:p>
      </dgm:t>
    </dgm:pt>
    <dgm:pt modelId="{F8007BCE-662C-4A3F-AF1F-F40654638708}">
      <dgm:prSet/>
      <dgm:spPr/>
      <dgm:t>
        <a:bodyPr/>
        <a:lstStyle/>
        <a:p>
          <a:r>
            <a:rPr lang="en-US"/>
            <a:t>Collaborate with other teachers, specialists, and families to gather input and support for meeting individual pupil needs.</a:t>
          </a:r>
        </a:p>
      </dgm:t>
    </dgm:pt>
    <dgm:pt modelId="{2DE9BBFC-F837-4414-909C-801F88D40C10}" type="parTrans" cxnId="{84FDE8C1-7FCF-427D-9FD7-8786AF885926}">
      <dgm:prSet/>
      <dgm:spPr/>
      <dgm:t>
        <a:bodyPr/>
        <a:lstStyle/>
        <a:p>
          <a:endParaRPr lang="en-US"/>
        </a:p>
      </dgm:t>
    </dgm:pt>
    <dgm:pt modelId="{6ABBDB94-E78E-4B00-9C35-6B1E72954B7F}" type="sibTrans" cxnId="{84FDE8C1-7FCF-427D-9FD7-8786AF885926}">
      <dgm:prSet/>
      <dgm:spPr/>
      <dgm:t>
        <a:bodyPr/>
        <a:lstStyle/>
        <a:p>
          <a:endParaRPr lang="en-US"/>
        </a:p>
      </dgm:t>
    </dgm:pt>
    <dgm:pt modelId="{201E6964-2F49-4185-91C3-1D41EE459DA4}" type="pres">
      <dgm:prSet presAssocID="{D779DF99-D565-4FD1-9F1D-0213228A4852}" presName="Name0" presStyleCnt="0">
        <dgm:presLayoutVars>
          <dgm:dir/>
          <dgm:animLvl val="lvl"/>
          <dgm:resizeHandles val="exact"/>
        </dgm:presLayoutVars>
      </dgm:prSet>
      <dgm:spPr/>
    </dgm:pt>
    <dgm:pt modelId="{4A1BECA9-A352-4D79-A368-645BCCE9B8DC}" type="pres">
      <dgm:prSet presAssocID="{0CD6FE3B-C414-4792-B39D-C7A974FB9A65}" presName="boxAndChildren" presStyleCnt="0"/>
      <dgm:spPr/>
    </dgm:pt>
    <dgm:pt modelId="{1D9D763B-45E0-4FB5-A682-9BCF5A86F904}" type="pres">
      <dgm:prSet presAssocID="{0CD6FE3B-C414-4792-B39D-C7A974FB9A65}" presName="parentTextBox" presStyleLbl="alignNode1" presStyleIdx="0" presStyleCnt="5"/>
      <dgm:spPr/>
    </dgm:pt>
    <dgm:pt modelId="{D50608DA-B213-47C6-9125-D3E2A50AEBC0}" type="pres">
      <dgm:prSet presAssocID="{0CD6FE3B-C414-4792-B39D-C7A974FB9A65}" presName="descendantBox" presStyleLbl="bgAccFollowNode1" presStyleIdx="0" presStyleCnt="5"/>
      <dgm:spPr/>
    </dgm:pt>
    <dgm:pt modelId="{C65963D4-C443-4C93-BE9B-0F265CC0EE99}" type="pres">
      <dgm:prSet presAssocID="{CFD3C7B4-144E-40F5-98DA-B0E9F9BED5ED}" presName="sp" presStyleCnt="0"/>
      <dgm:spPr/>
    </dgm:pt>
    <dgm:pt modelId="{00BE5975-5D59-41D6-8223-98D98F704A03}" type="pres">
      <dgm:prSet presAssocID="{58985B97-EBA4-4A5A-ABFE-D28B714A8D9C}" presName="arrowAndChildren" presStyleCnt="0"/>
      <dgm:spPr/>
    </dgm:pt>
    <dgm:pt modelId="{0E43C2B9-482D-47CF-82ED-9C5BE0D28776}" type="pres">
      <dgm:prSet presAssocID="{58985B97-EBA4-4A5A-ABFE-D28B714A8D9C}" presName="parentTextArrow" presStyleLbl="node1" presStyleIdx="0" presStyleCnt="0"/>
      <dgm:spPr/>
    </dgm:pt>
    <dgm:pt modelId="{C24E6910-A03A-4F36-9DCF-DAEAAE199784}" type="pres">
      <dgm:prSet presAssocID="{58985B97-EBA4-4A5A-ABFE-D28B714A8D9C}" presName="arrow" presStyleLbl="alignNode1" presStyleIdx="1" presStyleCnt="5"/>
      <dgm:spPr/>
    </dgm:pt>
    <dgm:pt modelId="{1BE7C253-0A88-4FF5-8D11-3388A2295F7B}" type="pres">
      <dgm:prSet presAssocID="{58985B97-EBA4-4A5A-ABFE-D28B714A8D9C}" presName="descendantArrow" presStyleLbl="bgAccFollowNode1" presStyleIdx="1" presStyleCnt="5"/>
      <dgm:spPr/>
    </dgm:pt>
    <dgm:pt modelId="{9200C089-E9CE-45E1-8880-49EC906200C4}" type="pres">
      <dgm:prSet presAssocID="{6EFAC14E-4239-4A24-A629-4D05B82518A4}" presName="sp" presStyleCnt="0"/>
      <dgm:spPr/>
    </dgm:pt>
    <dgm:pt modelId="{897CB4BA-743C-42C7-891A-6CD3C1F970C2}" type="pres">
      <dgm:prSet presAssocID="{21B2B0B9-8467-4E43-AEE3-2081925DDBB5}" presName="arrowAndChildren" presStyleCnt="0"/>
      <dgm:spPr/>
    </dgm:pt>
    <dgm:pt modelId="{AAC0C051-F434-4ECA-9F36-ED30786FACC7}" type="pres">
      <dgm:prSet presAssocID="{21B2B0B9-8467-4E43-AEE3-2081925DDBB5}" presName="parentTextArrow" presStyleLbl="node1" presStyleIdx="0" presStyleCnt="0"/>
      <dgm:spPr/>
    </dgm:pt>
    <dgm:pt modelId="{62276F2E-A934-4F67-AB64-69870F64E5BD}" type="pres">
      <dgm:prSet presAssocID="{21B2B0B9-8467-4E43-AEE3-2081925DDBB5}" presName="arrow" presStyleLbl="alignNode1" presStyleIdx="2" presStyleCnt="5"/>
      <dgm:spPr/>
    </dgm:pt>
    <dgm:pt modelId="{0E74EECD-DE9E-4CE3-8E81-F6F9DF015817}" type="pres">
      <dgm:prSet presAssocID="{21B2B0B9-8467-4E43-AEE3-2081925DDBB5}" presName="descendantArrow" presStyleLbl="bgAccFollowNode1" presStyleIdx="2" presStyleCnt="5"/>
      <dgm:spPr/>
    </dgm:pt>
    <dgm:pt modelId="{3D6817B6-8624-4204-A3C4-4F5E4B90E4C5}" type="pres">
      <dgm:prSet presAssocID="{427C0DBD-C64D-447F-8770-D5F645676EDB}" presName="sp" presStyleCnt="0"/>
      <dgm:spPr/>
    </dgm:pt>
    <dgm:pt modelId="{9F85C698-08D0-47E7-BCDA-BF87420C60F2}" type="pres">
      <dgm:prSet presAssocID="{988BF94C-EA2A-49CD-A756-6D3877A59D73}" presName="arrowAndChildren" presStyleCnt="0"/>
      <dgm:spPr/>
    </dgm:pt>
    <dgm:pt modelId="{F90DEC8E-2F3E-4D33-BB57-F786AD6C3C6D}" type="pres">
      <dgm:prSet presAssocID="{988BF94C-EA2A-49CD-A756-6D3877A59D73}" presName="parentTextArrow" presStyleLbl="node1" presStyleIdx="0" presStyleCnt="0"/>
      <dgm:spPr/>
    </dgm:pt>
    <dgm:pt modelId="{8F1B86D4-EA92-4018-B7D7-3F275163652C}" type="pres">
      <dgm:prSet presAssocID="{988BF94C-EA2A-49CD-A756-6D3877A59D73}" presName="arrow" presStyleLbl="alignNode1" presStyleIdx="3" presStyleCnt="5"/>
      <dgm:spPr/>
    </dgm:pt>
    <dgm:pt modelId="{401C1816-31BD-403E-B5A1-6D13F79D1EE3}" type="pres">
      <dgm:prSet presAssocID="{988BF94C-EA2A-49CD-A756-6D3877A59D73}" presName="descendantArrow" presStyleLbl="bgAccFollowNode1" presStyleIdx="3" presStyleCnt="5"/>
      <dgm:spPr/>
    </dgm:pt>
    <dgm:pt modelId="{62F623CA-279B-4C4F-AE28-15B993FC0D09}" type="pres">
      <dgm:prSet presAssocID="{CA905A0A-6AE5-4BA4-A075-F2BD68ABF578}" presName="sp" presStyleCnt="0"/>
      <dgm:spPr/>
    </dgm:pt>
    <dgm:pt modelId="{623A5798-5667-4F6F-AA5D-44D554964083}" type="pres">
      <dgm:prSet presAssocID="{FFF8EF33-34F9-4DD2-BA5D-F811272AFB49}" presName="arrowAndChildren" presStyleCnt="0"/>
      <dgm:spPr/>
    </dgm:pt>
    <dgm:pt modelId="{E840395D-EE28-4FF1-9106-002CF74FBEC6}" type="pres">
      <dgm:prSet presAssocID="{FFF8EF33-34F9-4DD2-BA5D-F811272AFB49}" presName="parentTextArrow" presStyleLbl="node1" presStyleIdx="0" presStyleCnt="0"/>
      <dgm:spPr/>
    </dgm:pt>
    <dgm:pt modelId="{C80FBA19-7953-456F-A34E-9D6F86CA86A1}" type="pres">
      <dgm:prSet presAssocID="{FFF8EF33-34F9-4DD2-BA5D-F811272AFB49}" presName="arrow" presStyleLbl="alignNode1" presStyleIdx="4" presStyleCnt="5"/>
      <dgm:spPr/>
    </dgm:pt>
    <dgm:pt modelId="{ED939E76-9587-495F-B10E-9E7E5C221EF9}" type="pres">
      <dgm:prSet presAssocID="{FFF8EF33-34F9-4DD2-BA5D-F811272AFB49}" presName="descendantArrow" presStyleLbl="bgAccFollowNode1" presStyleIdx="4" presStyleCnt="5"/>
      <dgm:spPr/>
    </dgm:pt>
  </dgm:ptLst>
  <dgm:cxnLst>
    <dgm:cxn modelId="{E9E4FE04-7FE4-4265-B467-6376ADAE56DC}" type="presOf" srcId="{AAC050F4-8D31-424D-A91F-A080D6CCC211}" destId="{0E74EECD-DE9E-4CE3-8E81-F6F9DF015817}" srcOrd="0" destOrd="0" presId="urn:microsoft.com/office/officeart/2016/7/layout/VerticalDownArrowProcess"/>
    <dgm:cxn modelId="{207EA307-E9A3-4973-8CD2-A54AF58B1670}" type="presOf" srcId="{0CD6FE3B-C414-4792-B39D-C7A974FB9A65}" destId="{1D9D763B-45E0-4FB5-A682-9BCF5A86F904}" srcOrd="0" destOrd="0" presId="urn:microsoft.com/office/officeart/2016/7/layout/VerticalDownArrowProcess"/>
    <dgm:cxn modelId="{23B4A90B-F2E5-4E63-A39D-C61646066EC2}" srcId="{58985B97-EBA4-4A5A-ABFE-D28B714A8D9C}" destId="{A5B90A92-D226-4B47-8D29-1A8291B246F1}" srcOrd="0" destOrd="0" parTransId="{8CCA4E33-C3AF-4E27-ABC3-9C18643132F2}" sibTransId="{7A33D4D2-7853-41D2-8218-FEB2E05D6080}"/>
    <dgm:cxn modelId="{73C5C80D-88EE-4EA7-84AE-6067C7AEEDD1}" srcId="{D779DF99-D565-4FD1-9F1D-0213228A4852}" destId="{0CD6FE3B-C414-4792-B39D-C7A974FB9A65}" srcOrd="4" destOrd="0" parTransId="{78DD42ED-494D-465E-A167-D363B5D85782}" sibTransId="{18881F5A-6432-43A7-871E-EE3C09886ABE}"/>
    <dgm:cxn modelId="{F7649612-207C-417F-839C-738AA754A61A}" type="presOf" srcId="{9C3AB563-B105-4572-BDD3-0D2AE5DA1887}" destId="{401C1816-31BD-403E-B5A1-6D13F79D1EE3}" srcOrd="0" destOrd="0" presId="urn:microsoft.com/office/officeart/2016/7/layout/VerticalDownArrowProcess"/>
    <dgm:cxn modelId="{6266E61D-E455-4B87-9D79-B3699C35AF95}" type="presOf" srcId="{A5B90A92-D226-4B47-8D29-1A8291B246F1}" destId="{1BE7C253-0A88-4FF5-8D11-3388A2295F7B}" srcOrd="0" destOrd="0" presId="urn:microsoft.com/office/officeart/2016/7/layout/VerticalDownArrowProcess"/>
    <dgm:cxn modelId="{2F59471E-954F-45A6-8DFD-ABDCD7B26E2C}" type="presOf" srcId="{988BF94C-EA2A-49CD-A756-6D3877A59D73}" destId="{F90DEC8E-2F3E-4D33-BB57-F786AD6C3C6D}" srcOrd="0" destOrd="0" presId="urn:microsoft.com/office/officeart/2016/7/layout/VerticalDownArrowProcess"/>
    <dgm:cxn modelId="{BFF0C028-DF1C-47E8-993E-566E299CF665}" srcId="{D779DF99-D565-4FD1-9F1D-0213228A4852}" destId="{988BF94C-EA2A-49CD-A756-6D3877A59D73}" srcOrd="1" destOrd="0" parTransId="{4FD776F9-6DEE-447F-9325-BEE869E3E60B}" sibTransId="{427C0DBD-C64D-447F-8770-D5F645676EDB}"/>
    <dgm:cxn modelId="{83A5E62B-6A98-493E-B878-A1E8604406C4}" type="presOf" srcId="{D779DF99-D565-4FD1-9F1D-0213228A4852}" destId="{201E6964-2F49-4185-91C3-1D41EE459DA4}" srcOrd="0" destOrd="0" presId="urn:microsoft.com/office/officeart/2016/7/layout/VerticalDownArrowProcess"/>
    <dgm:cxn modelId="{06EF693B-90B2-48EE-834B-3DE7EE9B905B}" srcId="{21B2B0B9-8467-4E43-AEE3-2081925DDBB5}" destId="{AAC050F4-8D31-424D-A91F-A080D6CCC211}" srcOrd="0" destOrd="0" parTransId="{16910D47-4A04-45A0-9C43-A5B8199379E6}" sibTransId="{16F290B8-5F05-41DC-97DF-78AC286C25B6}"/>
    <dgm:cxn modelId="{3E80AC3D-7EBB-49B1-B3C5-9D08CCD52900}" srcId="{D779DF99-D565-4FD1-9F1D-0213228A4852}" destId="{58985B97-EBA4-4A5A-ABFE-D28B714A8D9C}" srcOrd="3" destOrd="0" parTransId="{D49CF1B9-E8CE-4361-AD79-C243A348E1B0}" sibTransId="{CFD3C7B4-144E-40F5-98DA-B0E9F9BED5ED}"/>
    <dgm:cxn modelId="{7BC8105D-3300-41C2-8FCB-E760A78DAF22}" srcId="{FFF8EF33-34F9-4DD2-BA5D-F811272AFB49}" destId="{BCD09C27-D50A-4143-8082-2BA0412663C9}" srcOrd="0" destOrd="0" parTransId="{54A8C6BD-63A5-4E0A-94DD-77A191E1E8A3}" sibTransId="{6892A7CD-D71D-4DC6-AA50-022FA64C517F}"/>
    <dgm:cxn modelId="{AA33AE61-9CB1-4A34-88FA-E9DAAAEA5490}" srcId="{988BF94C-EA2A-49CD-A756-6D3877A59D73}" destId="{9C3AB563-B105-4572-BDD3-0D2AE5DA1887}" srcOrd="0" destOrd="0" parTransId="{9F01B40A-85EB-484D-9B06-E2DABA41987E}" sibTransId="{A0F65413-BAE5-4FC7-842F-2D7A19C349E3}"/>
    <dgm:cxn modelId="{9F47EE66-C5E7-4698-AB8A-5AFBD908D9C8}" type="presOf" srcId="{58985B97-EBA4-4A5A-ABFE-D28B714A8D9C}" destId="{C24E6910-A03A-4F36-9DCF-DAEAAE199784}" srcOrd="1" destOrd="0" presId="urn:microsoft.com/office/officeart/2016/7/layout/VerticalDownArrowProcess"/>
    <dgm:cxn modelId="{C5656968-0389-4888-BDC6-698A7FAFD908}" srcId="{D779DF99-D565-4FD1-9F1D-0213228A4852}" destId="{FFF8EF33-34F9-4DD2-BA5D-F811272AFB49}" srcOrd="0" destOrd="0" parTransId="{FABC8118-DEFC-4058-B6A5-0DFD31BE38AD}" sibTransId="{CA905A0A-6AE5-4BA4-A075-F2BD68ABF578}"/>
    <dgm:cxn modelId="{0055126C-8861-40DC-96F8-42938C47ED20}" type="presOf" srcId="{BCD09C27-D50A-4143-8082-2BA0412663C9}" destId="{ED939E76-9587-495F-B10E-9E7E5C221EF9}" srcOrd="0" destOrd="0" presId="urn:microsoft.com/office/officeart/2016/7/layout/VerticalDownArrowProcess"/>
    <dgm:cxn modelId="{A6DB5559-778D-4175-9C8F-BB61EB9C8B4C}" type="presOf" srcId="{21B2B0B9-8467-4E43-AEE3-2081925DDBB5}" destId="{62276F2E-A934-4F67-AB64-69870F64E5BD}" srcOrd="1" destOrd="0" presId="urn:microsoft.com/office/officeart/2016/7/layout/VerticalDownArrowProcess"/>
    <dgm:cxn modelId="{BE4D4285-7BF9-4EDD-9920-F716AF5BB35D}" type="presOf" srcId="{F8007BCE-662C-4A3F-AF1F-F40654638708}" destId="{D50608DA-B213-47C6-9125-D3E2A50AEBC0}" srcOrd="0" destOrd="0" presId="urn:microsoft.com/office/officeart/2016/7/layout/VerticalDownArrowProcess"/>
    <dgm:cxn modelId="{555A999D-E89C-4196-82EC-1B5BDAB75BEA}" srcId="{D779DF99-D565-4FD1-9F1D-0213228A4852}" destId="{21B2B0B9-8467-4E43-AEE3-2081925DDBB5}" srcOrd="2" destOrd="0" parTransId="{A1C1BC35-9B96-46AD-B180-DF06EA038D95}" sibTransId="{6EFAC14E-4239-4A24-A629-4D05B82518A4}"/>
    <dgm:cxn modelId="{BE44B4B8-E652-4668-A69D-3B063CD4B0C7}" type="presOf" srcId="{FFF8EF33-34F9-4DD2-BA5D-F811272AFB49}" destId="{C80FBA19-7953-456F-A34E-9D6F86CA86A1}" srcOrd="1" destOrd="0" presId="urn:microsoft.com/office/officeart/2016/7/layout/VerticalDownArrowProcess"/>
    <dgm:cxn modelId="{84FDE8C1-7FCF-427D-9FD7-8786AF885926}" srcId="{0CD6FE3B-C414-4792-B39D-C7A974FB9A65}" destId="{F8007BCE-662C-4A3F-AF1F-F40654638708}" srcOrd="0" destOrd="0" parTransId="{2DE9BBFC-F837-4414-909C-801F88D40C10}" sibTransId="{6ABBDB94-E78E-4B00-9C35-6B1E72954B7F}"/>
    <dgm:cxn modelId="{3B0B5DD9-4883-4EE3-ABE8-30DA71E60017}" type="presOf" srcId="{21B2B0B9-8467-4E43-AEE3-2081925DDBB5}" destId="{AAC0C051-F434-4ECA-9F36-ED30786FACC7}" srcOrd="0" destOrd="0" presId="urn:microsoft.com/office/officeart/2016/7/layout/VerticalDownArrowProcess"/>
    <dgm:cxn modelId="{219D42EB-5C63-48B4-96A6-B93AEDFB4B26}" type="presOf" srcId="{58985B97-EBA4-4A5A-ABFE-D28B714A8D9C}" destId="{0E43C2B9-482D-47CF-82ED-9C5BE0D28776}" srcOrd="0" destOrd="0" presId="urn:microsoft.com/office/officeart/2016/7/layout/VerticalDownArrowProcess"/>
    <dgm:cxn modelId="{6111B2F8-A71A-40FC-912B-ED9EF19FE21E}" type="presOf" srcId="{FFF8EF33-34F9-4DD2-BA5D-F811272AFB49}" destId="{E840395D-EE28-4FF1-9106-002CF74FBEC6}" srcOrd="0" destOrd="0" presId="urn:microsoft.com/office/officeart/2016/7/layout/VerticalDownArrowProcess"/>
    <dgm:cxn modelId="{6B4D3BF9-8C26-45BB-B1D9-3E384EC0DF9E}" type="presOf" srcId="{988BF94C-EA2A-49CD-A756-6D3877A59D73}" destId="{8F1B86D4-EA92-4018-B7D7-3F275163652C}" srcOrd="1" destOrd="0" presId="urn:microsoft.com/office/officeart/2016/7/layout/VerticalDownArrowProcess"/>
    <dgm:cxn modelId="{C74E2B06-5D41-41F4-8151-1C6A4465C713}" type="presParOf" srcId="{201E6964-2F49-4185-91C3-1D41EE459DA4}" destId="{4A1BECA9-A352-4D79-A368-645BCCE9B8DC}" srcOrd="0" destOrd="0" presId="urn:microsoft.com/office/officeart/2016/7/layout/VerticalDownArrowProcess"/>
    <dgm:cxn modelId="{9B2DFE53-47A2-401E-B58A-5F3DFCDB3461}" type="presParOf" srcId="{4A1BECA9-A352-4D79-A368-645BCCE9B8DC}" destId="{1D9D763B-45E0-4FB5-A682-9BCF5A86F904}" srcOrd="0" destOrd="0" presId="urn:microsoft.com/office/officeart/2016/7/layout/VerticalDownArrowProcess"/>
    <dgm:cxn modelId="{3EC137AF-3D80-45E6-989A-89713582992D}" type="presParOf" srcId="{4A1BECA9-A352-4D79-A368-645BCCE9B8DC}" destId="{D50608DA-B213-47C6-9125-D3E2A50AEBC0}" srcOrd="1" destOrd="0" presId="urn:microsoft.com/office/officeart/2016/7/layout/VerticalDownArrowProcess"/>
    <dgm:cxn modelId="{D9AB2CD4-0AC2-4A72-B6C2-CE23275193DA}" type="presParOf" srcId="{201E6964-2F49-4185-91C3-1D41EE459DA4}" destId="{C65963D4-C443-4C93-BE9B-0F265CC0EE99}" srcOrd="1" destOrd="0" presId="urn:microsoft.com/office/officeart/2016/7/layout/VerticalDownArrowProcess"/>
    <dgm:cxn modelId="{FEB116AC-7CBB-4B39-82F2-E4C1CEF879C8}" type="presParOf" srcId="{201E6964-2F49-4185-91C3-1D41EE459DA4}" destId="{00BE5975-5D59-41D6-8223-98D98F704A03}" srcOrd="2" destOrd="0" presId="urn:microsoft.com/office/officeart/2016/7/layout/VerticalDownArrowProcess"/>
    <dgm:cxn modelId="{018B7587-EF70-4D51-A35D-1DE25980098F}" type="presParOf" srcId="{00BE5975-5D59-41D6-8223-98D98F704A03}" destId="{0E43C2B9-482D-47CF-82ED-9C5BE0D28776}" srcOrd="0" destOrd="0" presId="urn:microsoft.com/office/officeart/2016/7/layout/VerticalDownArrowProcess"/>
    <dgm:cxn modelId="{63361E53-BE76-4EF7-BA70-FD06034208D9}" type="presParOf" srcId="{00BE5975-5D59-41D6-8223-98D98F704A03}" destId="{C24E6910-A03A-4F36-9DCF-DAEAAE199784}" srcOrd="1" destOrd="0" presId="urn:microsoft.com/office/officeart/2016/7/layout/VerticalDownArrowProcess"/>
    <dgm:cxn modelId="{5FD02CDE-7D14-40B4-A4FF-AD48831EDBB0}" type="presParOf" srcId="{00BE5975-5D59-41D6-8223-98D98F704A03}" destId="{1BE7C253-0A88-4FF5-8D11-3388A2295F7B}" srcOrd="2" destOrd="0" presId="urn:microsoft.com/office/officeart/2016/7/layout/VerticalDownArrowProcess"/>
    <dgm:cxn modelId="{3C746EE7-75CE-42E4-944D-5FDFD2669751}" type="presParOf" srcId="{201E6964-2F49-4185-91C3-1D41EE459DA4}" destId="{9200C089-E9CE-45E1-8880-49EC906200C4}" srcOrd="3" destOrd="0" presId="urn:microsoft.com/office/officeart/2016/7/layout/VerticalDownArrowProcess"/>
    <dgm:cxn modelId="{6CC9AB7B-9020-4AA0-9807-188AF8DD02C7}" type="presParOf" srcId="{201E6964-2F49-4185-91C3-1D41EE459DA4}" destId="{897CB4BA-743C-42C7-891A-6CD3C1F970C2}" srcOrd="4" destOrd="0" presId="urn:microsoft.com/office/officeart/2016/7/layout/VerticalDownArrowProcess"/>
    <dgm:cxn modelId="{AAF797F2-51DF-4F42-A76D-7D1F8DE7D62E}" type="presParOf" srcId="{897CB4BA-743C-42C7-891A-6CD3C1F970C2}" destId="{AAC0C051-F434-4ECA-9F36-ED30786FACC7}" srcOrd="0" destOrd="0" presId="urn:microsoft.com/office/officeart/2016/7/layout/VerticalDownArrowProcess"/>
    <dgm:cxn modelId="{707E545F-9971-4402-93FE-05E80101E9AC}" type="presParOf" srcId="{897CB4BA-743C-42C7-891A-6CD3C1F970C2}" destId="{62276F2E-A934-4F67-AB64-69870F64E5BD}" srcOrd="1" destOrd="0" presId="urn:microsoft.com/office/officeart/2016/7/layout/VerticalDownArrowProcess"/>
    <dgm:cxn modelId="{CD02AFC2-A83C-4FE7-821F-4C84BB955D6D}" type="presParOf" srcId="{897CB4BA-743C-42C7-891A-6CD3C1F970C2}" destId="{0E74EECD-DE9E-4CE3-8E81-F6F9DF015817}" srcOrd="2" destOrd="0" presId="urn:microsoft.com/office/officeart/2016/7/layout/VerticalDownArrowProcess"/>
    <dgm:cxn modelId="{98BBEF35-9A57-4E58-A539-8A3009C110A8}" type="presParOf" srcId="{201E6964-2F49-4185-91C3-1D41EE459DA4}" destId="{3D6817B6-8624-4204-A3C4-4F5E4B90E4C5}" srcOrd="5" destOrd="0" presId="urn:microsoft.com/office/officeart/2016/7/layout/VerticalDownArrowProcess"/>
    <dgm:cxn modelId="{48E16037-B53E-4666-8C39-D7F0214B9685}" type="presParOf" srcId="{201E6964-2F49-4185-91C3-1D41EE459DA4}" destId="{9F85C698-08D0-47E7-BCDA-BF87420C60F2}" srcOrd="6" destOrd="0" presId="urn:microsoft.com/office/officeart/2016/7/layout/VerticalDownArrowProcess"/>
    <dgm:cxn modelId="{F8E02656-3884-4D9E-B367-451B5F8AF9A7}" type="presParOf" srcId="{9F85C698-08D0-47E7-BCDA-BF87420C60F2}" destId="{F90DEC8E-2F3E-4D33-BB57-F786AD6C3C6D}" srcOrd="0" destOrd="0" presId="urn:microsoft.com/office/officeart/2016/7/layout/VerticalDownArrowProcess"/>
    <dgm:cxn modelId="{57E1CC86-7DE9-498C-99DD-3150866C9319}" type="presParOf" srcId="{9F85C698-08D0-47E7-BCDA-BF87420C60F2}" destId="{8F1B86D4-EA92-4018-B7D7-3F275163652C}" srcOrd="1" destOrd="0" presId="urn:microsoft.com/office/officeart/2016/7/layout/VerticalDownArrowProcess"/>
    <dgm:cxn modelId="{498EFCAF-DDD0-402D-9DE9-EDA7E0BDA95C}" type="presParOf" srcId="{9F85C698-08D0-47E7-BCDA-BF87420C60F2}" destId="{401C1816-31BD-403E-B5A1-6D13F79D1EE3}" srcOrd="2" destOrd="0" presId="urn:microsoft.com/office/officeart/2016/7/layout/VerticalDownArrowProcess"/>
    <dgm:cxn modelId="{FF9E3E72-EB1C-4FD9-9DCC-570D50EA11CE}" type="presParOf" srcId="{201E6964-2F49-4185-91C3-1D41EE459DA4}" destId="{62F623CA-279B-4C4F-AE28-15B993FC0D09}" srcOrd="7" destOrd="0" presId="urn:microsoft.com/office/officeart/2016/7/layout/VerticalDownArrowProcess"/>
    <dgm:cxn modelId="{F1264F1E-B0ED-4736-9E0E-7CC37EBDC6CA}" type="presParOf" srcId="{201E6964-2F49-4185-91C3-1D41EE459DA4}" destId="{623A5798-5667-4F6F-AA5D-44D554964083}" srcOrd="8" destOrd="0" presId="urn:microsoft.com/office/officeart/2016/7/layout/VerticalDownArrowProcess"/>
    <dgm:cxn modelId="{E33DD853-798C-4542-B579-1D7DC40B60A0}" type="presParOf" srcId="{623A5798-5667-4F6F-AA5D-44D554964083}" destId="{E840395D-EE28-4FF1-9106-002CF74FBEC6}" srcOrd="0" destOrd="0" presId="urn:microsoft.com/office/officeart/2016/7/layout/VerticalDownArrowProcess"/>
    <dgm:cxn modelId="{9AD54A77-9A3E-4288-9237-B78B0E937346}" type="presParOf" srcId="{623A5798-5667-4F6F-AA5D-44D554964083}" destId="{C80FBA19-7953-456F-A34E-9D6F86CA86A1}" srcOrd="1" destOrd="0" presId="urn:microsoft.com/office/officeart/2016/7/layout/VerticalDownArrowProcess"/>
    <dgm:cxn modelId="{885DA984-68DA-4B8B-99F7-355760F96F69}" type="presParOf" srcId="{623A5798-5667-4F6F-AA5D-44D554964083}" destId="{ED939E76-9587-495F-B10E-9E7E5C221EF9}"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3201307-3873-46A8-AD8F-B02CD273B0D9}" type="doc">
      <dgm:prSet loTypeId="urn:microsoft.com/office/officeart/2005/8/layout/cycle3" loCatId="cycle" qsTypeId="urn:microsoft.com/office/officeart/2005/8/quickstyle/simple2" qsCatId="simple" csTypeId="urn:microsoft.com/office/officeart/2005/8/colors/accent1_2" csCatId="accent1"/>
      <dgm:spPr/>
      <dgm:t>
        <a:bodyPr/>
        <a:lstStyle/>
        <a:p>
          <a:endParaRPr lang="en-US"/>
        </a:p>
      </dgm:t>
    </dgm:pt>
    <dgm:pt modelId="{7740DB41-779C-458F-9C77-1105C2FAC6AA}">
      <dgm:prSet/>
      <dgm:spPr/>
      <dgm:t>
        <a:bodyPr/>
        <a:lstStyle/>
        <a:p>
          <a:r>
            <a:rPr lang="en-GB"/>
            <a:t>Forward planning, ongoing assessment, and feedback are essential components of effective curriculum adaptation. </a:t>
          </a:r>
          <a:endParaRPr lang="en-US"/>
        </a:p>
      </dgm:t>
    </dgm:pt>
    <dgm:pt modelId="{228A5F3F-5147-4AED-98B9-366A119CAF74}" type="parTrans" cxnId="{847FB95A-7359-44F7-B663-F547B042B9D9}">
      <dgm:prSet/>
      <dgm:spPr/>
      <dgm:t>
        <a:bodyPr/>
        <a:lstStyle/>
        <a:p>
          <a:endParaRPr lang="en-US"/>
        </a:p>
      </dgm:t>
    </dgm:pt>
    <dgm:pt modelId="{FACDCE39-FD2B-4A8F-92F2-3C95FCE8A353}" type="sibTrans" cxnId="{847FB95A-7359-44F7-B663-F547B042B9D9}">
      <dgm:prSet/>
      <dgm:spPr/>
      <dgm:t>
        <a:bodyPr/>
        <a:lstStyle/>
        <a:p>
          <a:endParaRPr lang="en-US"/>
        </a:p>
      </dgm:t>
    </dgm:pt>
    <dgm:pt modelId="{A22E385D-C419-4BBE-B25D-FA0CDE1CB7D5}">
      <dgm:prSet/>
      <dgm:spPr/>
      <dgm:t>
        <a:bodyPr/>
        <a:lstStyle/>
        <a:p>
          <a:r>
            <a:rPr lang="en-GB"/>
            <a:t>Forward planning involves anticipating the needs of learners and preparing appropriate adaptations ahead of time. </a:t>
          </a:r>
          <a:endParaRPr lang="en-US"/>
        </a:p>
      </dgm:t>
    </dgm:pt>
    <dgm:pt modelId="{DAD87F02-8F7C-4A37-8591-587288F115F3}" type="parTrans" cxnId="{47DD0AE8-5331-4DC0-91A7-F776F4ADB430}">
      <dgm:prSet/>
      <dgm:spPr/>
      <dgm:t>
        <a:bodyPr/>
        <a:lstStyle/>
        <a:p>
          <a:endParaRPr lang="en-US"/>
        </a:p>
      </dgm:t>
    </dgm:pt>
    <dgm:pt modelId="{8A1D17C4-8553-476D-A693-727F5DF06329}" type="sibTrans" cxnId="{47DD0AE8-5331-4DC0-91A7-F776F4ADB430}">
      <dgm:prSet/>
      <dgm:spPr/>
      <dgm:t>
        <a:bodyPr/>
        <a:lstStyle/>
        <a:p>
          <a:endParaRPr lang="en-US"/>
        </a:p>
      </dgm:t>
    </dgm:pt>
    <dgm:pt modelId="{27E1BDB6-6C1C-435B-A730-D0B820C378FD}">
      <dgm:prSet/>
      <dgm:spPr/>
      <dgm:t>
        <a:bodyPr/>
        <a:lstStyle/>
        <a:p>
          <a:r>
            <a:rPr lang="en-GB"/>
            <a:t>Ongoing assessment involves regularly evaluating the effectiveness of adaptations and adjusting them as needed. </a:t>
          </a:r>
          <a:endParaRPr lang="en-US"/>
        </a:p>
      </dgm:t>
    </dgm:pt>
    <dgm:pt modelId="{DF51F77C-ED9D-4895-AFD9-A7842DC0641D}" type="parTrans" cxnId="{F221D26E-ED1C-42CF-A579-A222D3C324EA}">
      <dgm:prSet/>
      <dgm:spPr/>
      <dgm:t>
        <a:bodyPr/>
        <a:lstStyle/>
        <a:p>
          <a:endParaRPr lang="en-US"/>
        </a:p>
      </dgm:t>
    </dgm:pt>
    <dgm:pt modelId="{FE1F0FE6-6B9E-4735-B76E-4B40AEF56283}" type="sibTrans" cxnId="{F221D26E-ED1C-42CF-A579-A222D3C324EA}">
      <dgm:prSet/>
      <dgm:spPr/>
      <dgm:t>
        <a:bodyPr/>
        <a:lstStyle/>
        <a:p>
          <a:endParaRPr lang="en-US"/>
        </a:p>
      </dgm:t>
    </dgm:pt>
    <dgm:pt modelId="{6788DF8C-92B1-448C-9E5D-7C1EBC5BB1B9}">
      <dgm:prSet/>
      <dgm:spPr/>
      <dgm:t>
        <a:bodyPr/>
        <a:lstStyle/>
        <a:p>
          <a:r>
            <a:rPr lang="en-GB"/>
            <a:t>Feedback involves providing learners with feedback on their progress and providing feedback to teachers on the effectiveness of adaptations.</a:t>
          </a:r>
          <a:endParaRPr lang="en-US"/>
        </a:p>
      </dgm:t>
    </dgm:pt>
    <dgm:pt modelId="{F23F9788-5C63-4E35-BA0F-2D726A87965C}" type="parTrans" cxnId="{B644C383-C22F-4732-A220-14A17B7D8CB9}">
      <dgm:prSet/>
      <dgm:spPr/>
      <dgm:t>
        <a:bodyPr/>
        <a:lstStyle/>
        <a:p>
          <a:endParaRPr lang="en-US"/>
        </a:p>
      </dgm:t>
    </dgm:pt>
    <dgm:pt modelId="{9CE4D6BB-5CC7-4026-A8EE-901403875625}" type="sibTrans" cxnId="{B644C383-C22F-4732-A220-14A17B7D8CB9}">
      <dgm:prSet/>
      <dgm:spPr/>
      <dgm:t>
        <a:bodyPr/>
        <a:lstStyle/>
        <a:p>
          <a:endParaRPr lang="en-US"/>
        </a:p>
      </dgm:t>
    </dgm:pt>
    <dgm:pt modelId="{C5583E83-8F8E-471F-9633-98D13FDCF638}" type="pres">
      <dgm:prSet presAssocID="{E3201307-3873-46A8-AD8F-B02CD273B0D9}" presName="Name0" presStyleCnt="0">
        <dgm:presLayoutVars>
          <dgm:dir/>
          <dgm:resizeHandles val="exact"/>
        </dgm:presLayoutVars>
      </dgm:prSet>
      <dgm:spPr/>
    </dgm:pt>
    <dgm:pt modelId="{F23325F6-5502-4512-B0B5-76162FFAB3A7}" type="pres">
      <dgm:prSet presAssocID="{E3201307-3873-46A8-AD8F-B02CD273B0D9}" presName="cycle" presStyleCnt="0"/>
      <dgm:spPr/>
    </dgm:pt>
    <dgm:pt modelId="{BFD61027-7CB7-494B-9F8E-A47F57090920}" type="pres">
      <dgm:prSet presAssocID="{7740DB41-779C-458F-9C77-1105C2FAC6AA}" presName="nodeFirstNode" presStyleLbl="node1" presStyleIdx="0" presStyleCnt="4">
        <dgm:presLayoutVars>
          <dgm:bulletEnabled val="1"/>
        </dgm:presLayoutVars>
      </dgm:prSet>
      <dgm:spPr/>
    </dgm:pt>
    <dgm:pt modelId="{15214C91-2754-4FC4-BE0A-BC6981B03D7F}" type="pres">
      <dgm:prSet presAssocID="{FACDCE39-FD2B-4A8F-92F2-3C95FCE8A353}" presName="sibTransFirstNode" presStyleLbl="bgShp" presStyleIdx="0" presStyleCnt="1"/>
      <dgm:spPr/>
    </dgm:pt>
    <dgm:pt modelId="{501EA770-9B56-42E6-B3BE-F6F3AD4587C0}" type="pres">
      <dgm:prSet presAssocID="{A22E385D-C419-4BBE-B25D-FA0CDE1CB7D5}" presName="nodeFollowingNodes" presStyleLbl="node1" presStyleIdx="1" presStyleCnt="4">
        <dgm:presLayoutVars>
          <dgm:bulletEnabled val="1"/>
        </dgm:presLayoutVars>
      </dgm:prSet>
      <dgm:spPr/>
    </dgm:pt>
    <dgm:pt modelId="{73811B56-FD50-461E-8457-0F5C48572F55}" type="pres">
      <dgm:prSet presAssocID="{27E1BDB6-6C1C-435B-A730-D0B820C378FD}" presName="nodeFollowingNodes" presStyleLbl="node1" presStyleIdx="2" presStyleCnt="4">
        <dgm:presLayoutVars>
          <dgm:bulletEnabled val="1"/>
        </dgm:presLayoutVars>
      </dgm:prSet>
      <dgm:spPr/>
    </dgm:pt>
    <dgm:pt modelId="{9AB494A3-CAAC-4478-8FC7-B9E85624179A}" type="pres">
      <dgm:prSet presAssocID="{6788DF8C-92B1-448C-9E5D-7C1EBC5BB1B9}" presName="nodeFollowingNodes" presStyleLbl="node1" presStyleIdx="3" presStyleCnt="4">
        <dgm:presLayoutVars>
          <dgm:bulletEnabled val="1"/>
        </dgm:presLayoutVars>
      </dgm:prSet>
      <dgm:spPr/>
    </dgm:pt>
  </dgm:ptLst>
  <dgm:cxnLst>
    <dgm:cxn modelId="{FB8B2C4E-5109-4CCB-94CA-E734962D8B7A}" type="presOf" srcId="{7740DB41-779C-458F-9C77-1105C2FAC6AA}" destId="{BFD61027-7CB7-494B-9F8E-A47F57090920}" srcOrd="0" destOrd="0" presId="urn:microsoft.com/office/officeart/2005/8/layout/cycle3"/>
    <dgm:cxn modelId="{F221D26E-ED1C-42CF-A579-A222D3C324EA}" srcId="{E3201307-3873-46A8-AD8F-B02CD273B0D9}" destId="{27E1BDB6-6C1C-435B-A730-D0B820C378FD}" srcOrd="2" destOrd="0" parTransId="{DF51F77C-ED9D-4895-AFD9-A7842DC0641D}" sibTransId="{FE1F0FE6-6B9E-4735-B76E-4B40AEF56283}"/>
    <dgm:cxn modelId="{847FB95A-7359-44F7-B663-F547B042B9D9}" srcId="{E3201307-3873-46A8-AD8F-B02CD273B0D9}" destId="{7740DB41-779C-458F-9C77-1105C2FAC6AA}" srcOrd="0" destOrd="0" parTransId="{228A5F3F-5147-4AED-98B9-366A119CAF74}" sibTransId="{FACDCE39-FD2B-4A8F-92F2-3C95FCE8A353}"/>
    <dgm:cxn modelId="{A8FF6083-273B-4704-89E8-BA8F896A2D1F}" type="presOf" srcId="{6788DF8C-92B1-448C-9E5D-7C1EBC5BB1B9}" destId="{9AB494A3-CAAC-4478-8FC7-B9E85624179A}" srcOrd="0" destOrd="0" presId="urn:microsoft.com/office/officeart/2005/8/layout/cycle3"/>
    <dgm:cxn modelId="{B644C383-C22F-4732-A220-14A17B7D8CB9}" srcId="{E3201307-3873-46A8-AD8F-B02CD273B0D9}" destId="{6788DF8C-92B1-448C-9E5D-7C1EBC5BB1B9}" srcOrd="3" destOrd="0" parTransId="{F23F9788-5C63-4E35-BA0F-2D726A87965C}" sibTransId="{9CE4D6BB-5CC7-4026-A8EE-901403875625}"/>
    <dgm:cxn modelId="{8E04E687-F393-4AE4-9A85-FCDDBDFE04EE}" type="presOf" srcId="{27E1BDB6-6C1C-435B-A730-D0B820C378FD}" destId="{73811B56-FD50-461E-8457-0F5C48572F55}" srcOrd="0" destOrd="0" presId="urn:microsoft.com/office/officeart/2005/8/layout/cycle3"/>
    <dgm:cxn modelId="{4CE420A0-5537-402C-8814-3395BDB9D18F}" type="presOf" srcId="{FACDCE39-FD2B-4A8F-92F2-3C95FCE8A353}" destId="{15214C91-2754-4FC4-BE0A-BC6981B03D7F}" srcOrd="0" destOrd="0" presId="urn:microsoft.com/office/officeart/2005/8/layout/cycle3"/>
    <dgm:cxn modelId="{995A10E5-BBC9-49BE-9311-D4E04614EB91}" type="presOf" srcId="{E3201307-3873-46A8-AD8F-B02CD273B0D9}" destId="{C5583E83-8F8E-471F-9633-98D13FDCF638}" srcOrd="0" destOrd="0" presId="urn:microsoft.com/office/officeart/2005/8/layout/cycle3"/>
    <dgm:cxn modelId="{288353E6-D11D-4863-ACD9-3B8521149701}" type="presOf" srcId="{A22E385D-C419-4BBE-B25D-FA0CDE1CB7D5}" destId="{501EA770-9B56-42E6-B3BE-F6F3AD4587C0}" srcOrd="0" destOrd="0" presId="urn:microsoft.com/office/officeart/2005/8/layout/cycle3"/>
    <dgm:cxn modelId="{47DD0AE8-5331-4DC0-91A7-F776F4ADB430}" srcId="{E3201307-3873-46A8-AD8F-B02CD273B0D9}" destId="{A22E385D-C419-4BBE-B25D-FA0CDE1CB7D5}" srcOrd="1" destOrd="0" parTransId="{DAD87F02-8F7C-4A37-8591-587288F115F3}" sibTransId="{8A1D17C4-8553-476D-A693-727F5DF06329}"/>
    <dgm:cxn modelId="{E191F1E7-05B4-406E-AB8A-A767A8381FFA}" type="presParOf" srcId="{C5583E83-8F8E-471F-9633-98D13FDCF638}" destId="{F23325F6-5502-4512-B0B5-76162FFAB3A7}" srcOrd="0" destOrd="0" presId="urn:microsoft.com/office/officeart/2005/8/layout/cycle3"/>
    <dgm:cxn modelId="{A82BD3FD-7E83-4EEF-AC24-9B5087385D67}" type="presParOf" srcId="{F23325F6-5502-4512-B0B5-76162FFAB3A7}" destId="{BFD61027-7CB7-494B-9F8E-A47F57090920}" srcOrd="0" destOrd="0" presId="urn:microsoft.com/office/officeart/2005/8/layout/cycle3"/>
    <dgm:cxn modelId="{CDA6D393-CF97-4A83-B954-D4C6722D37FD}" type="presParOf" srcId="{F23325F6-5502-4512-B0B5-76162FFAB3A7}" destId="{15214C91-2754-4FC4-BE0A-BC6981B03D7F}" srcOrd="1" destOrd="0" presId="urn:microsoft.com/office/officeart/2005/8/layout/cycle3"/>
    <dgm:cxn modelId="{83EE9529-1C49-42B3-A4EB-D70D01669B04}" type="presParOf" srcId="{F23325F6-5502-4512-B0B5-76162FFAB3A7}" destId="{501EA770-9B56-42E6-B3BE-F6F3AD4587C0}" srcOrd="2" destOrd="0" presId="urn:microsoft.com/office/officeart/2005/8/layout/cycle3"/>
    <dgm:cxn modelId="{CDBA6727-77D5-4E40-8889-E41424ED54CB}" type="presParOf" srcId="{F23325F6-5502-4512-B0B5-76162FFAB3A7}" destId="{73811B56-FD50-461E-8457-0F5C48572F55}" srcOrd="3" destOrd="0" presId="urn:microsoft.com/office/officeart/2005/8/layout/cycle3"/>
    <dgm:cxn modelId="{D85BFF8D-91FC-4C4E-BCAA-A006899A71F7}" type="presParOf" srcId="{F23325F6-5502-4512-B0B5-76162FFAB3A7}" destId="{9AB494A3-CAAC-4478-8FC7-B9E85624179A}"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446961C-2AD0-4CCF-B6CC-EFFA93526AF8}" type="doc">
      <dgm:prSet loTypeId="urn:microsoft.com/office/officeart/2005/8/layout/process4" loCatId="process" qsTypeId="urn:microsoft.com/office/officeart/2005/8/quickstyle/simple2" qsCatId="simple" csTypeId="urn:microsoft.com/office/officeart/2005/8/colors/accent1_2" csCatId="accent1"/>
      <dgm:spPr/>
      <dgm:t>
        <a:bodyPr/>
        <a:lstStyle/>
        <a:p>
          <a:endParaRPr lang="en-US"/>
        </a:p>
      </dgm:t>
    </dgm:pt>
    <dgm:pt modelId="{100D08C8-22ED-4050-8FCA-5CAE79DC18C5}">
      <dgm:prSet/>
      <dgm:spPr/>
      <dgm:t>
        <a:bodyPr/>
        <a:lstStyle/>
        <a:p>
          <a:r>
            <a:rPr lang="en-GB" dirty="0"/>
            <a:t>Incorporating forward planning, ongoing assessment, and feedback into curriculum adaptation involves a cyclical process of planning, implementing, assessing, and adjusting adaptations. </a:t>
          </a:r>
          <a:endParaRPr lang="en-US" dirty="0"/>
        </a:p>
      </dgm:t>
    </dgm:pt>
    <dgm:pt modelId="{DBCCC1A1-9FAE-4F0D-962F-DDB054377E4F}" type="parTrans" cxnId="{7FAF83C5-B7DF-4C41-BE9B-09F84DE9F26B}">
      <dgm:prSet/>
      <dgm:spPr/>
      <dgm:t>
        <a:bodyPr/>
        <a:lstStyle/>
        <a:p>
          <a:endParaRPr lang="en-US"/>
        </a:p>
      </dgm:t>
    </dgm:pt>
    <dgm:pt modelId="{B395E316-B925-455A-B317-C22172C9BD83}" type="sibTrans" cxnId="{7FAF83C5-B7DF-4C41-BE9B-09F84DE9F26B}">
      <dgm:prSet/>
      <dgm:spPr/>
      <dgm:t>
        <a:bodyPr/>
        <a:lstStyle/>
        <a:p>
          <a:endParaRPr lang="en-US"/>
        </a:p>
      </dgm:t>
    </dgm:pt>
    <dgm:pt modelId="{C53013D4-E4CF-4357-844E-4F397E7AC5DC}">
      <dgm:prSet/>
      <dgm:spPr/>
      <dgm:t>
        <a:bodyPr/>
        <a:lstStyle/>
        <a:p>
          <a:r>
            <a:rPr lang="en-GB"/>
            <a:t>Teachers should plan adaptations based on the needs of learners, implement them in the classroom, assess their effectiveness through ongoing assessment, and adjust them as needed based on feedback.</a:t>
          </a:r>
          <a:endParaRPr lang="en-US"/>
        </a:p>
      </dgm:t>
    </dgm:pt>
    <dgm:pt modelId="{EDED6267-BF16-4077-AC2F-E68797AD5B8B}" type="parTrans" cxnId="{A5BC5CC6-9FEE-40AE-8315-33A629D26C84}">
      <dgm:prSet/>
      <dgm:spPr/>
      <dgm:t>
        <a:bodyPr/>
        <a:lstStyle/>
        <a:p>
          <a:endParaRPr lang="en-US"/>
        </a:p>
      </dgm:t>
    </dgm:pt>
    <dgm:pt modelId="{5E7EDBE5-E8DF-4F9E-AC84-DC285842E39F}" type="sibTrans" cxnId="{A5BC5CC6-9FEE-40AE-8315-33A629D26C84}">
      <dgm:prSet/>
      <dgm:spPr/>
      <dgm:t>
        <a:bodyPr/>
        <a:lstStyle/>
        <a:p>
          <a:endParaRPr lang="en-US"/>
        </a:p>
      </dgm:t>
    </dgm:pt>
    <dgm:pt modelId="{9656B100-F76E-410E-8CC9-9A44AB5106E9}" type="pres">
      <dgm:prSet presAssocID="{A446961C-2AD0-4CCF-B6CC-EFFA93526AF8}" presName="Name0" presStyleCnt="0">
        <dgm:presLayoutVars>
          <dgm:dir/>
          <dgm:animLvl val="lvl"/>
          <dgm:resizeHandles val="exact"/>
        </dgm:presLayoutVars>
      </dgm:prSet>
      <dgm:spPr/>
    </dgm:pt>
    <dgm:pt modelId="{78E4D8DB-19AB-41CF-A4A0-97291719008C}" type="pres">
      <dgm:prSet presAssocID="{C53013D4-E4CF-4357-844E-4F397E7AC5DC}" presName="boxAndChildren" presStyleCnt="0"/>
      <dgm:spPr/>
    </dgm:pt>
    <dgm:pt modelId="{D5149923-26A1-4E70-B37D-E568DDC0B34E}" type="pres">
      <dgm:prSet presAssocID="{C53013D4-E4CF-4357-844E-4F397E7AC5DC}" presName="parentTextBox" presStyleLbl="node1" presStyleIdx="0" presStyleCnt="2"/>
      <dgm:spPr/>
    </dgm:pt>
    <dgm:pt modelId="{67871B53-758B-4A7F-9A41-B7F57D45B670}" type="pres">
      <dgm:prSet presAssocID="{B395E316-B925-455A-B317-C22172C9BD83}" presName="sp" presStyleCnt="0"/>
      <dgm:spPr/>
    </dgm:pt>
    <dgm:pt modelId="{3FA48856-1F3C-4CC4-9B35-0EE2444470B5}" type="pres">
      <dgm:prSet presAssocID="{100D08C8-22ED-4050-8FCA-5CAE79DC18C5}" presName="arrowAndChildren" presStyleCnt="0"/>
      <dgm:spPr/>
    </dgm:pt>
    <dgm:pt modelId="{10BA5925-3CD5-4F0A-B75D-5A351439D50C}" type="pres">
      <dgm:prSet presAssocID="{100D08C8-22ED-4050-8FCA-5CAE79DC18C5}" presName="parentTextArrow" presStyleLbl="node1" presStyleIdx="1" presStyleCnt="2"/>
      <dgm:spPr/>
    </dgm:pt>
  </dgm:ptLst>
  <dgm:cxnLst>
    <dgm:cxn modelId="{9972DF54-A5D2-44AD-912C-07C8BC4747D3}" type="presOf" srcId="{C53013D4-E4CF-4357-844E-4F397E7AC5DC}" destId="{D5149923-26A1-4E70-B37D-E568DDC0B34E}" srcOrd="0" destOrd="0" presId="urn:microsoft.com/office/officeart/2005/8/layout/process4"/>
    <dgm:cxn modelId="{D440B5AF-776B-47EB-B66A-38D7F536559C}" type="presOf" srcId="{100D08C8-22ED-4050-8FCA-5CAE79DC18C5}" destId="{10BA5925-3CD5-4F0A-B75D-5A351439D50C}" srcOrd="0" destOrd="0" presId="urn:microsoft.com/office/officeart/2005/8/layout/process4"/>
    <dgm:cxn modelId="{7FAF83C5-B7DF-4C41-BE9B-09F84DE9F26B}" srcId="{A446961C-2AD0-4CCF-B6CC-EFFA93526AF8}" destId="{100D08C8-22ED-4050-8FCA-5CAE79DC18C5}" srcOrd="0" destOrd="0" parTransId="{DBCCC1A1-9FAE-4F0D-962F-DDB054377E4F}" sibTransId="{B395E316-B925-455A-B317-C22172C9BD83}"/>
    <dgm:cxn modelId="{A5BC5CC6-9FEE-40AE-8315-33A629D26C84}" srcId="{A446961C-2AD0-4CCF-B6CC-EFFA93526AF8}" destId="{C53013D4-E4CF-4357-844E-4F397E7AC5DC}" srcOrd="1" destOrd="0" parTransId="{EDED6267-BF16-4077-AC2F-E68797AD5B8B}" sibTransId="{5E7EDBE5-E8DF-4F9E-AC84-DC285842E39F}"/>
    <dgm:cxn modelId="{56F35FFE-FFC5-44CF-8537-C407335DD942}" type="presOf" srcId="{A446961C-2AD0-4CCF-B6CC-EFFA93526AF8}" destId="{9656B100-F76E-410E-8CC9-9A44AB5106E9}" srcOrd="0" destOrd="0" presId="urn:microsoft.com/office/officeart/2005/8/layout/process4"/>
    <dgm:cxn modelId="{8E244D57-62A7-4002-A66D-4453C64BF82A}" type="presParOf" srcId="{9656B100-F76E-410E-8CC9-9A44AB5106E9}" destId="{78E4D8DB-19AB-41CF-A4A0-97291719008C}" srcOrd="0" destOrd="0" presId="urn:microsoft.com/office/officeart/2005/8/layout/process4"/>
    <dgm:cxn modelId="{6920B3F4-7751-4E62-8A4D-EBA07ECFF7EA}" type="presParOf" srcId="{78E4D8DB-19AB-41CF-A4A0-97291719008C}" destId="{D5149923-26A1-4E70-B37D-E568DDC0B34E}" srcOrd="0" destOrd="0" presId="urn:microsoft.com/office/officeart/2005/8/layout/process4"/>
    <dgm:cxn modelId="{84CC8A0B-B02C-4B13-8123-AB298393DE77}" type="presParOf" srcId="{9656B100-F76E-410E-8CC9-9A44AB5106E9}" destId="{67871B53-758B-4A7F-9A41-B7F57D45B670}" srcOrd="1" destOrd="0" presId="urn:microsoft.com/office/officeart/2005/8/layout/process4"/>
    <dgm:cxn modelId="{09DFDFB1-2540-4D9C-B732-9A19C6A48FF9}" type="presParOf" srcId="{9656B100-F76E-410E-8CC9-9A44AB5106E9}" destId="{3FA48856-1F3C-4CC4-9B35-0EE2444470B5}" srcOrd="2" destOrd="0" presId="urn:microsoft.com/office/officeart/2005/8/layout/process4"/>
    <dgm:cxn modelId="{09236071-C33C-4A85-85F1-CEB212B77BE7}" type="presParOf" srcId="{3FA48856-1F3C-4CC4-9B35-0EE2444470B5}" destId="{10BA5925-3CD5-4F0A-B75D-5A351439D50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450A1D-CC3C-4802-BC43-20FF41B910A2}"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91B5F687-DEF9-4EBE-9437-90DA77E6F55B}">
      <dgm:prSet/>
      <dgm:spPr/>
      <dgm:t>
        <a:bodyPr/>
        <a:lstStyle/>
        <a:p>
          <a:r>
            <a:rPr lang="en-GB"/>
            <a:t>Tools or techniques that can support forward planning, ongoing assessment, and feedback include:</a:t>
          </a:r>
          <a:endParaRPr lang="en-US"/>
        </a:p>
      </dgm:t>
    </dgm:pt>
    <dgm:pt modelId="{F068CCD4-663E-46AE-80F1-9F10E71034EE}" type="parTrans" cxnId="{1F8E9D61-E7AF-45B5-964F-F152BC00DEDF}">
      <dgm:prSet/>
      <dgm:spPr/>
      <dgm:t>
        <a:bodyPr/>
        <a:lstStyle/>
        <a:p>
          <a:endParaRPr lang="en-US"/>
        </a:p>
      </dgm:t>
    </dgm:pt>
    <dgm:pt modelId="{783D142B-39D9-4E28-8947-86995137A5F6}" type="sibTrans" cxnId="{1F8E9D61-E7AF-45B5-964F-F152BC00DEDF}">
      <dgm:prSet/>
      <dgm:spPr/>
      <dgm:t>
        <a:bodyPr/>
        <a:lstStyle/>
        <a:p>
          <a:endParaRPr lang="en-US"/>
        </a:p>
      </dgm:t>
    </dgm:pt>
    <dgm:pt modelId="{82C112C8-8D6C-4372-910C-3BDA3C44E615}">
      <dgm:prSet/>
      <dgm:spPr/>
      <dgm:t>
        <a:bodyPr/>
        <a:lstStyle/>
        <a:p>
          <a:r>
            <a:rPr lang="en-GB"/>
            <a:t>Personalised learning plans</a:t>
          </a:r>
          <a:endParaRPr lang="en-US"/>
        </a:p>
      </dgm:t>
    </dgm:pt>
    <dgm:pt modelId="{0D33AB56-A5D4-4B80-9F22-ECE4D614F537}" type="parTrans" cxnId="{2822908F-31F2-4853-9F54-EE1F1CCDB175}">
      <dgm:prSet/>
      <dgm:spPr/>
      <dgm:t>
        <a:bodyPr/>
        <a:lstStyle/>
        <a:p>
          <a:endParaRPr lang="en-US"/>
        </a:p>
      </dgm:t>
    </dgm:pt>
    <dgm:pt modelId="{8406282C-E510-43F1-A2B5-11BD59690B32}" type="sibTrans" cxnId="{2822908F-31F2-4853-9F54-EE1F1CCDB175}">
      <dgm:prSet/>
      <dgm:spPr/>
      <dgm:t>
        <a:bodyPr/>
        <a:lstStyle/>
        <a:p>
          <a:endParaRPr lang="en-US"/>
        </a:p>
      </dgm:t>
    </dgm:pt>
    <dgm:pt modelId="{C3382BAE-2D44-4799-B2AD-8F4208AA9C37}">
      <dgm:prSet/>
      <dgm:spPr/>
      <dgm:t>
        <a:bodyPr/>
        <a:lstStyle/>
        <a:p>
          <a:r>
            <a:rPr lang="en-GB"/>
            <a:t>Checklists for assessment</a:t>
          </a:r>
          <a:endParaRPr lang="en-US"/>
        </a:p>
      </dgm:t>
    </dgm:pt>
    <dgm:pt modelId="{90CFB5C8-C05B-4FFA-B006-B341120BDD1F}" type="parTrans" cxnId="{4B628CA1-1AEE-4765-B549-3FF3CB6C5028}">
      <dgm:prSet/>
      <dgm:spPr/>
      <dgm:t>
        <a:bodyPr/>
        <a:lstStyle/>
        <a:p>
          <a:endParaRPr lang="en-US"/>
        </a:p>
      </dgm:t>
    </dgm:pt>
    <dgm:pt modelId="{04C9A42C-D0E8-4335-A408-51A137741B69}" type="sibTrans" cxnId="{4B628CA1-1AEE-4765-B549-3FF3CB6C5028}">
      <dgm:prSet/>
      <dgm:spPr/>
      <dgm:t>
        <a:bodyPr/>
        <a:lstStyle/>
        <a:p>
          <a:endParaRPr lang="en-US"/>
        </a:p>
      </dgm:t>
    </dgm:pt>
    <dgm:pt modelId="{E4101E18-3C71-4A56-9EAD-A2CD20C68E2E}">
      <dgm:prSet/>
      <dgm:spPr/>
      <dgm:t>
        <a:bodyPr/>
        <a:lstStyle/>
        <a:p>
          <a:r>
            <a:rPr lang="en-GB"/>
            <a:t>Technology tools for assessment and feedback (e.g. educational apps, online quizzes)</a:t>
          </a:r>
          <a:endParaRPr lang="en-US"/>
        </a:p>
      </dgm:t>
    </dgm:pt>
    <dgm:pt modelId="{87059F1D-CDB4-4E82-BC54-0B34582EA749}" type="parTrans" cxnId="{8712D9D2-F512-4C50-8653-A9B2C9C2776E}">
      <dgm:prSet/>
      <dgm:spPr/>
      <dgm:t>
        <a:bodyPr/>
        <a:lstStyle/>
        <a:p>
          <a:endParaRPr lang="en-US"/>
        </a:p>
      </dgm:t>
    </dgm:pt>
    <dgm:pt modelId="{BC4BF291-C560-4FDB-8341-46B1B2B5DC4A}" type="sibTrans" cxnId="{8712D9D2-F512-4C50-8653-A9B2C9C2776E}">
      <dgm:prSet/>
      <dgm:spPr/>
      <dgm:t>
        <a:bodyPr/>
        <a:lstStyle/>
        <a:p>
          <a:endParaRPr lang="en-US"/>
        </a:p>
      </dgm:t>
    </dgm:pt>
    <dgm:pt modelId="{FF0B7098-B85F-47BE-9F31-C7D44FB9717B}">
      <dgm:prSet/>
      <dgm:spPr/>
      <dgm:t>
        <a:bodyPr/>
        <a:lstStyle/>
        <a:p>
          <a:r>
            <a:rPr lang="en-GB"/>
            <a:t>Collaborative planning and assessment with other teachers and teacher support assistants</a:t>
          </a:r>
          <a:endParaRPr lang="en-US"/>
        </a:p>
      </dgm:t>
    </dgm:pt>
    <dgm:pt modelId="{5A814F24-EC4A-4790-9E28-A2CE82ADAD4D}" type="parTrans" cxnId="{D9CF162D-0EEC-47C2-A15D-F4A2896EFDB4}">
      <dgm:prSet/>
      <dgm:spPr/>
      <dgm:t>
        <a:bodyPr/>
        <a:lstStyle/>
        <a:p>
          <a:endParaRPr lang="en-US"/>
        </a:p>
      </dgm:t>
    </dgm:pt>
    <dgm:pt modelId="{E7611F46-DF8D-4BD3-8F9A-E630CB7C6608}" type="sibTrans" cxnId="{D9CF162D-0EEC-47C2-A15D-F4A2896EFDB4}">
      <dgm:prSet/>
      <dgm:spPr/>
      <dgm:t>
        <a:bodyPr/>
        <a:lstStyle/>
        <a:p>
          <a:endParaRPr lang="en-US"/>
        </a:p>
      </dgm:t>
    </dgm:pt>
    <dgm:pt modelId="{09F2A0DE-BA8F-4F5B-9FE5-3F99F2FAB397}" type="pres">
      <dgm:prSet presAssocID="{1D450A1D-CC3C-4802-BC43-20FF41B910A2}" presName="diagram" presStyleCnt="0">
        <dgm:presLayoutVars>
          <dgm:dir/>
          <dgm:resizeHandles val="exact"/>
        </dgm:presLayoutVars>
      </dgm:prSet>
      <dgm:spPr/>
    </dgm:pt>
    <dgm:pt modelId="{C3A3A885-8D83-49FF-8C6C-4FC24195352D}" type="pres">
      <dgm:prSet presAssocID="{91B5F687-DEF9-4EBE-9437-90DA77E6F55B}" presName="node" presStyleLbl="node1" presStyleIdx="0" presStyleCnt="5">
        <dgm:presLayoutVars>
          <dgm:bulletEnabled val="1"/>
        </dgm:presLayoutVars>
      </dgm:prSet>
      <dgm:spPr/>
    </dgm:pt>
    <dgm:pt modelId="{48754E7B-EA42-4A88-B4F3-310F01BFBE8A}" type="pres">
      <dgm:prSet presAssocID="{783D142B-39D9-4E28-8947-86995137A5F6}" presName="sibTrans" presStyleCnt="0"/>
      <dgm:spPr/>
    </dgm:pt>
    <dgm:pt modelId="{4A20906A-9BE2-428C-A9ED-A059747D1F45}" type="pres">
      <dgm:prSet presAssocID="{82C112C8-8D6C-4372-910C-3BDA3C44E615}" presName="node" presStyleLbl="node1" presStyleIdx="1" presStyleCnt="5">
        <dgm:presLayoutVars>
          <dgm:bulletEnabled val="1"/>
        </dgm:presLayoutVars>
      </dgm:prSet>
      <dgm:spPr/>
    </dgm:pt>
    <dgm:pt modelId="{37BEA123-EE6F-415E-B5C0-C2D13A9B00F4}" type="pres">
      <dgm:prSet presAssocID="{8406282C-E510-43F1-A2B5-11BD59690B32}" presName="sibTrans" presStyleCnt="0"/>
      <dgm:spPr/>
    </dgm:pt>
    <dgm:pt modelId="{120F19C9-ABB0-47E4-B45F-B62C8650CC1B}" type="pres">
      <dgm:prSet presAssocID="{C3382BAE-2D44-4799-B2AD-8F4208AA9C37}" presName="node" presStyleLbl="node1" presStyleIdx="2" presStyleCnt="5">
        <dgm:presLayoutVars>
          <dgm:bulletEnabled val="1"/>
        </dgm:presLayoutVars>
      </dgm:prSet>
      <dgm:spPr/>
    </dgm:pt>
    <dgm:pt modelId="{815EF153-1319-40DA-9A84-2B8AE6FC71D6}" type="pres">
      <dgm:prSet presAssocID="{04C9A42C-D0E8-4335-A408-51A137741B69}" presName="sibTrans" presStyleCnt="0"/>
      <dgm:spPr/>
    </dgm:pt>
    <dgm:pt modelId="{99CAA2E6-8768-4EF2-8F99-12046025B50F}" type="pres">
      <dgm:prSet presAssocID="{E4101E18-3C71-4A56-9EAD-A2CD20C68E2E}" presName="node" presStyleLbl="node1" presStyleIdx="3" presStyleCnt="5">
        <dgm:presLayoutVars>
          <dgm:bulletEnabled val="1"/>
        </dgm:presLayoutVars>
      </dgm:prSet>
      <dgm:spPr/>
    </dgm:pt>
    <dgm:pt modelId="{81AB0AAE-17B4-487E-A87F-F674702BB71C}" type="pres">
      <dgm:prSet presAssocID="{BC4BF291-C560-4FDB-8341-46B1B2B5DC4A}" presName="sibTrans" presStyleCnt="0"/>
      <dgm:spPr/>
    </dgm:pt>
    <dgm:pt modelId="{428B6D87-48C0-4783-BFAD-CB82CA142961}" type="pres">
      <dgm:prSet presAssocID="{FF0B7098-B85F-47BE-9F31-C7D44FB9717B}" presName="node" presStyleLbl="node1" presStyleIdx="4" presStyleCnt="5">
        <dgm:presLayoutVars>
          <dgm:bulletEnabled val="1"/>
        </dgm:presLayoutVars>
      </dgm:prSet>
      <dgm:spPr/>
    </dgm:pt>
  </dgm:ptLst>
  <dgm:cxnLst>
    <dgm:cxn modelId="{13365F17-8A74-43F2-8201-44FACA446797}" type="presOf" srcId="{1D450A1D-CC3C-4802-BC43-20FF41B910A2}" destId="{09F2A0DE-BA8F-4F5B-9FE5-3F99F2FAB397}" srcOrd="0" destOrd="0" presId="urn:microsoft.com/office/officeart/2005/8/layout/default"/>
    <dgm:cxn modelId="{F0E7BD2A-89A8-4B81-B52F-31F8B0943F3F}" type="presOf" srcId="{FF0B7098-B85F-47BE-9F31-C7D44FB9717B}" destId="{428B6D87-48C0-4783-BFAD-CB82CA142961}" srcOrd="0" destOrd="0" presId="urn:microsoft.com/office/officeart/2005/8/layout/default"/>
    <dgm:cxn modelId="{D9CF162D-0EEC-47C2-A15D-F4A2896EFDB4}" srcId="{1D450A1D-CC3C-4802-BC43-20FF41B910A2}" destId="{FF0B7098-B85F-47BE-9F31-C7D44FB9717B}" srcOrd="4" destOrd="0" parTransId="{5A814F24-EC4A-4790-9E28-A2CE82ADAD4D}" sibTransId="{E7611F46-DF8D-4BD3-8F9A-E630CB7C6608}"/>
    <dgm:cxn modelId="{1F8E9D61-E7AF-45B5-964F-F152BC00DEDF}" srcId="{1D450A1D-CC3C-4802-BC43-20FF41B910A2}" destId="{91B5F687-DEF9-4EBE-9437-90DA77E6F55B}" srcOrd="0" destOrd="0" parTransId="{F068CCD4-663E-46AE-80F1-9F10E71034EE}" sibTransId="{783D142B-39D9-4E28-8947-86995137A5F6}"/>
    <dgm:cxn modelId="{0EE9D682-BF99-4CA3-BBC0-91A6623327F6}" type="presOf" srcId="{E4101E18-3C71-4A56-9EAD-A2CD20C68E2E}" destId="{99CAA2E6-8768-4EF2-8F99-12046025B50F}" srcOrd="0" destOrd="0" presId="urn:microsoft.com/office/officeart/2005/8/layout/default"/>
    <dgm:cxn modelId="{2822908F-31F2-4853-9F54-EE1F1CCDB175}" srcId="{1D450A1D-CC3C-4802-BC43-20FF41B910A2}" destId="{82C112C8-8D6C-4372-910C-3BDA3C44E615}" srcOrd="1" destOrd="0" parTransId="{0D33AB56-A5D4-4B80-9F22-ECE4D614F537}" sibTransId="{8406282C-E510-43F1-A2B5-11BD59690B32}"/>
    <dgm:cxn modelId="{4B628CA1-1AEE-4765-B549-3FF3CB6C5028}" srcId="{1D450A1D-CC3C-4802-BC43-20FF41B910A2}" destId="{C3382BAE-2D44-4799-B2AD-8F4208AA9C37}" srcOrd="2" destOrd="0" parTransId="{90CFB5C8-C05B-4FFA-B006-B341120BDD1F}" sibTransId="{04C9A42C-D0E8-4335-A408-51A137741B69}"/>
    <dgm:cxn modelId="{3107C0B2-D1E9-47BA-A242-FC56A7C92789}" type="presOf" srcId="{82C112C8-8D6C-4372-910C-3BDA3C44E615}" destId="{4A20906A-9BE2-428C-A9ED-A059747D1F45}" srcOrd="0" destOrd="0" presId="urn:microsoft.com/office/officeart/2005/8/layout/default"/>
    <dgm:cxn modelId="{8712D9D2-F512-4C50-8653-A9B2C9C2776E}" srcId="{1D450A1D-CC3C-4802-BC43-20FF41B910A2}" destId="{E4101E18-3C71-4A56-9EAD-A2CD20C68E2E}" srcOrd="3" destOrd="0" parTransId="{87059F1D-CDB4-4E82-BC54-0B34582EA749}" sibTransId="{BC4BF291-C560-4FDB-8341-46B1B2B5DC4A}"/>
    <dgm:cxn modelId="{B743CCD5-BB3E-4C49-859A-4F2A3282158B}" type="presOf" srcId="{C3382BAE-2D44-4799-B2AD-8F4208AA9C37}" destId="{120F19C9-ABB0-47E4-B45F-B62C8650CC1B}" srcOrd="0" destOrd="0" presId="urn:microsoft.com/office/officeart/2005/8/layout/default"/>
    <dgm:cxn modelId="{DE6DC8EA-701E-4BC2-8016-FCBE160FD943}" type="presOf" srcId="{91B5F687-DEF9-4EBE-9437-90DA77E6F55B}" destId="{C3A3A885-8D83-49FF-8C6C-4FC24195352D}" srcOrd="0" destOrd="0" presId="urn:microsoft.com/office/officeart/2005/8/layout/default"/>
    <dgm:cxn modelId="{7A2D1EF7-D9CF-41ED-ABF7-C47A7D852E29}" type="presParOf" srcId="{09F2A0DE-BA8F-4F5B-9FE5-3F99F2FAB397}" destId="{C3A3A885-8D83-49FF-8C6C-4FC24195352D}" srcOrd="0" destOrd="0" presId="urn:microsoft.com/office/officeart/2005/8/layout/default"/>
    <dgm:cxn modelId="{33C9D9F2-618B-4F85-896F-FAAF914838E9}" type="presParOf" srcId="{09F2A0DE-BA8F-4F5B-9FE5-3F99F2FAB397}" destId="{48754E7B-EA42-4A88-B4F3-310F01BFBE8A}" srcOrd="1" destOrd="0" presId="urn:microsoft.com/office/officeart/2005/8/layout/default"/>
    <dgm:cxn modelId="{EA271408-D74A-4F42-AA3C-E8864C67CF91}" type="presParOf" srcId="{09F2A0DE-BA8F-4F5B-9FE5-3F99F2FAB397}" destId="{4A20906A-9BE2-428C-A9ED-A059747D1F45}" srcOrd="2" destOrd="0" presId="urn:microsoft.com/office/officeart/2005/8/layout/default"/>
    <dgm:cxn modelId="{E7C4C727-BC37-4131-BABD-8DD409FE1F98}" type="presParOf" srcId="{09F2A0DE-BA8F-4F5B-9FE5-3F99F2FAB397}" destId="{37BEA123-EE6F-415E-B5C0-C2D13A9B00F4}" srcOrd="3" destOrd="0" presId="urn:microsoft.com/office/officeart/2005/8/layout/default"/>
    <dgm:cxn modelId="{682E4BC0-AA1E-47EF-9C24-B47FD276D3B1}" type="presParOf" srcId="{09F2A0DE-BA8F-4F5B-9FE5-3F99F2FAB397}" destId="{120F19C9-ABB0-47E4-B45F-B62C8650CC1B}" srcOrd="4" destOrd="0" presId="urn:microsoft.com/office/officeart/2005/8/layout/default"/>
    <dgm:cxn modelId="{D7CDC037-AACD-40B0-8C14-802E19FADE70}" type="presParOf" srcId="{09F2A0DE-BA8F-4F5B-9FE5-3F99F2FAB397}" destId="{815EF153-1319-40DA-9A84-2B8AE6FC71D6}" srcOrd="5" destOrd="0" presId="urn:microsoft.com/office/officeart/2005/8/layout/default"/>
    <dgm:cxn modelId="{A9A7406C-9704-456A-9227-02E8B983F3D8}" type="presParOf" srcId="{09F2A0DE-BA8F-4F5B-9FE5-3F99F2FAB397}" destId="{99CAA2E6-8768-4EF2-8F99-12046025B50F}" srcOrd="6" destOrd="0" presId="urn:microsoft.com/office/officeart/2005/8/layout/default"/>
    <dgm:cxn modelId="{93CBD8F9-E830-4D3F-8E58-C508A482E1DE}" type="presParOf" srcId="{09F2A0DE-BA8F-4F5B-9FE5-3F99F2FAB397}" destId="{81AB0AAE-17B4-487E-A87F-F674702BB71C}" srcOrd="7" destOrd="0" presId="urn:microsoft.com/office/officeart/2005/8/layout/default"/>
    <dgm:cxn modelId="{00F32A0A-0F14-4C81-BE90-FF8472980BE7}" type="presParOf" srcId="{09F2A0DE-BA8F-4F5B-9FE5-3F99F2FAB397}" destId="{428B6D87-48C0-4783-BFAD-CB82CA142961}"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6851F30-3DF3-44F5-B0A3-ECB5FBF62D0B}" type="doc">
      <dgm:prSet loTypeId="urn:microsoft.com/office/officeart/2005/8/layout/process4" loCatId="process" qsTypeId="urn:microsoft.com/office/officeart/2005/8/quickstyle/simple5" qsCatId="simple" csTypeId="urn:microsoft.com/office/officeart/2005/8/colors/accent2_2" csCatId="accent2"/>
      <dgm:spPr/>
      <dgm:t>
        <a:bodyPr/>
        <a:lstStyle/>
        <a:p>
          <a:endParaRPr lang="en-US"/>
        </a:p>
      </dgm:t>
    </dgm:pt>
    <dgm:pt modelId="{8B8E4450-C3BE-425D-8D18-383A0719844E}">
      <dgm:prSet/>
      <dgm:spPr/>
      <dgm:t>
        <a:bodyPr/>
        <a:lstStyle/>
        <a:p>
          <a:r>
            <a:rPr lang="en-GB" dirty="0"/>
            <a:t>Throughout the training, we have covered the definition and importance of curriculum adaptation, high-quality teaching strategies, practical examples of successful adaptations, forward planning, ongoing assessment and feedback, and establishing a learning community</a:t>
          </a:r>
          <a:endParaRPr lang="en-US" dirty="0"/>
        </a:p>
      </dgm:t>
    </dgm:pt>
    <dgm:pt modelId="{99148BF4-723A-4D83-9319-4FEC8BE77D8D}" type="parTrans" cxnId="{950FE670-4D14-4510-9EB7-22E397D4C0DD}">
      <dgm:prSet/>
      <dgm:spPr/>
      <dgm:t>
        <a:bodyPr/>
        <a:lstStyle/>
        <a:p>
          <a:endParaRPr lang="en-US"/>
        </a:p>
      </dgm:t>
    </dgm:pt>
    <dgm:pt modelId="{D8C6CB40-6963-452D-AF6C-270FAAEDAF8B}" type="sibTrans" cxnId="{950FE670-4D14-4510-9EB7-22E397D4C0DD}">
      <dgm:prSet/>
      <dgm:spPr/>
      <dgm:t>
        <a:bodyPr/>
        <a:lstStyle/>
        <a:p>
          <a:endParaRPr lang="en-US"/>
        </a:p>
      </dgm:t>
    </dgm:pt>
    <dgm:pt modelId="{32F86B07-2555-4C6D-83F0-DE573FBFA979}">
      <dgm:prSet/>
      <dgm:spPr/>
      <dgm:t>
        <a:bodyPr/>
        <a:lstStyle/>
        <a:p>
          <a:r>
            <a:rPr lang="en-GB"/>
            <a:t>We have provided strategies, examples, and resources to support effective curriculum adaptation for SEND pupils</a:t>
          </a:r>
          <a:endParaRPr lang="en-US"/>
        </a:p>
      </dgm:t>
    </dgm:pt>
    <dgm:pt modelId="{675FF9DA-D1E2-41DA-B182-8732D90B81B5}" type="parTrans" cxnId="{F8405FDD-AC51-4338-92DA-3973BAA4C5CB}">
      <dgm:prSet/>
      <dgm:spPr/>
      <dgm:t>
        <a:bodyPr/>
        <a:lstStyle/>
        <a:p>
          <a:endParaRPr lang="en-US"/>
        </a:p>
      </dgm:t>
    </dgm:pt>
    <dgm:pt modelId="{53C00DAB-BFCB-4B06-BF59-5B4E14038D08}" type="sibTrans" cxnId="{F8405FDD-AC51-4338-92DA-3973BAA4C5CB}">
      <dgm:prSet/>
      <dgm:spPr/>
      <dgm:t>
        <a:bodyPr/>
        <a:lstStyle/>
        <a:p>
          <a:endParaRPr lang="en-US"/>
        </a:p>
      </dgm:t>
    </dgm:pt>
    <dgm:pt modelId="{0DA7616F-1CD5-47D3-9242-78AC11E8AA27}" type="pres">
      <dgm:prSet presAssocID="{06851F30-3DF3-44F5-B0A3-ECB5FBF62D0B}" presName="Name0" presStyleCnt="0">
        <dgm:presLayoutVars>
          <dgm:dir/>
          <dgm:animLvl val="lvl"/>
          <dgm:resizeHandles val="exact"/>
        </dgm:presLayoutVars>
      </dgm:prSet>
      <dgm:spPr/>
    </dgm:pt>
    <dgm:pt modelId="{A7042AB6-B0BF-41D8-986A-52A1CF46DDD5}" type="pres">
      <dgm:prSet presAssocID="{32F86B07-2555-4C6D-83F0-DE573FBFA979}" presName="boxAndChildren" presStyleCnt="0"/>
      <dgm:spPr/>
    </dgm:pt>
    <dgm:pt modelId="{10387C83-A142-4BE2-883A-D02EB1471D5B}" type="pres">
      <dgm:prSet presAssocID="{32F86B07-2555-4C6D-83F0-DE573FBFA979}" presName="parentTextBox" presStyleLbl="node1" presStyleIdx="0" presStyleCnt="2"/>
      <dgm:spPr/>
    </dgm:pt>
    <dgm:pt modelId="{D6DECDD5-96B2-499E-9794-B3EFA79B7A3C}" type="pres">
      <dgm:prSet presAssocID="{D8C6CB40-6963-452D-AF6C-270FAAEDAF8B}" presName="sp" presStyleCnt="0"/>
      <dgm:spPr/>
    </dgm:pt>
    <dgm:pt modelId="{F8EA4732-4B05-4C06-B178-66F1F0572E6A}" type="pres">
      <dgm:prSet presAssocID="{8B8E4450-C3BE-425D-8D18-383A0719844E}" presName="arrowAndChildren" presStyleCnt="0"/>
      <dgm:spPr/>
    </dgm:pt>
    <dgm:pt modelId="{97731D39-8E4A-496D-A946-C15120DD6483}" type="pres">
      <dgm:prSet presAssocID="{8B8E4450-C3BE-425D-8D18-383A0719844E}" presName="parentTextArrow" presStyleLbl="node1" presStyleIdx="1" presStyleCnt="2"/>
      <dgm:spPr/>
    </dgm:pt>
  </dgm:ptLst>
  <dgm:cxnLst>
    <dgm:cxn modelId="{950FE670-4D14-4510-9EB7-22E397D4C0DD}" srcId="{06851F30-3DF3-44F5-B0A3-ECB5FBF62D0B}" destId="{8B8E4450-C3BE-425D-8D18-383A0719844E}" srcOrd="0" destOrd="0" parTransId="{99148BF4-723A-4D83-9319-4FEC8BE77D8D}" sibTransId="{D8C6CB40-6963-452D-AF6C-270FAAEDAF8B}"/>
    <dgm:cxn modelId="{70DEBE52-04C0-4C3E-AAEB-22D7BBC0A66E}" type="presOf" srcId="{06851F30-3DF3-44F5-B0A3-ECB5FBF62D0B}" destId="{0DA7616F-1CD5-47D3-9242-78AC11E8AA27}" srcOrd="0" destOrd="0" presId="urn:microsoft.com/office/officeart/2005/8/layout/process4"/>
    <dgm:cxn modelId="{BD17829E-A3F3-4413-BAC7-8686CB1E7A99}" type="presOf" srcId="{32F86B07-2555-4C6D-83F0-DE573FBFA979}" destId="{10387C83-A142-4BE2-883A-D02EB1471D5B}" srcOrd="0" destOrd="0" presId="urn:microsoft.com/office/officeart/2005/8/layout/process4"/>
    <dgm:cxn modelId="{CCAED7B3-65FB-4BED-82BE-E80AB033250F}" type="presOf" srcId="{8B8E4450-C3BE-425D-8D18-383A0719844E}" destId="{97731D39-8E4A-496D-A946-C15120DD6483}" srcOrd="0" destOrd="0" presId="urn:microsoft.com/office/officeart/2005/8/layout/process4"/>
    <dgm:cxn modelId="{F8405FDD-AC51-4338-92DA-3973BAA4C5CB}" srcId="{06851F30-3DF3-44F5-B0A3-ECB5FBF62D0B}" destId="{32F86B07-2555-4C6D-83F0-DE573FBFA979}" srcOrd="1" destOrd="0" parTransId="{675FF9DA-D1E2-41DA-B182-8732D90B81B5}" sibTransId="{53C00DAB-BFCB-4B06-BF59-5B4E14038D08}"/>
    <dgm:cxn modelId="{C133FED3-3F4F-41F5-BF7D-A43477C2C8B8}" type="presParOf" srcId="{0DA7616F-1CD5-47D3-9242-78AC11E8AA27}" destId="{A7042AB6-B0BF-41D8-986A-52A1CF46DDD5}" srcOrd="0" destOrd="0" presId="urn:microsoft.com/office/officeart/2005/8/layout/process4"/>
    <dgm:cxn modelId="{EFF58121-3515-46DA-88FE-7ACE9B6DA00E}" type="presParOf" srcId="{A7042AB6-B0BF-41D8-986A-52A1CF46DDD5}" destId="{10387C83-A142-4BE2-883A-D02EB1471D5B}" srcOrd="0" destOrd="0" presId="urn:microsoft.com/office/officeart/2005/8/layout/process4"/>
    <dgm:cxn modelId="{8062CC6A-78E8-4A3B-B89B-6B373CC1D069}" type="presParOf" srcId="{0DA7616F-1CD5-47D3-9242-78AC11E8AA27}" destId="{D6DECDD5-96B2-499E-9794-B3EFA79B7A3C}" srcOrd="1" destOrd="0" presId="urn:microsoft.com/office/officeart/2005/8/layout/process4"/>
    <dgm:cxn modelId="{94E7B2DE-5B7F-4353-8833-9403D4405379}" type="presParOf" srcId="{0DA7616F-1CD5-47D3-9242-78AC11E8AA27}" destId="{F8EA4732-4B05-4C06-B178-66F1F0572E6A}" srcOrd="2" destOrd="0" presId="urn:microsoft.com/office/officeart/2005/8/layout/process4"/>
    <dgm:cxn modelId="{931B8D92-50E7-4E18-A8F5-B57B6BF9C47B}" type="presParOf" srcId="{F8EA4732-4B05-4C06-B178-66F1F0572E6A}" destId="{97731D39-8E4A-496D-A946-C15120DD6483}"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30BD605-4722-440C-8C7C-22CCB5ECDC6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E5D5D3C-942D-448A-BA1B-2E2A351122FF}">
      <dgm:prSet/>
      <dgm:spPr/>
      <dgm:t>
        <a:bodyPr/>
        <a:lstStyle/>
        <a:p>
          <a:r>
            <a:rPr lang="en-GB" dirty="0"/>
            <a:t>Teachers and teacher support assistants are encouraged to put the training into practice and to use the strategies and resources provided to support effective curriculum adaptation</a:t>
          </a:r>
          <a:endParaRPr lang="en-US" dirty="0"/>
        </a:p>
      </dgm:t>
    </dgm:pt>
    <dgm:pt modelId="{3A614B16-D6E8-4A71-A94E-978F5826D4E2}" type="parTrans" cxnId="{5B3B4F48-9FA1-4971-A31F-FF4C55E0F441}">
      <dgm:prSet/>
      <dgm:spPr/>
      <dgm:t>
        <a:bodyPr/>
        <a:lstStyle/>
        <a:p>
          <a:endParaRPr lang="en-US"/>
        </a:p>
      </dgm:t>
    </dgm:pt>
    <dgm:pt modelId="{D297711A-E2E8-4E9F-906F-69F0147AE984}" type="sibTrans" cxnId="{5B3B4F48-9FA1-4971-A31F-FF4C55E0F441}">
      <dgm:prSet/>
      <dgm:spPr/>
      <dgm:t>
        <a:bodyPr/>
        <a:lstStyle/>
        <a:p>
          <a:endParaRPr lang="en-US"/>
        </a:p>
      </dgm:t>
    </dgm:pt>
    <dgm:pt modelId="{77DDB069-F983-4B38-BE20-DC82CD9BE192}">
      <dgm:prSet/>
      <dgm:spPr/>
      <dgm:t>
        <a:bodyPr/>
        <a:lstStyle/>
        <a:p>
          <a:r>
            <a:rPr lang="en-GB"/>
            <a:t>It is through practice and feedback that we can continue to improve and build on our skills and knowledge</a:t>
          </a:r>
          <a:endParaRPr lang="en-US"/>
        </a:p>
      </dgm:t>
    </dgm:pt>
    <dgm:pt modelId="{29D2A677-9D84-48C8-8188-16D499433E74}" type="parTrans" cxnId="{862F4604-B0A8-456E-A625-5817451700AD}">
      <dgm:prSet/>
      <dgm:spPr/>
      <dgm:t>
        <a:bodyPr/>
        <a:lstStyle/>
        <a:p>
          <a:endParaRPr lang="en-US"/>
        </a:p>
      </dgm:t>
    </dgm:pt>
    <dgm:pt modelId="{52BEEF28-E780-43B2-90A1-F567C64A9067}" type="sibTrans" cxnId="{862F4604-B0A8-456E-A625-5817451700AD}">
      <dgm:prSet/>
      <dgm:spPr/>
      <dgm:t>
        <a:bodyPr/>
        <a:lstStyle/>
        <a:p>
          <a:endParaRPr lang="en-US"/>
        </a:p>
      </dgm:t>
    </dgm:pt>
    <dgm:pt modelId="{D946CBE2-03FC-4721-B659-2C82603B541E}" type="pres">
      <dgm:prSet presAssocID="{030BD605-4722-440C-8C7C-22CCB5ECDC64}" presName="root" presStyleCnt="0">
        <dgm:presLayoutVars>
          <dgm:dir/>
          <dgm:resizeHandles val="exact"/>
        </dgm:presLayoutVars>
      </dgm:prSet>
      <dgm:spPr/>
    </dgm:pt>
    <dgm:pt modelId="{909903B6-2C67-403A-9520-59DF4665C6FA}" type="pres">
      <dgm:prSet presAssocID="{9E5D5D3C-942D-448A-BA1B-2E2A351122FF}" presName="compNode" presStyleCnt="0"/>
      <dgm:spPr/>
    </dgm:pt>
    <dgm:pt modelId="{6D29BA42-E2C5-4E93-B93C-C8A0DC71878F}" type="pres">
      <dgm:prSet presAssocID="{9E5D5D3C-942D-448A-BA1B-2E2A351122FF}" presName="bgRect" presStyleLbl="bgShp" presStyleIdx="0" presStyleCnt="2"/>
      <dgm:spPr/>
    </dgm:pt>
    <dgm:pt modelId="{2036EB05-F5CC-4DE8-A560-978C5B6BBA4A}" type="pres">
      <dgm:prSet presAssocID="{9E5D5D3C-942D-448A-BA1B-2E2A351122F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85218855-62AD-4418-9DB0-873780A7F899}" type="pres">
      <dgm:prSet presAssocID="{9E5D5D3C-942D-448A-BA1B-2E2A351122FF}" presName="spaceRect" presStyleCnt="0"/>
      <dgm:spPr/>
    </dgm:pt>
    <dgm:pt modelId="{C15EA131-0E09-4C91-B13E-EC0E7CE88EB6}" type="pres">
      <dgm:prSet presAssocID="{9E5D5D3C-942D-448A-BA1B-2E2A351122FF}" presName="parTx" presStyleLbl="revTx" presStyleIdx="0" presStyleCnt="2">
        <dgm:presLayoutVars>
          <dgm:chMax val="0"/>
          <dgm:chPref val="0"/>
        </dgm:presLayoutVars>
      </dgm:prSet>
      <dgm:spPr/>
    </dgm:pt>
    <dgm:pt modelId="{E712FCA0-D3CB-452C-833D-FF6D662578EA}" type="pres">
      <dgm:prSet presAssocID="{D297711A-E2E8-4E9F-906F-69F0147AE984}" presName="sibTrans" presStyleCnt="0"/>
      <dgm:spPr/>
    </dgm:pt>
    <dgm:pt modelId="{9316FD0F-6AE5-4918-9BD7-B0D9A7070C2A}" type="pres">
      <dgm:prSet presAssocID="{77DDB069-F983-4B38-BE20-DC82CD9BE192}" presName="compNode" presStyleCnt="0"/>
      <dgm:spPr/>
    </dgm:pt>
    <dgm:pt modelId="{F24BCFE3-6384-4812-AB4E-66E99381B354}" type="pres">
      <dgm:prSet presAssocID="{77DDB069-F983-4B38-BE20-DC82CD9BE192}" presName="bgRect" presStyleLbl="bgShp" presStyleIdx="1" presStyleCnt="2"/>
      <dgm:spPr/>
    </dgm:pt>
    <dgm:pt modelId="{AE756D12-9E91-4B00-B160-26F9D021CFA2}" type="pres">
      <dgm:prSet presAssocID="{77DDB069-F983-4B38-BE20-DC82CD9BE19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 Bulb and Gear"/>
        </a:ext>
      </dgm:extLst>
    </dgm:pt>
    <dgm:pt modelId="{F8290A42-99B7-4B51-BBA0-CBEF4C0B88AA}" type="pres">
      <dgm:prSet presAssocID="{77DDB069-F983-4B38-BE20-DC82CD9BE192}" presName="spaceRect" presStyleCnt="0"/>
      <dgm:spPr/>
    </dgm:pt>
    <dgm:pt modelId="{354050ED-F1BF-4E9C-90BB-76727F8B7985}" type="pres">
      <dgm:prSet presAssocID="{77DDB069-F983-4B38-BE20-DC82CD9BE192}" presName="parTx" presStyleLbl="revTx" presStyleIdx="1" presStyleCnt="2">
        <dgm:presLayoutVars>
          <dgm:chMax val="0"/>
          <dgm:chPref val="0"/>
        </dgm:presLayoutVars>
      </dgm:prSet>
      <dgm:spPr/>
    </dgm:pt>
  </dgm:ptLst>
  <dgm:cxnLst>
    <dgm:cxn modelId="{862F4604-B0A8-456E-A625-5817451700AD}" srcId="{030BD605-4722-440C-8C7C-22CCB5ECDC64}" destId="{77DDB069-F983-4B38-BE20-DC82CD9BE192}" srcOrd="1" destOrd="0" parTransId="{29D2A677-9D84-48C8-8188-16D499433E74}" sibTransId="{52BEEF28-E780-43B2-90A1-F567C64A9067}"/>
    <dgm:cxn modelId="{9C5F160A-B381-4F1A-BF17-166A13CC3D59}" type="presOf" srcId="{9E5D5D3C-942D-448A-BA1B-2E2A351122FF}" destId="{C15EA131-0E09-4C91-B13E-EC0E7CE88EB6}" srcOrd="0" destOrd="0" presId="urn:microsoft.com/office/officeart/2018/2/layout/IconVerticalSolidList"/>
    <dgm:cxn modelId="{5B3B4F48-9FA1-4971-A31F-FF4C55E0F441}" srcId="{030BD605-4722-440C-8C7C-22CCB5ECDC64}" destId="{9E5D5D3C-942D-448A-BA1B-2E2A351122FF}" srcOrd="0" destOrd="0" parTransId="{3A614B16-D6E8-4A71-A94E-978F5826D4E2}" sibTransId="{D297711A-E2E8-4E9F-906F-69F0147AE984}"/>
    <dgm:cxn modelId="{A0B04E8D-EBAB-4A15-98BB-67A5D97BC370}" type="presOf" srcId="{77DDB069-F983-4B38-BE20-DC82CD9BE192}" destId="{354050ED-F1BF-4E9C-90BB-76727F8B7985}" srcOrd="0" destOrd="0" presId="urn:microsoft.com/office/officeart/2018/2/layout/IconVerticalSolidList"/>
    <dgm:cxn modelId="{FF575FC3-79B5-49F2-A1FE-4C54AA18F749}" type="presOf" srcId="{030BD605-4722-440C-8C7C-22CCB5ECDC64}" destId="{D946CBE2-03FC-4721-B659-2C82603B541E}" srcOrd="0" destOrd="0" presId="urn:microsoft.com/office/officeart/2018/2/layout/IconVerticalSolidList"/>
    <dgm:cxn modelId="{50056B50-0395-4D28-B656-D56AFB465AE9}" type="presParOf" srcId="{D946CBE2-03FC-4721-B659-2C82603B541E}" destId="{909903B6-2C67-403A-9520-59DF4665C6FA}" srcOrd="0" destOrd="0" presId="urn:microsoft.com/office/officeart/2018/2/layout/IconVerticalSolidList"/>
    <dgm:cxn modelId="{0703AA62-85E4-4B01-B485-35889E886D8F}" type="presParOf" srcId="{909903B6-2C67-403A-9520-59DF4665C6FA}" destId="{6D29BA42-E2C5-4E93-B93C-C8A0DC71878F}" srcOrd="0" destOrd="0" presId="urn:microsoft.com/office/officeart/2018/2/layout/IconVerticalSolidList"/>
    <dgm:cxn modelId="{2B29E97B-686C-4ECC-A913-CF347B55A1D1}" type="presParOf" srcId="{909903B6-2C67-403A-9520-59DF4665C6FA}" destId="{2036EB05-F5CC-4DE8-A560-978C5B6BBA4A}" srcOrd="1" destOrd="0" presId="urn:microsoft.com/office/officeart/2018/2/layout/IconVerticalSolidList"/>
    <dgm:cxn modelId="{F8B2C268-28CA-4FC0-8E86-1B86903459E3}" type="presParOf" srcId="{909903B6-2C67-403A-9520-59DF4665C6FA}" destId="{85218855-62AD-4418-9DB0-873780A7F899}" srcOrd="2" destOrd="0" presId="urn:microsoft.com/office/officeart/2018/2/layout/IconVerticalSolidList"/>
    <dgm:cxn modelId="{B6385CF9-899C-4BD5-B13C-068380DBEDFE}" type="presParOf" srcId="{909903B6-2C67-403A-9520-59DF4665C6FA}" destId="{C15EA131-0E09-4C91-B13E-EC0E7CE88EB6}" srcOrd="3" destOrd="0" presId="urn:microsoft.com/office/officeart/2018/2/layout/IconVerticalSolidList"/>
    <dgm:cxn modelId="{259297D1-6127-46E6-8937-FA88AD7E074A}" type="presParOf" srcId="{D946CBE2-03FC-4721-B659-2C82603B541E}" destId="{E712FCA0-D3CB-452C-833D-FF6D662578EA}" srcOrd="1" destOrd="0" presId="urn:microsoft.com/office/officeart/2018/2/layout/IconVerticalSolidList"/>
    <dgm:cxn modelId="{C8DD2884-9897-462A-9816-625CFF24E287}" type="presParOf" srcId="{D946CBE2-03FC-4721-B659-2C82603B541E}" destId="{9316FD0F-6AE5-4918-9BD7-B0D9A7070C2A}" srcOrd="2" destOrd="0" presId="urn:microsoft.com/office/officeart/2018/2/layout/IconVerticalSolidList"/>
    <dgm:cxn modelId="{90A4DB02-8F19-4FF0-A654-F3DF857E8D3E}" type="presParOf" srcId="{9316FD0F-6AE5-4918-9BD7-B0D9A7070C2A}" destId="{F24BCFE3-6384-4812-AB4E-66E99381B354}" srcOrd="0" destOrd="0" presId="urn:microsoft.com/office/officeart/2018/2/layout/IconVerticalSolidList"/>
    <dgm:cxn modelId="{3EDC5BFB-F32B-4182-9CB1-5F04CF3E66FD}" type="presParOf" srcId="{9316FD0F-6AE5-4918-9BD7-B0D9A7070C2A}" destId="{AE756D12-9E91-4B00-B160-26F9D021CFA2}" srcOrd="1" destOrd="0" presId="urn:microsoft.com/office/officeart/2018/2/layout/IconVerticalSolidList"/>
    <dgm:cxn modelId="{84557F67-71EE-42BF-8F15-FF6B607B7BFE}" type="presParOf" srcId="{9316FD0F-6AE5-4918-9BD7-B0D9A7070C2A}" destId="{F8290A42-99B7-4B51-BBA0-CBEF4C0B88AA}" srcOrd="2" destOrd="0" presId="urn:microsoft.com/office/officeart/2018/2/layout/IconVerticalSolidList"/>
    <dgm:cxn modelId="{6FBC32DC-69F7-4096-AF29-63BC97257A64}" type="presParOf" srcId="{9316FD0F-6AE5-4918-9BD7-B0D9A7070C2A}" destId="{354050ED-F1BF-4E9C-90BB-76727F8B798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0059C5A-6257-47DC-A0F0-1D95984DB86A}"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9066E3C2-8C02-442D-A29F-7F58A3F2A3ED}">
      <dgm:prSet/>
      <dgm:spPr/>
      <dgm:t>
        <a:bodyPr/>
        <a:lstStyle/>
        <a:p>
          <a:r>
            <a:rPr lang="en-GB" dirty="0"/>
            <a:t>Thank you for attending this training and for your commitment to providing effective curriculum adaptation for SEND pupils.</a:t>
          </a:r>
          <a:endParaRPr lang="en-US" dirty="0"/>
        </a:p>
      </dgm:t>
    </dgm:pt>
    <dgm:pt modelId="{E208F88C-9F74-4C47-B4D0-2EFE1D4785BF}" type="parTrans" cxnId="{0E8A104D-4209-4ED0-80B5-8CEDA6769058}">
      <dgm:prSet/>
      <dgm:spPr/>
      <dgm:t>
        <a:bodyPr/>
        <a:lstStyle/>
        <a:p>
          <a:endParaRPr lang="en-US"/>
        </a:p>
      </dgm:t>
    </dgm:pt>
    <dgm:pt modelId="{6F463709-3621-40B9-A8A2-943086E16E70}" type="sibTrans" cxnId="{0E8A104D-4209-4ED0-80B5-8CEDA6769058}">
      <dgm:prSet/>
      <dgm:spPr/>
      <dgm:t>
        <a:bodyPr/>
        <a:lstStyle/>
        <a:p>
          <a:endParaRPr lang="en-US"/>
        </a:p>
      </dgm:t>
    </dgm:pt>
    <dgm:pt modelId="{FC498D99-52D8-42FA-8B65-6860C771198B}">
      <dgm:prSet/>
      <dgm:spPr/>
      <dgm:t>
        <a:bodyPr/>
        <a:lstStyle/>
        <a:p>
          <a:r>
            <a:rPr lang="en-GB"/>
            <a:t>I appreciate your dedication to improving the learning and development outcomes of all pupils.</a:t>
          </a:r>
          <a:endParaRPr lang="en-US"/>
        </a:p>
      </dgm:t>
    </dgm:pt>
    <dgm:pt modelId="{1114E9AA-D8E1-456F-8016-C016E3E8215C}" type="parTrans" cxnId="{FF8348AB-7E6C-4E1C-A4B5-821A783272C6}">
      <dgm:prSet/>
      <dgm:spPr/>
      <dgm:t>
        <a:bodyPr/>
        <a:lstStyle/>
        <a:p>
          <a:endParaRPr lang="en-US"/>
        </a:p>
      </dgm:t>
    </dgm:pt>
    <dgm:pt modelId="{C2F48664-662B-4185-9B29-E09BB556A13B}" type="sibTrans" cxnId="{FF8348AB-7E6C-4E1C-A4B5-821A783272C6}">
      <dgm:prSet/>
      <dgm:spPr/>
      <dgm:t>
        <a:bodyPr/>
        <a:lstStyle/>
        <a:p>
          <a:endParaRPr lang="en-US"/>
        </a:p>
      </dgm:t>
    </dgm:pt>
    <dgm:pt modelId="{BEAE8D8F-788A-4596-87B9-9FFB3C6FF172}">
      <dgm:prSet/>
      <dgm:spPr/>
      <dgm:t>
        <a:bodyPr/>
        <a:lstStyle/>
        <a:p>
          <a:r>
            <a:rPr lang="en-GB" dirty="0"/>
            <a:t>If you have any questions or feedback, please feel free to contact me through your SENCo, preferably via the termly virtual consultation sessions. </a:t>
          </a:r>
        </a:p>
      </dgm:t>
    </dgm:pt>
    <dgm:pt modelId="{FBDB7E81-45D7-4B94-9E21-5E67F44AA858}" type="parTrans" cxnId="{D141FA57-A311-41DF-8AC9-0868411916D7}">
      <dgm:prSet/>
      <dgm:spPr/>
      <dgm:t>
        <a:bodyPr/>
        <a:lstStyle/>
        <a:p>
          <a:endParaRPr lang="en-US"/>
        </a:p>
      </dgm:t>
    </dgm:pt>
    <dgm:pt modelId="{4D87E2D2-F8C8-45C0-9BE0-87721B7B7989}" type="sibTrans" cxnId="{D141FA57-A311-41DF-8AC9-0868411916D7}">
      <dgm:prSet/>
      <dgm:spPr/>
      <dgm:t>
        <a:bodyPr/>
        <a:lstStyle/>
        <a:p>
          <a:endParaRPr lang="en-US"/>
        </a:p>
      </dgm:t>
    </dgm:pt>
    <dgm:pt modelId="{F8A044EA-0A3B-4159-ABAC-EBB5B793EE7A}" type="pres">
      <dgm:prSet presAssocID="{80059C5A-6257-47DC-A0F0-1D95984DB86A}" presName="linear" presStyleCnt="0">
        <dgm:presLayoutVars>
          <dgm:animLvl val="lvl"/>
          <dgm:resizeHandles val="exact"/>
        </dgm:presLayoutVars>
      </dgm:prSet>
      <dgm:spPr/>
    </dgm:pt>
    <dgm:pt modelId="{FAA66A6C-09A1-41FE-A3B4-3C626CDC0AEF}" type="pres">
      <dgm:prSet presAssocID="{9066E3C2-8C02-442D-A29F-7F58A3F2A3ED}" presName="parentText" presStyleLbl="node1" presStyleIdx="0" presStyleCnt="3">
        <dgm:presLayoutVars>
          <dgm:chMax val="0"/>
          <dgm:bulletEnabled val="1"/>
        </dgm:presLayoutVars>
      </dgm:prSet>
      <dgm:spPr/>
    </dgm:pt>
    <dgm:pt modelId="{46DF518E-5AC7-461B-A8A4-CF37A3B3101D}" type="pres">
      <dgm:prSet presAssocID="{6F463709-3621-40B9-A8A2-943086E16E70}" presName="spacer" presStyleCnt="0"/>
      <dgm:spPr/>
    </dgm:pt>
    <dgm:pt modelId="{34E97530-8054-4464-9801-C5260254444E}" type="pres">
      <dgm:prSet presAssocID="{FC498D99-52D8-42FA-8B65-6860C771198B}" presName="parentText" presStyleLbl="node1" presStyleIdx="1" presStyleCnt="3">
        <dgm:presLayoutVars>
          <dgm:chMax val="0"/>
          <dgm:bulletEnabled val="1"/>
        </dgm:presLayoutVars>
      </dgm:prSet>
      <dgm:spPr/>
    </dgm:pt>
    <dgm:pt modelId="{D95081E4-2D2C-43ED-9AE9-C455761ADE84}" type="pres">
      <dgm:prSet presAssocID="{C2F48664-662B-4185-9B29-E09BB556A13B}" presName="spacer" presStyleCnt="0"/>
      <dgm:spPr/>
    </dgm:pt>
    <dgm:pt modelId="{7DDA68DB-5EE6-4933-872C-F0F6FB059EC0}" type="pres">
      <dgm:prSet presAssocID="{BEAE8D8F-788A-4596-87B9-9FFB3C6FF172}" presName="parentText" presStyleLbl="node1" presStyleIdx="2" presStyleCnt="3">
        <dgm:presLayoutVars>
          <dgm:chMax val="0"/>
          <dgm:bulletEnabled val="1"/>
        </dgm:presLayoutVars>
      </dgm:prSet>
      <dgm:spPr/>
    </dgm:pt>
  </dgm:ptLst>
  <dgm:cxnLst>
    <dgm:cxn modelId="{8B303014-BCB5-4D88-A54E-1F920A55353D}" type="presOf" srcId="{BEAE8D8F-788A-4596-87B9-9FFB3C6FF172}" destId="{7DDA68DB-5EE6-4933-872C-F0F6FB059EC0}" srcOrd="0" destOrd="0" presId="urn:microsoft.com/office/officeart/2005/8/layout/vList2"/>
    <dgm:cxn modelId="{E4545E2F-EC6A-4AB4-ABEA-BB2EE4D4F7F4}" type="presOf" srcId="{FC498D99-52D8-42FA-8B65-6860C771198B}" destId="{34E97530-8054-4464-9801-C5260254444E}" srcOrd="0" destOrd="0" presId="urn:microsoft.com/office/officeart/2005/8/layout/vList2"/>
    <dgm:cxn modelId="{0E8A104D-4209-4ED0-80B5-8CEDA6769058}" srcId="{80059C5A-6257-47DC-A0F0-1D95984DB86A}" destId="{9066E3C2-8C02-442D-A29F-7F58A3F2A3ED}" srcOrd="0" destOrd="0" parTransId="{E208F88C-9F74-4C47-B4D0-2EFE1D4785BF}" sibTransId="{6F463709-3621-40B9-A8A2-943086E16E70}"/>
    <dgm:cxn modelId="{BCBEA451-D20C-4E57-B0F9-6E9112098C6F}" type="presOf" srcId="{9066E3C2-8C02-442D-A29F-7F58A3F2A3ED}" destId="{FAA66A6C-09A1-41FE-A3B4-3C626CDC0AEF}" srcOrd="0" destOrd="0" presId="urn:microsoft.com/office/officeart/2005/8/layout/vList2"/>
    <dgm:cxn modelId="{D141FA57-A311-41DF-8AC9-0868411916D7}" srcId="{80059C5A-6257-47DC-A0F0-1D95984DB86A}" destId="{BEAE8D8F-788A-4596-87B9-9FFB3C6FF172}" srcOrd="2" destOrd="0" parTransId="{FBDB7E81-45D7-4B94-9E21-5E67F44AA858}" sibTransId="{4D87E2D2-F8C8-45C0-9BE0-87721B7B7989}"/>
    <dgm:cxn modelId="{FF8348AB-7E6C-4E1C-A4B5-821A783272C6}" srcId="{80059C5A-6257-47DC-A0F0-1D95984DB86A}" destId="{FC498D99-52D8-42FA-8B65-6860C771198B}" srcOrd="1" destOrd="0" parTransId="{1114E9AA-D8E1-456F-8016-C016E3E8215C}" sibTransId="{C2F48664-662B-4185-9B29-E09BB556A13B}"/>
    <dgm:cxn modelId="{5D1A85E4-6D82-4907-8F82-E4010ACB334F}" type="presOf" srcId="{80059C5A-6257-47DC-A0F0-1D95984DB86A}" destId="{F8A044EA-0A3B-4159-ABAC-EBB5B793EE7A}" srcOrd="0" destOrd="0" presId="urn:microsoft.com/office/officeart/2005/8/layout/vList2"/>
    <dgm:cxn modelId="{1D585915-883F-4493-BCBC-CA64DE286FC1}" type="presParOf" srcId="{F8A044EA-0A3B-4159-ABAC-EBB5B793EE7A}" destId="{FAA66A6C-09A1-41FE-A3B4-3C626CDC0AEF}" srcOrd="0" destOrd="0" presId="urn:microsoft.com/office/officeart/2005/8/layout/vList2"/>
    <dgm:cxn modelId="{BC8E70EB-68DA-4373-88F7-895D57938847}" type="presParOf" srcId="{F8A044EA-0A3B-4159-ABAC-EBB5B793EE7A}" destId="{46DF518E-5AC7-461B-A8A4-CF37A3B3101D}" srcOrd="1" destOrd="0" presId="urn:microsoft.com/office/officeart/2005/8/layout/vList2"/>
    <dgm:cxn modelId="{2A3ED0D0-9D09-429F-90EA-D1A6F233F834}" type="presParOf" srcId="{F8A044EA-0A3B-4159-ABAC-EBB5B793EE7A}" destId="{34E97530-8054-4464-9801-C5260254444E}" srcOrd="2" destOrd="0" presId="urn:microsoft.com/office/officeart/2005/8/layout/vList2"/>
    <dgm:cxn modelId="{FB875014-6F56-4EFB-B4D1-C4CB532BBE32}" type="presParOf" srcId="{F8A044EA-0A3B-4159-ABAC-EBB5B793EE7A}" destId="{D95081E4-2D2C-43ED-9AE9-C455761ADE84}" srcOrd="3" destOrd="0" presId="urn:microsoft.com/office/officeart/2005/8/layout/vList2"/>
    <dgm:cxn modelId="{D47523A1-A6D8-49D0-9251-A2AE9AD13724}" type="presParOf" srcId="{F8A044EA-0A3B-4159-ABAC-EBB5B793EE7A}" destId="{7DDA68DB-5EE6-4933-872C-F0F6FB059EC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149049-EF2B-4178-AF13-2DF72FE9D170}">
      <dsp:nvSpPr>
        <dsp:cNvPr id="0" name=""/>
        <dsp:cNvSpPr/>
      </dsp:nvSpPr>
      <dsp:spPr>
        <a:xfrm>
          <a:off x="0" y="41544"/>
          <a:ext cx="7886700" cy="13747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Practical examples of successful adaptations can include personalised learning plans, sensory activities, or the use of technology. </a:t>
          </a:r>
          <a:endParaRPr lang="en-US" sz="2500" kern="1200"/>
        </a:p>
      </dsp:txBody>
      <dsp:txXfrm>
        <a:off x="67110" y="108654"/>
        <a:ext cx="7752480" cy="1240530"/>
      </dsp:txXfrm>
    </dsp:sp>
    <dsp:sp modelId="{CC9F4B8E-C8C6-4F41-9115-6A3FAD2BEDC0}">
      <dsp:nvSpPr>
        <dsp:cNvPr id="0" name=""/>
        <dsp:cNvSpPr/>
      </dsp:nvSpPr>
      <dsp:spPr>
        <a:xfrm>
          <a:off x="0" y="1488294"/>
          <a:ext cx="7886700" cy="13747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These adaptations are designed to meet the specific needs of individual learners and may involve modifications to content, instruction, or assessment. </a:t>
          </a:r>
          <a:endParaRPr lang="en-US" sz="2500" kern="1200"/>
        </a:p>
      </dsp:txBody>
      <dsp:txXfrm>
        <a:off x="67110" y="1555404"/>
        <a:ext cx="7752480" cy="1240530"/>
      </dsp:txXfrm>
    </dsp:sp>
    <dsp:sp modelId="{7366C280-A72B-461B-9311-705EE875CD57}">
      <dsp:nvSpPr>
        <dsp:cNvPr id="0" name=""/>
        <dsp:cNvSpPr/>
      </dsp:nvSpPr>
      <dsp:spPr>
        <a:xfrm>
          <a:off x="0" y="2935044"/>
          <a:ext cx="7886700" cy="13747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Adaptations should be evidence-based and shown to be effective in supporting learners with disabilities or other learning needs.</a:t>
          </a:r>
          <a:endParaRPr lang="en-US" sz="2500" kern="1200"/>
        </a:p>
      </dsp:txBody>
      <dsp:txXfrm>
        <a:off x="67110" y="3002154"/>
        <a:ext cx="7752480" cy="12405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D45E5-1DDC-4BA3-971E-049573B2CB12}">
      <dsp:nvSpPr>
        <dsp:cNvPr id="0" name=""/>
        <dsp:cNvSpPr/>
      </dsp:nvSpPr>
      <dsp:spPr>
        <a:xfrm>
          <a:off x="3591693" y="867422"/>
          <a:ext cx="669113" cy="91440"/>
        </a:xfrm>
        <a:custGeom>
          <a:avLst/>
          <a:gdLst/>
          <a:ahLst/>
          <a:cxnLst/>
          <a:rect l="0" t="0" r="0" b="0"/>
          <a:pathLst>
            <a:path>
              <a:moveTo>
                <a:pt x="0" y="45720"/>
              </a:moveTo>
              <a:lnTo>
                <a:pt x="6691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8757" y="909643"/>
        <a:ext cx="34985" cy="6997"/>
      </dsp:txXfrm>
    </dsp:sp>
    <dsp:sp modelId="{AB213D28-4473-4C7C-BDD7-7D9471B7A2AD}">
      <dsp:nvSpPr>
        <dsp:cNvPr id="0" name=""/>
        <dsp:cNvSpPr/>
      </dsp:nvSpPr>
      <dsp:spPr>
        <a:xfrm>
          <a:off x="551260" y="472"/>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Teachers should strive to demonstrate examples of successful adaptations in action, through videos or images of actual classroom adaptations. </a:t>
          </a:r>
          <a:endParaRPr lang="en-US" sz="1500" kern="1200"/>
        </a:p>
      </dsp:txBody>
      <dsp:txXfrm>
        <a:off x="551260" y="472"/>
        <a:ext cx="3042232" cy="1825339"/>
      </dsp:txXfrm>
    </dsp:sp>
    <dsp:sp modelId="{D965FCA2-F561-4968-A64B-2815835EDAEF}">
      <dsp:nvSpPr>
        <dsp:cNvPr id="0" name=""/>
        <dsp:cNvSpPr/>
      </dsp:nvSpPr>
      <dsp:spPr>
        <a:xfrm>
          <a:off x="2072376" y="1824012"/>
          <a:ext cx="3741946" cy="669113"/>
        </a:xfrm>
        <a:custGeom>
          <a:avLst/>
          <a:gdLst/>
          <a:ahLst/>
          <a:cxnLst/>
          <a:rect l="0" t="0" r="0" b="0"/>
          <a:pathLst>
            <a:path>
              <a:moveTo>
                <a:pt x="3741946" y="0"/>
              </a:moveTo>
              <a:lnTo>
                <a:pt x="3741946" y="351656"/>
              </a:lnTo>
              <a:lnTo>
                <a:pt x="0" y="351656"/>
              </a:lnTo>
              <a:lnTo>
                <a:pt x="0" y="669113"/>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48179" y="2155070"/>
        <a:ext cx="190340" cy="6997"/>
      </dsp:txXfrm>
    </dsp:sp>
    <dsp:sp modelId="{3A68E9D3-D8EB-4B8F-9560-CFAAF3B05EEF}">
      <dsp:nvSpPr>
        <dsp:cNvPr id="0" name=""/>
        <dsp:cNvSpPr/>
      </dsp:nvSpPr>
      <dsp:spPr>
        <a:xfrm>
          <a:off x="4293206" y="472"/>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This will help to provide a clear understanding of how adaptations can be implemented in practice.</a:t>
          </a:r>
          <a:endParaRPr lang="en-US" sz="1500" kern="1200"/>
        </a:p>
      </dsp:txBody>
      <dsp:txXfrm>
        <a:off x="4293206" y="472"/>
        <a:ext cx="3042232" cy="1825339"/>
      </dsp:txXfrm>
    </dsp:sp>
    <dsp:sp modelId="{73A7108B-AE76-4F1A-B0A0-A6515C76B285}">
      <dsp:nvSpPr>
        <dsp:cNvPr id="0" name=""/>
        <dsp:cNvSpPr/>
      </dsp:nvSpPr>
      <dsp:spPr>
        <a:xfrm>
          <a:off x="3591693" y="3392475"/>
          <a:ext cx="669113" cy="91440"/>
        </a:xfrm>
        <a:custGeom>
          <a:avLst/>
          <a:gdLst/>
          <a:ahLst/>
          <a:cxnLst/>
          <a:rect l="0" t="0" r="0" b="0"/>
          <a:pathLst>
            <a:path>
              <a:moveTo>
                <a:pt x="0" y="45720"/>
              </a:moveTo>
              <a:lnTo>
                <a:pt x="6691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8757" y="3434697"/>
        <a:ext cx="34985" cy="6997"/>
      </dsp:txXfrm>
    </dsp:sp>
    <dsp:sp modelId="{8140231C-752B-4BB4-B66A-A97A24F7D739}">
      <dsp:nvSpPr>
        <dsp:cNvPr id="0" name=""/>
        <dsp:cNvSpPr/>
      </dsp:nvSpPr>
      <dsp:spPr>
        <a:xfrm>
          <a:off x="551260" y="2525525"/>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Teachers and teacher support assistants to share their own examples of successful adaptations. </a:t>
          </a:r>
          <a:endParaRPr lang="en-US" sz="1500" kern="1200"/>
        </a:p>
      </dsp:txBody>
      <dsp:txXfrm>
        <a:off x="551260" y="2525525"/>
        <a:ext cx="3042232" cy="1825339"/>
      </dsp:txXfrm>
    </dsp:sp>
    <dsp:sp modelId="{926ACE96-14FD-4560-87FF-CEEA4A7536C4}">
      <dsp:nvSpPr>
        <dsp:cNvPr id="0" name=""/>
        <dsp:cNvSpPr/>
      </dsp:nvSpPr>
      <dsp:spPr>
        <a:xfrm>
          <a:off x="4293206" y="2525525"/>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Sharing experiences and best practices can help build a supportive community of educators who are committed to providing the best possible learning experience for their pupils.</a:t>
          </a:r>
          <a:endParaRPr lang="en-US" sz="1500" kern="1200"/>
        </a:p>
      </dsp:txBody>
      <dsp:txXfrm>
        <a:off x="4293206" y="2525525"/>
        <a:ext cx="3042232" cy="18253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14BF7-0AF0-4487-941E-F5C7BC77077B}">
      <dsp:nvSpPr>
        <dsp:cNvPr id="0" name=""/>
        <dsp:cNvSpPr/>
      </dsp:nvSpPr>
      <dsp:spPr>
        <a:xfrm>
          <a:off x="6931"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Simplifying complex math problems for pupils with learning disabilities.</a:t>
          </a:r>
          <a:endParaRPr lang="en-US" sz="1100" kern="1200" dirty="0"/>
        </a:p>
      </dsp:txBody>
      <dsp:txXfrm>
        <a:off x="6931" y="2001637"/>
        <a:ext cx="1035899" cy="870155"/>
      </dsp:txXfrm>
    </dsp:sp>
    <dsp:sp modelId="{D76F9E6A-4788-4D35-BF1D-B6A2E5913AE4}">
      <dsp:nvSpPr>
        <dsp:cNvPr id="0" name=""/>
        <dsp:cNvSpPr/>
      </dsp:nvSpPr>
      <dsp:spPr>
        <a:xfrm>
          <a:off x="307342"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371058" y="1659281"/>
        <a:ext cx="307645" cy="307645"/>
      </dsp:txXfrm>
    </dsp:sp>
    <dsp:sp modelId="{3BD35CBA-63CC-4523-83AE-710DBC2BD498}">
      <dsp:nvSpPr>
        <dsp:cNvPr id="0" name=""/>
        <dsp:cNvSpPr/>
      </dsp:nvSpPr>
      <dsp:spPr>
        <a:xfrm>
          <a:off x="6931"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E55D27C-0740-4F89-878C-08953163F2CB}">
      <dsp:nvSpPr>
        <dsp:cNvPr id="0" name=""/>
        <dsp:cNvSpPr/>
      </dsp:nvSpPr>
      <dsp:spPr>
        <a:xfrm>
          <a:off x="1146421"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Modifying a reading assignment to be shorter and more manageable for pupils with attention issues.</a:t>
          </a:r>
          <a:endParaRPr lang="en-US" sz="1100" kern="1200" dirty="0"/>
        </a:p>
      </dsp:txBody>
      <dsp:txXfrm>
        <a:off x="1146421" y="2001637"/>
        <a:ext cx="1035899" cy="870155"/>
      </dsp:txXfrm>
    </dsp:sp>
    <dsp:sp modelId="{950CAF2E-E94E-4D1E-8D46-779BB373BFE1}">
      <dsp:nvSpPr>
        <dsp:cNvPr id="0" name=""/>
        <dsp:cNvSpPr/>
      </dsp:nvSpPr>
      <dsp:spPr>
        <a:xfrm>
          <a:off x="1446832"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1510548" y="1659281"/>
        <a:ext cx="307645" cy="307645"/>
      </dsp:txXfrm>
    </dsp:sp>
    <dsp:sp modelId="{B13D5359-5B97-42FA-A377-486389732DBD}">
      <dsp:nvSpPr>
        <dsp:cNvPr id="0" name=""/>
        <dsp:cNvSpPr/>
      </dsp:nvSpPr>
      <dsp:spPr>
        <a:xfrm>
          <a:off x="1146421"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17A0968-A6A4-4A2A-985F-CB0005BFDD1C}">
      <dsp:nvSpPr>
        <dsp:cNvPr id="0" name=""/>
        <dsp:cNvSpPr/>
      </dsp:nvSpPr>
      <dsp:spPr>
        <a:xfrm>
          <a:off x="2285910"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Adjusting the level of difficulty for an art project to accommodate pupils with fine motor skill challenges.</a:t>
          </a:r>
          <a:endParaRPr lang="en-US" sz="1100" kern="1200" dirty="0"/>
        </a:p>
      </dsp:txBody>
      <dsp:txXfrm>
        <a:off x="2285910" y="2001637"/>
        <a:ext cx="1035899" cy="870155"/>
      </dsp:txXfrm>
    </dsp:sp>
    <dsp:sp modelId="{804718DF-DEA0-413A-9B50-4818718F619C}">
      <dsp:nvSpPr>
        <dsp:cNvPr id="0" name=""/>
        <dsp:cNvSpPr/>
      </dsp:nvSpPr>
      <dsp:spPr>
        <a:xfrm>
          <a:off x="2586321"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3</a:t>
          </a:r>
        </a:p>
      </dsp:txBody>
      <dsp:txXfrm>
        <a:off x="2650037" y="1659281"/>
        <a:ext cx="307645" cy="307645"/>
      </dsp:txXfrm>
    </dsp:sp>
    <dsp:sp modelId="{46D44EE1-0A3B-4948-A96C-C3FD2F8BF594}">
      <dsp:nvSpPr>
        <dsp:cNvPr id="0" name=""/>
        <dsp:cNvSpPr/>
      </dsp:nvSpPr>
      <dsp:spPr>
        <a:xfrm>
          <a:off x="2285910"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8C63F23-A264-4D74-84B1-AA45D817C3E0}">
      <dsp:nvSpPr>
        <dsp:cNvPr id="0" name=""/>
        <dsp:cNvSpPr/>
      </dsp:nvSpPr>
      <dsp:spPr>
        <a:xfrm>
          <a:off x="3425400"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Providing alternative assessment options for pupils with language barriers, such as allowing them to use visual aids or technology to demonstrate their understanding.</a:t>
          </a:r>
          <a:endParaRPr lang="en-US" sz="1100" kern="1200" dirty="0"/>
        </a:p>
      </dsp:txBody>
      <dsp:txXfrm>
        <a:off x="3425400" y="2001637"/>
        <a:ext cx="1035899" cy="870155"/>
      </dsp:txXfrm>
    </dsp:sp>
    <dsp:sp modelId="{572453F1-5B9C-4337-9492-46630B95E538}">
      <dsp:nvSpPr>
        <dsp:cNvPr id="0" name=""/>
        <dsp:cNvSpPr/>
      </dsp:nvSpPr>
      <dsp:spPr>
        <a:xfrm>
          <a:off x="3725811"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4</a:t>
          </a:r>
          <a:endParaRPr lang="en-US" sz="2000" kern="1200" dirty="0"/>
        </a:p>
      </dsp:txBody>
      <dsp:txXfrm>
        <a:off x="3789527" y="1659281"/>
        <a:ext cx="307645" cy="307645"/>
      </dsp:txXfrm>
    </dsp:sp>
    <dsp:sp modelId="{0DB5E2CC-F819-4109-B5F1-86E1EF9C5C95}">
      <dsp:nvSpPr>
        <dsp:cNvPr id="0" name=""/>
        <dsp:cNvSpPr/>
      </dsp:nvSpPr>
      <dsp:spPr>
        <a:xfrm>
          <a:off x="3425400"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8FB0008-2637-4A5A-8CF3-17EA2DD11814}">
      <dsp:nvSpPr>
        <dsp:cNvPr id="0" name=""/>
        <dsp:cNvSpPr/>
      </dsp:nvSpPr>
      <dsp:spPr>
        <a:xfrm>
          <a:off x="4564889"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Modifying the seating arrangement or classroom environment to minimise distractions for pupils with sensory processing challenges.</a:t>
          </a:r>
          <a:endParaRPr lang="en-US" sz="1100" kern="1200" dirty="0"/>
        </a:p>
      </dsp:txBody>
      <dsp:txXfrm>
        <a:off x="4564889" y="2001637"/>
        <a:ext cx="1035899" cy="870155"/>
      </dsp:txXfrm>
    </dsp:sp>
    <dsp:sp modelId="{9EFF184C-B882-4148-8B25-5D493CFD2F5A}">
      <dsp:nvSpPr>
        <dsp:cNvPr id="0" name=""/>
        <dsp:cNvSpPr/>
      </dsp:nvSpPr>
      <dsp:spPr>
        <a:xfrm>
          <a:off x="4865300"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5</a:t>
          </a:r>
          <a:endParaRPr lang="en-US" sz="2000" kern="1200" dirty="0"/>
        </a:p>
      </dsp:txBody>
      <dsp:txXfrm>
        <a:off x="4929016" y="1659281"/>
        <a:ext cx="307645" cy="307645"/>
      </dsp:txXfrm>
    </dsp:sp>
    <dsp:sp modelId="{46977964-4455-485A-A831-F7D8B3FD46B4}">
      <dsp:nvSpPr>
        <dsp:cNvPr id="0" name=""/>
        <dsp:cNvSpPr/>
      </dsp:nvSpPr>
      <dsp:spPr>
        <a:xfrm>
          <a:off x="4564889"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E56F0CF-ECE6-41EA-A79D-032E53908047}">
      <dsp:nvSpPr>
        <dsp:cNvPr id="0" name=""/>
        <dsp:cNvSpPr/>
      </dsp:nvSpPr>
      <dsp:spPr>
        <a:xfrm>
          <a:off x="5704379"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Adapting a history lesson to be more culturally responsive and inclusive of all pupils' backgrounds and experiences.</a:t>
          </a:r>
          <a:endParaRPr lang="en-US" sz="1100" kern="1200" dirty="0"/>
        </a:p>
      </dsp:txBody>
      <dsp:txXfrm>
        <a:off x="5704379" y="2001637"/>
        <a:ext cx="1035899" cy="870155"/>
      </dsp:txXfrm>
    </dsp:sp>
    <dsp:sp modelId="{CF613691-9F02-4CB8-BFF4-5B69EAE84B57}">
      <dsp:nvSpPr>
        <dsp:cNvPr id="0" name=""/>
        <dsp:cNvSpPr/>
      </dsp:nvSpPr>
      <dsp:spPr>
        <a:xfrm>
          <a:off x="6004790"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6</a:t>
          </a:r>
          <a:endParaRPr lang="en-US" sz="2000" kern="1200" dirty="0"/>
        </a:p>
      </dsp:txBody>
      <dsp:txXfrm>
        <a:off x="6068506" y="1659281"/>
        <a:ext cx="307645" cy="307645"/>
      </dsp:txXfrm>
    </dsp:sp>
    <dsp:sp modelId="{0959C6D1-01B0-4C11-B9BE-492CD142BA8C}">
      <dsp:nvSpPr>
        <dsp:cNvPr id="0" name=""/>
        <dsp:cNvSpPr/>
      </dsp:nvSpPr>
      <dsp:spPr>
        <a:xfrm>
          <a:off x="5704379"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A28F68A-0DD7-4CEB-B55F-30D1D6B32EBA}">
      <dsp:nvSpPr>
        <dsp:cNvPr id="0" name=""/>
        <dsp:cNvSpPr/>
      </dsp:nvSpPr>
      <dsp:spPr>
        <a:xfrm>
          <a:off x="6843868"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Providing additional time and support for pupils who struggle with executive functioning skills, such as organising their materials or managing their time effectively.</a:t>
          </a:r>
          <a:endParaRPr lang="en-US" sz="1100" kern="1200" dirty="0"/>
        </a:p>
      </dsp:txBody>
      <dsp:txXfrm>
        <a:off x="6843868" y="2001637"/>
        <a:ext cx="1035899" cy="870155"/>
      </dsp:txXfrm>
    </dsp:sp>
    <dsp:sp modelId="{13532731-59EA-4D78-BB2B-54EE97BBC6F3}">
      <dsp:nvSpPr>
        <dsp:cNvPr id="0" name=""/>
        <dsp:cNvSpPr/>
      </dsp:nvSpPr>
      <dsp:spPr>
        <a:xfrm>
          <a:off x="7144279"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7</a:t>
          </a:r>
          <a:endParaRPr lang="en-US" sz="2000" kern="1200" dirty="0"/>
        </a:p>
      </dsp:txBody>
      <dsp:txXfrm>
        <a:off x="7207995" y="1659281"/>
        <a:ext cx="307645" cy="307645"/>
      </dsp:txXfrm>
    </dsp:sp>
    <dsp:sp modelId="{9004D780-B9A1-4380-8614-D559EB4E4369}">
      <dsp:nvSpPr>
        <dsp:cNvPr id="0" name=""/>
        <dsp:cNvSpPr/>
      </dsp:nvSpPr>
      <dsp:spPr>
        <a:xfrm>
          <a:off x="6843868"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C5801B-BF3E-4EFC-90CE-18AB1B34EE1E}">
      <dsp:nvSpPr>
        <dsp:cNvPr id="0" name=""/>
        <dsp:cNvSpPr/>
      </dsp:nvSpPr>
      <dsp:spPr>
        <a:xfrm>
          <a:off x="6931"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Offering advanced reading materials or extension activities for pupils who need a greater challenge.</a:t>
          </a:r>
          <a:endParaRPr lang="en-US" sz="1100" kern="1200" dirty="0"/>
        </a:p>
      </dsp:txBody>
      <dsp:txXfrm>
        <a:off x="6931" y="2001637"/>
        <a:ext cx="1035899" cy="870155"/>
      </dsp:txXfrm>
    </dsp:sp>
    <dsp:sp modelId="{594BA611-0E84-4AA7-BFB0-1B5B8647B691}">
      <dsp:nvSpPr>
        <dsp:cNvPr id="0" name=""/>
        <dsp:cNvSpPr/>
      </dsp:nvSpPr>
      <dsp:spPr>
        <a:xfrm>
          <a:off x="307342"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371058" y="1659281"/>
        <a:ext cx="307645" cy="307645"/>
      </dsp:txXfrm>
    </dsp:sp>
    <dsp:sp modelId="{7D52323B-8B99-478C-ADF8-A9BC9131A35C}">
      <dsp:nvSpPr>
        <dsp:cNvPr id="0" name=""/>
        <dsp:cNvSpPr/>
      </dsp:nvSpPr>
      <dsp:spPr>
        <a:xfrm>
          <a:off x="6931"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16C176C-11A1-47ED-9964-58722B98BD58}">
      <dsp:nvSpPr>
        <dsp:cNvPr id="0" name=""/>
        <dsp:cNvSpPr/>
      </dsp:nvSpPr>
      <dsp:spPr>
        <a:xfrm>
          <a:off x="1146421"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Providing individualised coaching and feedback for pupils who need additional support to master a specific skill or concept.</a:t>
          </a:r>
          <a:endParaRPr lang="en-US" sz="1100" kern="1200" dirty="0"/>
        </a:p>
      </dsp:txBody>
      <dsp:txXfrm>
        <a:off x="1146421" y="2001637"/>
        <a:ext cx="1035899" cy="870155"/>
      </dsp:txXfrm>
    </dsp:sp>
    <dsp:sp modelId="{0C027709-1E43-47D1-A3C4-6BA88A81BFD9}">
      <dsp:nvSpPr>
        <dsp:cNvPr id="0" name=""/>
        <dsp:cNvSpPr/>
      </dsp:nvSpPr>
      <dsp:spPr>
        <a:xfrm>
          <a:off x="1446832"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1510548" y="1659281"/>
        <a:ext cx="307645" cy="307645"/>
      </dsp:txXfrm>
    </dsp:sp>
    <dsp:sp modelId="{6C335A2E-2833-4E90-9168-EA0F65D78EED}">
      <dsp:nvSpPr>
        <dsp:cNvPr id="0" name=""/>
        <dsp:cNvSpPr/>
      </dsp:nvSpPr>
      <dsp:spPr>
        <a:xfrm>
          <a:off x="1146421"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F6B443F-A8D9-44AD-9727-798FC7B486A6}">
      <dsp:nvSpPr>
        <dsp:cNvPr id="0" name=""/>
        <dsp:cNvSpPr/>
      </dsp:nvSpPr>
      <dsp:spPr>
        <a:xfrm>
          <a:off x="2285910"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Allowing pupils to choose from a variety of presentation formats (e.g., written, oral, visual) to demonstrate their understanding.</a:t>
          </a:r>
          <a:endParaRPr lang="en-US" sz="1100" kern="1200" dirty="0"/>
        </a:p>
      </dsp:txBody>
      <dsp:txXfrm>
        <a:off x="2285910" y="2001637"/>
        <a:ext cx="1035899" cy="870155"/>
      </dsp:txXfrm>
    </dsp:sp>
    <dsp:sp modelId="{72D702B5-57A4-4552-9879-2C7AA7E64972}">
      <dsp:nvSpPr>
        <dsp:cNvPr id="0" name=""/>
        <dsp:cNvSpPr/>
      </dsp:nvSpPr>
      <dsp:spPr>
        <a:xfrm>
          <a:off x="2586321"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3</a:t>
          </a:r>
        </a:p>
      </dsp:txBody>
      <dsp:txXfrm>
        <a:off x="2650037" y="1659281"/>
        <a:ext cx="307645" cy="307645"/>
      </dsp:txXfrm>
    </dsp:sp>
    <dsp:sp modelId="{74713275-E250-4546-A970-E18AB8474474}">
      <dsp:nvSpPr>
        <dsp:cNvPr id="0" name=""/>
        <dsp:cNvSpPr/>
      </dsp:nvSpPr>
      <dsp:spPr>
        <a:xfrm>
          <a:off x="2285910"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D4E0CE3-D2EE-4419-826F-ABDBDFB324F4}">
      <dsp:nvSpPr>
        <dsp:cNvPr id="0" name=""/>
        <dsp:cNvSpPr/>
      </dsp:nvSpPr>
      <dsp:spPr>
        <a:xfrm>
          <a:off x="3425400"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Offering opportunities for self-directed learning or inquiry-based projects for pupils who are highly motivated or independent.</a:t>
          </a:r>
          <a:endParaRPr lang="en-US" sz="1100" kern="1200" dirty="0"/>
        </a:p>
      </dsp:txBody>
      <dsp:txXfrm>
        <a:off x="3425400" y="2001637"/>
        <a:ext cx="1035899" cy="870155"/>
      </dsp:txXfrm>
    </dsp:sp>
    <dsp:sp modelId="{95E6D94F-46B6-47F8-8221-ED1B89D247B9}">
      <dsp:nvSpPr>
        <dsp:cNvPr id="0" name=""/>
        <dsp:cNvSpPr/>
      </dsp:nvSpPr>
      <dsp:spPr>
        <a:xfrm>
          <a:off x="3725811"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4</a:t>
          </a:r>
        </a:p>
      </dsp:txBody>
      <dsp:txXfrm>
        <a:off x="3789527" y="1659281"/>
        <a:ext cx="307645" cy="307645"/>
      </dsp:txXfrm>
    </dsp:sp>
    <dsp:sp modelId="{6C5301B9-CC00-40E2-B542-86050AF420C5}">
      <dsp:nvSpPr>
        <dsp:cNvPr id="0" name=""/>
        <dsp:cNvSpPr/>
      </dsp:nvSpPr>
      <dsp:spPr>
        <a:xfrm>
          <a:off x="3425400"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A2B6D52-8DC6-435A-9AF6-CC69A9CA3DF9}">
      <dsp:nvSpPr>
        <dsp:cNvPr id="0" name=""/>
        <dsp:cNvSpPr/>
      </dsp:nvSpPr>
      <dsp:spPr>
        <a:xfrm>
          <a:off x="4564889"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Providing differentiated instruction in small groups or one-on-one settings to meet individual pupils needs.</a:t>
          </a:r>
          <a:endParaRPr lang="en-US" sz="1100" kern="1200" dirty="0"/>
        </a:p>
      </dsp:txBody>
      <dsp:txXfrm>
        <a:off x="4564889" y="2001637"/>
        <a:ext cx="1035899" cy="870155"/>
      </dsp:txXfrm>
    </dsp:sp>
    <dsp:sp modelId="{3D18553E-B1E4-475B-BEDC-69B338F551DC}">
      <dsp:nvSpPr>
        <dsp:cNvPr id="0" name=""/>
        <dsp:cNvSpPr/>
      </dsp:nvSpPr>
      <dsp:spPr>
        <a:xfrm>
          <a:off x="4865300"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5</a:t>
          </a:r>
        </a:p>
      </dsp:txBody>
      <dsp:txXfrm>
        <a:off x="4929016" y="1659281"/>
        <a:ext cx="307645" cy="307645"/>
      </dsp:txXfrm>
    </dsp:sp>
    <dsp:sp modelId="{E4303C19-19B2-4D41-A978-9ED11EDE8524}">
      <dsp:nvSpPr>
        <dsp:cNvPr id="0" name=""/>
        <dsp:cNvSpPr/>
      </dsp:nvSpPr>
      <dsp:spPr>
        <a:xfrm>
          <a:off x="4564889"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3C2D50A-B5C9-46C4-9D12-86D333198E65}">
      <dsp:nvSpPr>
        <dsp:cNvPr id="0" name=""/>
        <dsp:cNvSpPr/>
      </dsp:nvSpPr>
      <dsp:spPr>
        <a:xfrm>
          <a:off x="5704379"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Adjusting the pacing of instruction or providing additional breaks for pupils who struggle with attention or hyperactivity.</a:t>
          </a:r>
          <a:endParaRPr lang="en-US" sz="1100" kern="1200" dirty="0"/>
        </a:p>
      </dsp:txBody>
      <dsp:txXfrm>
        <a:off x="5704379" y="2001637"/>
        <a:ext cx="1035899" cy="870155"/>
      </dsp:txXfrm>
    </dsp:sp>
    <dsp:sp modelId="{240E7110-BEE1-4BED-8AEE-60F1D7B5DA5B}">
      <dsp:nvSpPr>
        <dsp:cNvPr id="0" name=""/>
        <dsp:cNvSpPr/>
      </dsp:nvSpPr>
      <dsp:spPr>
        <a:xfrm>
          <a:off x="6004790"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6</a:t>
          </a:r>
        </a:p>
      </dsp:txBody>
      <dsp:txXfrm>
        <a:off x="6068506" y="1659281"/>
        <a:ext cx="307645" cy="307645"/>
      </dsp:txXfrm>
    </dsp:sp>
    <dsp:sp modelId="{EC9D7E42-C5BB-44C2-B8B2-246C096BB25D}">
      <dsp:nvSpPr>
        <dsp:cNvPr id="0" name=""/>
        <dsp:cNvSpPr/>
      </dsp:nvSpPr>
      <dsp:spPr>
        <a:xfrm>
          <a:off x="5704379"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65517B6-82F6-4BBE-8855-865B2DB16843}">
      <dsp:nvSpPr>
        <dsp:cNvPr id="0" name=""/>
        <dsp:cNvSpPr/>
      </dsp:nvSpPr>
      <dsp:spPr>
        <a:xfrm>
          <a:off x="6843868"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Offering opportunities for choice and autonomy in learning, such as allowing pupils to select their own topics or activities within a given framework.</a:t>
          </a:r>
          <a:endParaRPr lang="en-US" sz="1100" kern="1200" dirty="0"/>
        </a:p>
      </dsp:txBody>
      <dsp:txXfrm>
        <a:off x="6843868" y="2001637"/>
        <a:ext cx="1035899" cy="870155"/>
      </dsp:txXfrm>
    </dsp:sp>
    <dsp:sp modelId="{F5F8B12D-E6F7-44CB-959C-2E6BEF228F9E}">
      <dsp:nvSpPr>
        <dsp:cNvPr id="0" name=""/>
        <dsp:cNvSpPr/>
      </dsp:nvSpPr>
      <dsp:spPr>
        <a:xfrm>
          <a:off x="7144279"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7</a:t>
          </a:r>
        </a:p>
      </dsp:txBody>
      <dsp:txXfrm>
        <a:off x="7207995" y="1659281"/>
        <a:ext cx="307645" cy="307645"/>
      </dsp:txXfrm>
    </dsp:sp>
    <dsp:sp modelId="{0A2D0108-181B-46C8-9257-AC0963713E57}">
      <dsp:nvSpPr>
        <dsp:cNvPr id="0" name=""/>
        <dsp:cNvSpPr/>
      </dsp:nvSpPr>
      <dsp:spPr>
        <a:xfrm>
          <a:off x="6843868"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D46ED-09A9-471F-8F08-7CA83D771059}">
      <dsp:nvSpPr>
        <dsp:cNvPr id="0" name=""/>
        <dsp:cNvSpPr/>
      </dsp:nvSpPr>
      <dsp:spPr>
        <a:xfrm>
          <a:off x="0" y="3569039"/>
          <a:ext cx="1971675" cy="78081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Assess</a:t>
          </a:r>
        </a:p>
      </dsp:txBody>
      <dsp:txXfrm>
        <a:off x="0" y="3569039"/>
        <a:ext cx="1971675" cy="780818"/>
      </dsp:txXfrm>
    </dsp:sp>
    <dsp:sp modelId="{8BC5C0BE-80FF-491E-B867-DA703A75E220}">
      <dsp:nvSpPr>
        <dsp:cNvPr id="0" name=""/>
        <dsp:cNvSpPr/>
      </dsp:nvSpPr>
      <dsp:spPr>
        <a:xfrm>
          <a:off x="1971675" y="3569039"/>
          <a:ext cx="5915025" cy="78081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Continuously assess pupil progress and adjust the curriculum or instruction as needed to meet individual pupil needs.</a:t>
          </a:r>
        </a:p>
      </dsp:txBody>
      <dsp:txXfrm>
        <a:off x="1971675" y="3569039"/>
        <a:ext cx="5915025" cy="780818"/>
      </dsp:txXfrm>
    </dsp:sp>
    <dsp:sp modelId="{997FD2D1-3FD4-4D47-A13E-44AB89269B83}">
      <dsp:nvSpPr>
        <dsp:cNvPr id="0" name=""/>
        <dsp:cNvSpPr/>
      </dsp:nvSpPr>
      <dsp:spPr>
        <a:xfrm rot="10800000">
          <a:off x="0" y="2379853"/>
          <a:ext cx="1971675" cy="120089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Adapt</a:t>
          </a:r>
        </a:p>
      </dsp:txBody>
      <dsp:txXfrm rot="-10800000">
        <a:off x="0" y="2379853"/>
        <a:ext cx="1971675" cy="780584"/>
      </dsp:txXfrm>
    </dsp:sp>
    <dsp:sp modelId="{E7E45776-5FB0-41A3-B342-7E265E571A1A}">
      <dsp:nvSpPr>
        <dsp:cNvPr id="0" name=""/>
        <dsp:cNvSpPr/>
      </dsp:nvSpPr>
      <dsp:spPr>
        <a:xfrm>
          <a:off x="1971675" y="2379853"/>
          <a:ext cx="5915025" cy="7805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Adapt the curriculum or instruction based on the identified needs and abilities.</a:t>
          </a:r>
        </a:p>
      </dsp:txBody>
      <dsp:txXfrm>
        <a:off x="1971675" y="2379853"/>
        <a:ext cx="5915025" cy="780584"/>
      </dsp:txXfrm>
    </dsp:sp>
    <dsp:sp modelId="{C6B219FF-3BC9-42F2-A035-1C3E3A1CF55B}">
      <dsp:nvSpPr>
        <dsp:cNvPr id="0" name=""/>
        <dsp:cNvSpPr/>
      </dsp:nvSpPr>
      <dsp:spPr>
        <a:xfrm rot="10800000">
          <a:off x="0" y="1190666"/>
          <a:ext cx="1971675" cy="120089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Determine</a:t>
          </a:r>
        </a:p>
      </dsp:txBody>
      <dsp:txXfrm rot="-10800000">
        <a:off x="0" y="1190666"/>
        <a:ext cx="1971675" cy="780584"/>
      </dsp:txXfrm>
    </dsp:sp>
    <dsp:sp modelId="{BD714CF4-2E43-4AF6-99B6-BDF1E85720A0}">
      <dsp:nvSpPr>
        <dsp:cNvPr id="0" name=""/>
        <dsp:cNvSpPr/>
      </dsp:nvSpPr>
      <dsp:spPr>
        <a:xfrm>
          <a:off x="1971675" y="1190666"/>
          <a:ext cx="5915025" cy="7805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Determine whether a particular need requires a change in the curriculum itself (curriculum adaptation) or a change in how the instruction is delivered or supported (differentiation).</a:t>
          </a:r>
        </a:p>
      </dsp:txBody>
      <dsp:txXfrm>
        <a:off x="1971675" y="1190666"/>
        <a:ext cx="5915025" cy="780584"/>
      </dsp:txXfrm>
    </dsp:sp>
    <dsp:sp modelId="{7E4C3D62-83C1-47BC-940C-0ADBF5BE4BAF}">
      <dsp:nvSpPr>
        <dsp:cNvPr id="0" name=""/>
        <dsp:cNvSpPr/>
      </dsp:nvSpPr>
      <dsp:spPr>
        <a:xfrm rot="10800000">
          <a:off x="0" y="1479"/>
          <a:ext cx="1971675" cy="120089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Identify</a:t>
          </a:r>
        </a:p>
      </dsp:txBody>
      <dsp:txXfrm rot="-10800000">
        <a:off x="0" y="1479"/>
        <a:ext cx="1971675" cy="780584"/>
      </dsp:txXfrm>
    </dsp:sp>
    <dsp:sp modelId="{78674524-7DAA-42FE-B885-D2602A0CC9D6}">
      <dsp:nvSpPr>
        <dsp:cNvPr id="0" name=""/>
        <dsp:cNvSpPr/>
      </dsp:nvSpPr>
      <dsp:spPr>
        <a:xfrm>
          <a:off x="1971675" y="1479"/>
          <a:ext cx="5915025" cy="7805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Identify the diverse needs and abilities of all pupils in the class.</a:t>
          </a:r>
        </a:p>
      </dsp:txBody>
      <dsp:txXfrm>
        <a:off x="1971675" y="1479"/>
        <a:ext cx="5915025" cy="7805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F2F88-6E74-4DFE-BC28-396671CDB61B}">
      <dsp:nvSpPr>
        <dsp:cNvPr id="0" name=""/>
        <dsp:cNvSpPr/>
      </dsp:nvSpPr>
      <dsp:spPr>
        <a:xfrm>
          <a:off x="0" y="1805"/>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B5A5AE-68B2-432D-9FAA-93C035CDE6C0}">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E57FA6-74D1-4EDA-9463-87689F5E4609}">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I - Identify pupil needs and abilities</a:t>
          </a:r>
          <a:endParaRPr lang="en-US" sz="2200" kern="1200"/>
        </a:p>
      </dsp:txBody>
      <dsp:txXfrm>
        <a:off x="1057183" y="1805"/>
        <a:ext cx="6829516" cy="915310"/>
      </dsp:txXfrm>
    </dsp:sp>
    <dsp:sp modelId="{3E8B3647-BD7B-40DA-85FE-AE242EED6E48}">
      <dsp:nvSpPr>
        <dsp:cNvPr id="0" name=""/>
        <dsp:cNvSpPr/>
      </dsp:nvSpPr>
      <dsp:spPr>
        <a:xfrm>
          <a:off x="0" y="1145944"/>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D5589F-FDC3-41DB-B922-6675BD2C7D87}">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D3F2A0-168B-4627-8D2E-25027A42E2C4}">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D - Determine whether to adapt the curriculum or differentiate instruction</a:t>
          </a:r>
          <a:endParaRPr lang="en-US" sz="2200" kern="1200"/>
        </a:p>
      </dsp:txBody>
      <dsp:txXfrm>
        <a:off x="1057183" y="1145944"/>
        <a:ext cx="6829516" cy="915310"/>
      </dsp:txXfrm>
    </dsp:sp>
    <dsp:sp modelId="{DDC42D7D-F4FF-49BD-A4AC-32463AE7A6EE}">
      <dsp:nvSpPr>
        <dsp:cNvPr id="0" name=""/>
        <dsp:cNvSpPr/>
      </dsp:nvSpPr>
      <dsp:spPr>
        <a:xfrm>
          <a:off x="0" y="2290082"/>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D791C7-2CF7-420D-ABF0-3D55E9AEC9EB}">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79A8E4-EE60-4DD4-82EC-2BB2998FEAB9}">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E - Adapt the curriculum or instruction</a:t>
          </a:r>
          <a:endParaRPr lang="en-US" sz="2200" kern="1200"/>
        </a:p>
      </dsp:txBody>
      <dsp:txXfrm>
        <a:off x="1057183" y="2290082"/>
        <a:ext cx="6829516" cy="915310"/>
      </dsp:txXfrm>
    </dsp:sp>
    <dsp:sp modelId="{3365E2B1-08A8-4012-8DC9-A43E5EAE9EB5}">
      <dsp:nvSpPr>
        <dsp:cNvPr id="0" name=""/>
        <dsp:cNvSpPr/>
      </dsp:nvSpPr>
      <dsp:spPr>
        <a:xfrm>
          <a:off x="0" y="3434221"/>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0CFD7E-BEE2-4CC4-ACB6-23EB79B7B718}">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611558-4D49-4DD8-A63C-A30801A0001F}">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A - Assess progress and adjust as needed</a:t>
          </a:r>
          <a:endParaRPr lang="en-US" sz="2200" kern="1200"/>
        </a:p>
      </dsp:txBody>
      <dsp:txXfrm>
        <a:off x="1057183" y="3434221"/>
        <a:ext cx="6829516" cy="9153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D763B-45E0-4FB5-A682-9BCF5A86F904}">
      <dsp:nvSpPr>
        <dsp:cNvPr id="0" name=""/>
        <dsp:cNvSpPr/>
      </dsp:nvSpPr>
      <dsp:spPr>
        <a:xfrm>
          <a:off x="0" y="3736288"/>
          <a:ext cx="1971675" cy="61296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Collaborate</a:t>
          </a:r>
        </a:p>
      </dsp:txBody>
      <dsp:txXfrm>
        <a:off x="0" y="3736288"/>
        <a:ext cx="1971675" cy="612969"/>
      </dsp:txXfrm>
    </dsp:sp>
    <dsp:sp modelId="{D50608DA-B213-47C6-9125-D3E2A50AEBC0}">
      <dsp:nvSpPr>
        <dsp:cNvPr id="0" name=""/>
        <dsp:cNvSpPr/>
      </dsp:nvSpPr>
      <dsp:spPr>
        <a:xfrm>
          <a:off x="1971675" y="3736288"/>
          <a:ext cx="5915025" cy="61296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Collaborate with other teachers, specialists, and families to gather input and support for meeting individual pupil needs.</a:t>
          </a:r>
        </a:p>
      </dsp:txBody>
      <dsp:txXfrm>
        <a:off x="1971675" y="3736288"/>
        <a:ext cx="5915025" cy="612969"/>
      </dsp:txXfrm>
    </dsp:sp>
    <dsp:sp modelId="{C24E6910-A03A-4F36-9DCF-DAEAAE199784}">
      <dsp:nvSpPr>
        <dsp:cNvPr id="0" name=""/>
        <dsp:cNvSpPr/>
      </dsp:nvSpPr>
      <dsp:spPr>
        <a:xfrm rot="10800000">
          <a:off x="0" y="2802736"/>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Encourage</a:t>
          </a:r>
        </a:p>
      </dsp:txBody>
      <dsp:txXfrm rot="-10800000">
        <a:off x="0" y="2802736"/>
        <a:ext cx="1971675" cy="612785"/>
      </dsp:txXfrm>
    </dsp:sp>
    <dsp:sp modelId="{1BE7C253-0A88-4FF5-8D11-3388A2295F7B}">
      <dsp:nvSpPr>
        <dsp:cNvPr id="0" name=""/>
        <dsp:cNvSpPr/>
      </dsp:nvSpPr>
      <dsp:spPr>
        <a:xfrm>
          <a:off x="1971675" y="2802736"/>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Encourage pupil input and involvement in the learning process to promote autonomy and engagement.</a:t>
          </a:r>
        </a:p>
      </dsp:txBody>
      <dsp:txXfrm>
        <a:off x="1971675" y="2802736"/>
        <a:ext cx="5915025" cy="612785"/>
      </dsp:txXfrm>
    </dsp:sp>
    <dsp:sp modelId="{62276F2E-A934-4F67-AB64-69870F64E5BD}">
      <dsp:nvSpPr>
        <dsp:cNvPr id="0" name=""/>
        <dsp:cNvSpPr/>
      </dsp:nvSpPr>
      <dsp:spPr>
        <a:xfrm rot="10800000">
          <a:off x="0" y="1869184"/>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Use</a:t>
          </a:r>
        </a:p>
      </dsp:txBody>
      <dsp:txXfrm rot="-10800000">
        <a:off x="0" y="1869184"/>
        <a:ext cx="1971675" cy="612785"/>
      </dsp:txXfrm>
    </dsp:sp>
    <dsp:sp modelId="{0E74EECD-DE9E-4CE3-8E81-F6F9DF015817}">
      <dsp:nvSpPr>
        <dsp:cNvPr id="0" name=""/>
        <dsp:cNvSpPr/>
      </dsp:nvSpPr>
      <dsp:spPr>
        <a:xfrm>
          <a:off x="1971675" y="1869184"/>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Use a variety of instructional strategies and resources to meet diverse learning needs and styles.</a:t>
          </a:r>
        </a:p>
      </dsp:txBody>
      <dsp:txXfrm>
        <a:off x="1971675" y="1869184"/>
        <a:ext cx="5915025" cy="612785"/>
      </dsp:txXfrm>
    </dsp:sp>
    <dsp:sp modelId="{8F1B86D4-EA92-4018-B7D7-3F275163652C}">
      <dsp:nvSpPr>
        <dsp:cNvPr id="0" name=""/>
        <dsp:cNvSpPr/>
      </dsp:nvSpPr>
      <dsp:spPr>
        <a:xfrm rot="10800000">
          <a:off x="0" y="935632"/>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Be</a:t>
          </a:r>
        </a:p>
      </dsp:txBody>
      <dsp:txXfrm rot="-10800000">
        <a:off x="0" y="935632"/>
        <a:ext cx="1971675" cy="612785"/>
      </dsp:txXfrm>
    </dsp:sp>
    <dsp:sp modelId="{401C1816-31BD-403E-B5A1-6D13F79D1EE3}">
      <dsp:nvSpPr>
        <dsp:cNvPr id="0" name=""/>
        <dsp:cNvSpPr/>
      </dsp:nvSpPr>
      <dsp:spPr>
        <a:xfrm>
          <a:off x="1971675" y="935632"/>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Be flexible and open to adjusting the curriculum and instruction based on pupil needs.</a:t>
          </a:r>
        </a:p>
      </dsp:txBody>
      <dsp:txXfrm>
        <a:off x="1971675" y="935632"/>
        <a:ext cx="5915025" cy="612785"/>
      </dsp:txXfrm>
    </dsp:sp>
    <dsp:sp modelId="{C80FBA19-7953-456F-A34E-9D6F86CA86A1}">
      <dsp:nvSpPr>
        <dsp:cNvPr id="0" name=""/>
        <dsp:cNvSpPr/>
      </dsp:nvSpPr>
      <dsp:spPr>
        <a:xfrm rot="10800000">
          <a:off x="0" y="2080"/>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Plan</a:t>
          </a:r>
        </a:p>
      </dsp:txBody>
      <dsp:txXfrm rot="-10800000">
        <a:off x="0" y="2080"/>
        <a:ext cx="1971675" cy="612785"/>
      </dsp:txXfrm>
    </dsp:sp>
    <dsp:sp modelId="{ED939E76-9587-495F-B10E-9E7E5C221EF9}">
      <dsp:nvSpPr>
        <dsp:cNvPr id="0" name=""/>
        <dsp:cNvSpPr/>
      </dsp:nvSpPr>
      <dsp:spPr>
        <a:xfrm>
          <a:off x="1971675" y="2080"/>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Plan for both curriculum adaptation and differentiation from the beginning of the planning process.</a:t>
          </a:r>
        </a:p>
      </dsp:txBody>
      <dsp:txXfrm>
        <a:off x="1971675" y="2080"/>
        <a:ext cx="5915025" cy="6127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14C91-2754-4FC4-BE0A-BC6981B03D7F}">
      <dsp:nvSpPr>
        <dsp:cNvPr id="0" name=""/>
        <dsp:cNvSpPr/>
      </dsp:nvSpPr>
      <dsp:spPr>
        <a:xfrm>
          <a:off x="1862769" y="-98634"/>
          <a:ext cx="4161160" cy="4161160"/>
        </a:xfrm>
        <a:prstGeom prst="circularArrow">
          <a:avLst>
            <a:gd name="adj1" fmla="val 4668"/>
            <a:gd name="adj2" fmla="val 272909"/>
            <a:gd name="adj3" fmla="val 12899876"/>
            <a:gd name="adj4" fmla="val 17984307"/>
            <a:gd name="adj5" fmla="val 484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D61027-7CB7-494B-9F8E-A47F57090920}">
      <dsp:nvSpPr>
        <dsp:cNvPr id="0" name=""/>
        <dsp:cNvSpPr/>
      </dsp:nvSpPr>
      <dsp:spPr>
        <a:xfrm>
          <a:off x="2582047" y="884"/>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Forward planning, ongoing assessment, and feedback are essential components of effective curriculum adaptation. </a:t>
          </a:r>
          <a:endParaRPr lang="en-US" sz="1500" kern="1200"/>
        </a:p>
      </dsp:txBody>
      <dsp:txXfrm>
        <a:off x="2648500" y="67337"/>
        <a:ext cx="2589699" cy="1228396"/>
      </dsp:txXfrm>
    </dsp:sp>
    <dsp:sp modelId="{501EA770-9B56-42E6-B3BE-F6F3AD4587C0}">
      <dsp:nvSpPr>
        <dsp:cNvPr id="0" name=""/>
        <dsp:cNvSpPr/>
      </dsp:nvSpPr>
      <dsp:spPr>
        <a:xfrm>
          <a:off x="4076179" y="1495017"/>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Forward planning involves anticipating the needs of learners and preparing appropriate adaptations ahead of time. </a:t>
          </a:r>
          <a:endParaRPr lang="en-US" sz="1500" kern="1200"/>
        </a:p>
      </dsp:txBody>
      <dsp:txXfrm>
        <a:off x="4142632" y="1561470"/>
        <a:ext cx="2589699" cy="1228396"/>
      </dsp:txXfrm>
    </dsp:sp>
    <dsp:sp modelId="{73811B56-FD50-461E-8457-0F5C48572F55}">
      <dsp:nvSpPr>
        <dsp:cNvPr id="0" name=""/>
        <dsp:cNvSpPr/>
      </dsp:nvSpPr>
      <dsp:spPr>
        <a:xfrm>
          <a:off x="2582047" y="2989150"/>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Ongoing assessment involves regularly evaluating the effectiveness of adaptations and adjusting them as needed. </a:t>
          </a:r>
          <a:endParaRPr lang="en-US" sz="1500" kern="1200"/>
        </a:p>
      </dsp:txBody>
      <dsp:txXfrm>
        <a:off x="2648500" y="3055603"/>
        <a:ext cx="2589699" cy="1228396"/>
      </dsp:txXfrm>
    </dsp:sp>
    <dsp:sp modelId="{9AB494A3-CAAC-4478-8FC7-B9E85624179A}">
      <dsp:nvSpPr>
        <dsp:cNvPr id="0" name=""/>
        <dsp:cNvSpPr/>
      </dsp:nvSpPr>
      <dsp:spPr>
        <a:xfrm>
          <a:off x="1087914" y="1495017"/>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Feedback involves providing learners with feedback on their progress and providing feedback to teachers on the effectiveness of adaptations.</a:t>
          </a:r>
          <a:endParaRPr lang="en-US" sz="1500" kern="1200"/>
        </a:p>
      </dsp:txBody>
      <dsp:txXfrm>
        <a:off x="1154367" y="1561470"/>
        <a:ext cx="2589699" cy="12283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49923-26A1-4E70-B37D-E568DDC0B34E}">
      <dsp:nvSpPr>
        <dsp:cNvPr id="0" name=""/>
        <dsp:cNvSpPr/>
      </dsp:nvSpPr>
      <dsp:spPr>
        <a:xfrm>
          <a:off x="0" y="2626263"/>
          <a:ext cx="7886700" cy="17231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t>Teachers should plan adaptations based on the needs of learners, implement them in the classroom, assess their effectiveness through ongoing assessment, and adjust them as needed based on feedback.</a:t>
          </a:r>
          <a:endParaRPr lang="en-US" sz="2400" kern="1200"/>
        </a:p>
      </dsp:txBody>
      <dsp:txXfrm>
        <a:off x="0" y="2626263"/>
        <a:ext cx="7886700" cy="1723112"/>
      </dsp:txXfrm>
    </dsp:sp>
    <dsp:sp modelId="{10BA5925-3CD5-4F0A-B75D-5A351439D50C}">
      <dsp:nvSpPr>
        <dsp:cNvPr id="0" name=""/>
        <dsp:cNvSpPr/>
      </dsp:nvSpPr>
      <dsp:spPr>
        <a:xfrm rot="10800000">
          <a:off x="0" y="1962"/>
          <a:ext cx="7886700" cy="2650147"/>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dirty="0"/>
            <a:t>Incorporating forward planning, ongoing assessment, and feedback into curriculum adaptation involves a cyclical process of planning, implementing, assessing, and adjusting adaptations. </a:t>
          </a:r>
          <a:endParaRPr lang="en-US" sz="2400" kern="1200" dirty="0"/>
        </a:p>
      </dsp:txBody>
      <dsp:txXfrm rot="10800000">
        <a:off x="0" y="1962"/>
        <a:ext cx="7886700" cy="172198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A3A885-8D83-49FF-8C6C-4FC24195352D}">
      <dsp:nvSpPr>
        <dsp:cNvPr id="0" name=""/>
        <dsp:cNvSpPr/>
      </dsp:nvSpPr>
      <dsp:spPr>
        <a:xfrm>
          <a:off x="0" y="573683"/>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Tools or techniques that can support forward planning, ongoing assessment, and feedback include:</a:t>
          </a:r>
          <a:endParaRPr lang="en-US" sz="1900" kern="1200"/>
        </a:p>
      </dsp:txBody>
      <dsp:txXfrm>
        <a:off x="0" y="573683"/>
        <a:ext cx="2464593" cy="1478756"/>
      </dsp:txXfrm>
    </dsp:sp>
    <dsp:sp modelId="{4A20906A-9BE2-428C-A9ED-A059747D1F45}">
      <dsp:nvSpPr>
        <dsp:cNvPr id="0" name=""/>
        <dsp:cNvSpPr/>
      </dsp:nvSpPr>
      <dsp:spPr>
        <a:xfrm>
          <a:off x="2711053" y="573683"/>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Personalised learning plans</a:t>
          </a:r>
          <a:endParaRPr lang="en-US" sz="1900" kern="1200"/>
        </a:p>
      </dsp:txBody>
      <dsp:txXfrm>
        <a:off x="2711053" y="573683"/>
        <a:ext cx="2464593" cy="1478756"/>
      </dsp:txXfrm>
    </dsp:sp>
    <dsp:sp modelId="{120F19C9-ABB0-47E4-B45F-B62C8650CC1B}">
      <dsp:nvSpPr>
        <dsp:cNvPr id="0" name=""/>
        <dsp:cNvSpPr/>
      </dsp:nvSpPr>
      <dsp:spPr>
        <a:xfrm>
          <a:off x="5422106" y="573683"/>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Checklists for assessment</a:t>
          </a:r>
          <a:endParaRPr lang="en-US" sz="1900" kern="1200"/>
        </a:p>
      </dsp:txBody>
      <dsp:txXfrm>
        <a:off x="5422106" y="573683"/>
        <a:ext cx="2464593" cy="1478756"/>
      </dsp:txXfrm>
    </dsp:sp>
    <dsp:sp modelId="{99CAA2E6-8768-4EF2-8F99-12046025B50F}">
      <dsp:nvSpPr>
        <dsp:cNvPr id="0" name=""/>
        <dsp:cNvSpPr/>
      </dsp:nvSpPr>
      <dsp:spPr>
        <a:xfrm>
          <a:off x="1355526" y="2298898"/>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Technology tools for assessment and feedback (e.g. educational apps, online quizzes)</a:t>
          </a:r>
          <a:endParaRPr lang="en-US" sz="1900" kern="1200"/>
        </a:p>
      </dsp:txBody>
      <dsp:txXfrm>
        <a:off x="1355526" y="2298898"/>
        <a:ext cx="2464593" cy="1478756"/>
      </dsp:txXfrm>
    </dsp:sp>
    <dsp:sp modelId="{428B6D87-48C0-4783-BFAD-CB82CA142961}">
      <dsp:nvSpPr>
        <dsp:cNvPr id="0" name=""/>
        <dsp:cNvSpPr/>
      </dsp:nvSpPr>
      <dsp:spPr>
        <a:xfrm>
          <a:off x="4066579" y="2298898"/>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Collaborative planning and assessment with other teachers and teacher support assistants</a:t>
          </a:r>
          <a:endParaRPr lang="en-US" sz="1900" kern="1200"/>
        </a:p>
      </dsp:txBody>
      <dsp:txXfrm>
        <a:off x="4066579" y="2298898"/>
        <a:ext cx="2464593" cy="147875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87C83-A142-4BE2-883A-D02EB1471D5B}">
      <dsp:nvSpPr>
        <dsp:cNvPr id="0" name=""/>
        <dsp:cNvSpPr/>
      </dsp:nvSpPr>
      <dsp:spPr>
        <a:xfrm>
          <a:off x="0" y="2626263"/>
          <a:ext cx="7886700" cy="17231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a:t>We have provided strategies, examples, and resources to support effective curriculum adaptation for SEND pupils</a:t>
          </a:r>
          <a:endParaRPr lang="en-US" sz="2000" kern="1200"/>
        </a:p>
      </dsp:txBody>
      <dsp:txXfrm>
        <a:off x="0" y="2626263"/>
        <a:ext cx="7886700" cy="1723112"/>
      </dsp:txXfrm>
    </dsp:sp>
    <dsp:sp modelId="{97731D39-8E4A-496D-A946-C15120DD6483}">
      <dsp:nvSpPr>
        <dsp:cNvPr id="0" name=""/>
        <dsp:cNvSpPr/>
      </dsp:nvSpPr>
      <dsp:spPr>
        <a:xfrm rot="10800000">
          <a:off x="0" y="1962"/>
          <a:ext cx="7886700" cy="2650147"/>
        </a:xfrm>
        <a:prstGeom prst="upArrowCallou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dirty="0"/>
            <a:t>Throughout the training, we have covered the definition and importance of curriculum adaptation, high-quality teaching strategies, practical examples of successful adaptations, forward planning, ongoing assessment and feedback, and establishing a learning community</a:t>
          </a:r>
          <a:endParaRPr lang="en-US" sz="2000" kern="1200" dirty="0"/>
        </a:p>
      </dsp:txBody>
      <dsp:txXfrm rot="10800000">
        <a:off x="0" y="1962"/>
        <a:ext cx="7886700" cy="172198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9BA42-E2C5-4E93-B93C-C8A0DC71878F}">
      <dsp:nvSpPr>
        <dsp:cNvPr id="0" name=""/>
        <dsp:cNvSpPr/>
      </dsp:nvSpPr>
      <dsp:spPr>
        <a:xfrm>
          <a:off x="0" y="707092"/>
          <a:ext cx="78867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36EB05-F5CC-4DE8-A560-978C5B6BBA4A}">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5EA131-0E09-4C91-B13E-EC0E7CE88EB6}">
      <dsp:nvSpPr>
        <dsp:cNvPr id="0" name=""/>
        <dsp:cNvSpPr/>
      </dsp:nvSpPr>
      <dsp:spPr>
        <a:xfrm>
          <a:off x="1507738" y="707092"/>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GB" sz="1900" kern="1200" dirty="0"/>
            <a:t>Teachers and teacher support assistants are encouraged to put the training into practice and to use the strategies and resources provided to support effective curriculum adaptation</a:t>
          </a:r>
          <a:endParaRPr lang="en-US" sz="1900" kern="1200" dirty="0"/>
        </a:p>
      </dsp:txBody>
      <dsp:txXfrm>
        <a:off x="1507738" y="707092"/>
        <a:ext cx="6378961" cy="1305401"/>
      </dsp:txXfrm>
    </dsp:sp>
    <dsp:sp modelId="{F24BCFE3-6384-4812-AB4E-66E99381B354}">
      <dsp:nvSpPr>
        <dsp:cNvPr id="0" name=""/>
        <dsp:cNvSpPr/>
      </dsp:nvSpPr>
      <dsp:spPr>
        <a:xfrm>
          <a:off x="0" y="2338844"/>
          <a:ext cx="78867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756D12-9E91-4B00-B160-26F9D021CFA2}">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4050ED-F1BF-4E9C-90BB-76727F8B7985}">
      <dsp:nvSpPr>
        <dsp:cNvPr id="0" name=""/>
        <dsp:cNvSpPr/>
      </dsp:nvSpPr>
      <dsp:spPr>
        <a:xfrm>
          <a:off x="1507738" y="2338844"/>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GB" sz="1900" kern="1200"/>
            <a:t>It is through practice and feedback that we can continue to improve and build on our skills and knowledge</a:t>
          </a:r>
          <a:endParaRPr lang="en-US" sz="1900" kern="1200"/>
        </a:p>
      </dsp:txBody>
      <dsp:txXfrm>
        <a:off x="1507738" y="2338844"/>
        <a:ext cx="6378961" cy="130540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A66A6C-09A1-41FE-A3B4-3C626CDC0AEF}">
      <dsp:nvSpPr>
        <dsp:cNvPr id="0" name=""/>
        <dsp:cNvSpPr/>
      </dsp:nvSpPr>
      <dsp:spPr>
        <a:xfrm>
          <a:off x="0" y="128177"/>
          <a:ext cx="4629150" cy="149877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Thank you for attending this training and for your commitment to providing effective curriculum adaptation for SEND pupils.</a:t>
          </a:r>
          <a:endParaRPr lang="en-US" sz="2100" kern="1200" dirty="0"/>
        </a:p>
      </dsp:txBody>
      <dsp:txXfrm>
        <a:off x="73164" y="201341"/>
        <a:ext cx="4482822" cy="1352442"/>
      </dsp:txXfrm>
    </dsp:sp>
    <dsp:sp modelId="{34E97530-8054-4464-9801-C5260254444E}">
      <dsp:nvSpPr>
        <dsp:cNvPr id="0" name=""/>
        <dsp:cNvSpPr/>
      </dsp:nvSpPr>
      <dsp:spPr>
        <a:xfrm>
          <a:off x="0" y="1687427"/>
          <a:ext cx="4629150" cy="149877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I appreciate your dedication to improving the learning and development outcomes of all pupils.</a:t>
          </a:r>
          <a:endParaRPr lang="en-US" sz="2100" kern="1200"/>
        </a:p>
      </dsp:txBody>
      <dsp:txXfrm>
        <a:off x="73164" y="1760591"/>
        <a:ext cx="4482822" cy="1352442"/>
      </dsp:txXfrm>
    </dsp:sp>
    <dsp:sp modelId="{7DDA68DB-5EE6-4933-872C-F0F6FB059EC0}">
      <dsp:nvSpPr>
        <dsp:cNvPr id="0" name=""/>
        <dsp:cNvSpPr/>
      </dsp:nvSpPr>
      <dsp:spPr>
        <a:xfrm>
          <a:off x="0" y="3246677"/>
          <a:ext cx="4629150" cy="149877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If you have any questions or feedback, please feel free to contact me through your SENCo, preferably via the termly virtual consultation sessions. </a:t>
          </a:r>
        </a:p>
      </dsp:txBody>
      <dsp:txXfrm>
        <a:off x="73164" y="3319841"/>
        <a:ext cx="4482822" cy="135244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17A013-BF7C-433B-ABFA-01F00BC8482A}" type="datetimeFigureOut">
              <a:rPr lang="en-GB" smtClean="0"/>
              <a:t>29/03/2023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B74528-3B3D-4F22-8545-BF832AEDC81D}" type="slidenum">
              <a:rPr lang="en-GB" smtClean="0"/>
              <a:t>‹#›</a:t>
            </a:fld>
            <a:endParaRPr lang="en-GB"/>
          </a:p>
        </p:txBody>
      </p:sp>
    </p:spTree>
    <p:extLst>
      <p:ext uri="{BB962C8B-B14F-4D97-AF65-F5344CB8AC3E}">
        <p14:creationId xmlns:p14="http://schemas.microsoft.com/office/powerpoint/2010/main" val="122131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B74528-3B3D-4F22-8545-BF832AEDC81D}" type="slidenum">
              <a:rPr lang="en-GB" smtClean="0"/>
              <a:t>2</a:t>
            </a:fld>
            <a:endParaRPr lang="en-GB"/>
          </a:p>
        </p:txBody>
      </p:sp>
    </p:spTree>
    <p:extLst>
      <p:ext uri="{BB962C8B-B14F-4D97-AF65-F5344CB8AC3E}">
        <p14:creationId xmlns:p14="http://schemas.microsoft.com/office/powerpoint/2010/main" val="538408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dirty="0">
                <a:effectLst/>
                <a:latin typeface="Calibri" panose="020F0502020204030204" pitchFamily="34" charset="0"/>
                <a:ea typeface="Calibri" panose="020F0502020204030204" pitchFamily="34" charset="0"/>
                <a:cs typeface="Times New Roman" panose="02020603050405020304" pitchFamily="18" charset="0"/>
              </a:rPr>
              <a:t>The training will take place over one hour and will involve a combination of presentations, activities, and discussions. </a:t>
            </a:r>
            <a:endParaRPr lang="en-GB" dirty="0"/>
          </a:p>
        </p:txBody>
      </p:sp>
      <p:sp>
        <p:nvSpPr>
          <p:cNvPr id="4" name="Slide Number Placeholder 3"/>
          <p:cNvSpPr>
            <a:spLocks noGrp="1"/>
          </p:cNvSpPr>
          <p:nvPr>
            <p:ph type="sldNum" sz="quarter" idx="5"/>
          </p:nvPr>
        </p:nvSpPr>
        <p:spPr/>
        <p:txBody>
          <a:bodyPr/>
          <a:lstStyle/>
          <a:p>
            <a:fld id="{40B74528-3B3D-4F22-8545-BF832AEDC81D}" type="slidenum">
              <a:rPr lang="en-GB" smtClean="0"/>
              <a:t>3</a:t>
            </a:fld>
            <a:endParaRPr lang="en-GB"/>
          </a:p>
        </p:txBody>
      </p:sp>
    </p:spTree>
    <p:extLst>
      <p:ext uri="{BB962C8B-B14F-4D97-AF65-F5344CB8AC3E}">
        <p14:creationId xmlns:p14="http://schemas.microsoft.com/office/powerpoint/2010/main" val="2661745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Fun task activities that can help teachers internalise the key differences between curriculum adaptation and differentiation</a:t>
            </a:r>
          </a:p>
          <a:p>
            <a:endParaRPr lang="en-GB" dirty="0"/>
          </a:p>
          <a:p>
            <a:r>
              <a:rPr lang="en-GB" dirty="0"/>
              <a:t>At the end of the task, lead a whole-group discussion to clarify any misunderstandings and reinforce the key differences between the two concepts.</a:t>
            </a:r>
          </a:p>
          <a:p>
            <a:endParaRPr lang="en-GB" dirty="0"/>
          </a:p>
          <a:p>
            <a:r>
              <a:rPr lang="en-GB" dirty="0"/>
              <a:t>This activity is not only interactive and engaging, but it also helps teachers to think critically and apply their understanding of curriculum adaptation and differentiation to real-life scenarios. Additionally, this activity promotes collaboration and communication among teachers, which can lead to the development of shared best practices for meeting the diverse needs of students in the classroom.</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40B74528-3B3D-4F22-8545-BF832AEDC81D}" type="slidenum">
              <a:rPr lang="en-GB" smtClean="0"/>
              <a:t>5</a:t>
            </a:fld>
            <a:endParaRPr lang="en-GB"/>
          </a:p>
        </p:txBody>
      </p:sp>
    </p:spTree>
    <p:extLst>
      <p:ext uri="{BB962C8B-B14F-4D97-AF65-F5344CB8AC3E}">
        <p14:creationId xmlns:p14="http://schemas.microsoft.com/office/powerpoint/2010/main" val="367241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By following these tips and the I.D.E.A. acronym, teachers can create inclusive and effective lesson plans that meet the diverse needs of all students in their classrooms.</a:t>
            </a:r>
          </a:p>
        </p:txBody>
      </p:sp>
      <p:sp>
        <p:nvSpPr>
          <p:cNvPr id="4" name="Slide Number Placeholder 3"/>
          <p:cNvSpPr>
            <a:spLocks noGrp="1"/>
          </p:cNvSpPr>
          <p:nvPr>
            <p:ph type="sldNum" sz="quarter" idx="5"/>
          </p:nvPr>
        </p:nvSpPr>
        <p:spPr/>
        <p:txBody>
          <a:bodyPr/>
          <a:lstStyle/>
          <a:p>
            <a:fld id="{40B74528-3B3D-4F22-8545-BF832AEDC81D}" type="slidenum">
              <a:rPr lang="en-GB" smtClean="0"/>
              <a:t>18</a:t>
            </a:fld>
            <a:endParaRPr lang="en-GB"/>
          </a:p>
        </p:txBody>
      </p:sp>
    </p:spTree>
    <p:extLst>
      <p:ext uri="{BB962C8B-B14F-4D97-AF65-F5344CB8AC3E}">
        <p14:creationId xmlns:p14="http://schemas.microsoft.com/office/powerpoint/2010/main" val="157692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09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
        <p:nvSpPr>
          <p:cNvPr id="7" name="Rectangle 6"/>
          <p:cNvSpPr/>
          <p:nvPr userDrawn="1"/>
        </p:nvSpPr>
        <p:spPr>
          <a:xfrm flipH="1">
            <a:off x="231262" y="6422073"/>
            <a:ext cx="8681485" cy="184297"/>
          </a:xfrm>
          <a:prstGeom prst="rect">
            <a:avLst/>
          </a:prstGeom>
          <a:gradFill>
            <a:gsLst>
              <a:gs pos="0">
                <a:srgbClr val="2C2D84"/>
              </a:gs>
              <a:gs pos="50000">
                <a:srgbClr val="006AB4"/>
              </a:gs>
              <a:gs pos="100000">
                <a:srgbClr val="9FC63B"/>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extBox 7"/>
          <p:cNvSpPr txBox="1"/>
          <p:nvPr userDrawn="1"/>
        </p:nvSpPr>
        <p:spPr>
          <a:xfrm>
            <a:off x="167467" y="6110179"/>
            <a:ext cx="4396295" cy="276999"/>
          </a:xfrm>
          <a:prstGeom prst="rect">
            <a:avLst/>
          </a:prstGeom>
          <a:noFill/>
        </p:spPr>
        <p:txBody>
          <a:bodyPr wrap="square" rtlCol="0">
            <a:spAutoFit/>
          </a:bodyPr>
          <a:lstStyle/>
          <a:p>
            <a:r>
              <a:rPr lang="en-GB" sz="1200" dirty="0">
                <a:solidFill>
                  <a:schemeClr val="tx1"/>
                </a:solidFill>
                <a:latin typeface="+mn-lt"/>
              </a:rPr>
              <a:t>BUCKINGHAMSHIRE</a:t>
            </a:r>
            <a:r>
              <a:rPr lang="en-GB" sz="1200" baseline="0" dirty="0">
                <a:solidFill>
                  <a:schemeClr val="tx1"/>
                </a:solidFill>
                <a:latin typeface="+mn-lt"/>
              </a:rPr>
              <a:t> COUNCIL</a:t>
            </a:r>
            <a:endParaRPr lang="en-GB" sz="1200" dirty="0">
              <a:solidFill>
                <a:schemeClr val="tx1"/>
              </a:solidFill>
              <a:latin typeface="+mn-lt"/>
            </a:endParaRPr>
          </a:p>
        </p:txBody>
      </p:sp>
    </p:spTree>
    <p:extLst>
      <p:ext uri="{BB962C8B-B14F-4D97-AF65-F5344CB8AC3E}">
        <p14:creationId xmlns:p14="http://schemas.microsoft.com/office/powerpoint/2010/main" val="947113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15B87-3049-4CCA-8D28-C8F0F29ED1B4}" type="datetimeFigureOut">
              <a:rPr lang="en-GB" smtClean="0"/>
              <a:t>29/03/2023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08429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15B87-3049-4CCA-8D28-C8F0F29ED1B4}" type="datetimeFigureOut">
              <a:rPr lang="en-GB" smtClean="0"/>
              <a:t>29/03/2023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8824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215B87-3049-4CCA-8D28-C8F0F29ED1B4}" type="datetimeFigureOut">
              <a:rPr lang="en-GB" smtClean="0"/>
              <a:t>29/03/2023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33796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215B87-3049-4CCA-8D28-C8F0F29ED1B4}" type="datetimeFigureOut">
              <a:rPr lang="en-GB" smtClean="0"/>
              <a:t>29/03/2023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151052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15B87-3049-4CCA-8D28-C8F0F29ED1B4}" type="datetimeFigureOut">
              <a:rPr lang="en-GB" smtClean="0"/>
              <a:t>29/03/2023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779557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29/03/2023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74128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29/03/2023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68152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29/03/2023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4233942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29/03/2023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538694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3"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sz="2800"/>
              <a:t>Click to edit Master subtitle style</a:t>
            </a:r>
            <a:endParaRPr lang="en-GB" sz="2800"/>
          </a:p>
        </p:txBody>
      </p:sp>
      <p:sp>
        <p:nvSpPr>
          <p:cNvPr id="4" name="Date Placeholder 3"/>
          <p:cNvSpPr txBox="1">
            <a:spLocks/>
          </p:cNvSpPr>
          <p:nvPr userDrawn="1"/>
        </p:nvSpPr>
        <p:spPr>
          <a:xfrm>
            <a:off x="457275"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3FF8B-3D7E-40A3-972F-2290F6E679E5}" type="datetimeFigureOut">
              <a:rPr lang="en-GB" sz="1800" smtClean="0"/>
              <a:pPr/>
              <a:t>29/03/2023</a:t>
            </a:fld>
            <a:endParaRPr lang="en-GB" sz="1800"/>
          </a:p>
        </p:txBody>
      </p:sp>
      <p:sp>
        <p:nvSpPr>
          <p:cNvPr id="5" name="Slide Number Placeholder 5"/>
          <p:cNvSpPr txBox="1">
            <a:spLocks/>
          </p:cNvSpPr>
          <p:nvPr userDrawn="1"/>
        </p:nvSpPr>
        <p:spPr>
          <a:xfrm>
            <a:off x="6554251"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0B5BB9-13EB-4BF4-AFFE-1FD7252BD932}" type="slidenum">
              <a:rPr lang="en-GB" sz="1800" smtClean="0"/>
              <a:pPr/>
              <a:t>‹#›</a:t>
            </a:fld>
            <a:endParaRPr lang="en-GB" sz="1800"/>
          </a:p>
        </p:txBody>
      </p:sp>
      <p:sp>
        <p:nvSpPr>
          <p:cNvPr id="6"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7"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3200"/>
              <a:t>Click to edit Master subtitle style</a:t>
            </a:r>
            <a:endParaRPr lang="en-GB" sz="3200"/>
          </a:p>
        </p:txBody>
      </p:sp>
      <p:sp>
        <p:nvSpPr>
          <p:cNvPr id="8" name="Date Placeholder 3"/>
          <p:cNvSpPr txBox="1">
            <a:spLocks/>
          </p:cNvSpPr>
          <p:nvPr userDrawn="1"/>
        </p:nvSpPr>
        <p:spPr>
          <a:xfrm>
            <a:off x="457275" y="4772026"/>
            <a:ext cx="2133942" cy="27411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2AC66C-F0BF-44A7-86C9-611CA48A43D7}" type="datetimeFigureOut">
              <a:rPr lang="en-GB" sz="1200" smtClean="0"/>
              <a:pPr/>
              <a:t>29/03/2023</a:t>
            </a:fld>
            <a:endParaRPr lang="en-GB" sz="1200"/>
          </a:p>
        </p:txBody>
      </p:sp>
      <p:sp>
        <p:nvSpPr>
          <p:cNvPr id="9" name="Slide Number Placeholder 5"/>
          <p:cNvSpPr txBox="1">
            <a:spLocks/>
          </p:cNvSpPr>
          <p:nvPr userDrawn="1"/>
        </p:nvSpPr>
        <p:spPr>
          <a:xfrm>
            <a:off x="6554251" y="4772026"/>
            <a:ext cx="2133942" cy="2741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AF9087-94BC-415C-8A96-1D40BD70811D}" type="slidenum">
              <a:rPr lang="en-GB" sz="1200" smtClean="0"/>
              <a:pPr/>
              <a:t>‹#›</a:t>
            </a:fld>
            <a:endParaRPr lang="en-GB" sz="1200"/>
          </a:p>
        </p:txBody>
      </p:sp>
      <p:sp>
        <p:nvSpPr>
          <p:cNvPr id="10" name="Rectangle 9"/>
          <p:cNvSpPr/>
          <p:nvPr userDrawn="1"/>
        </p:nvSpPr>
        <p:spPr>
          <a:xfrm flipV="1">
            <a:off x="-1" y="-1"/>
            <a:ext cx="9153139" cy="6863708"/>
          </a:xfrm>
          <a:prstGeom prst="rect">
            <a:avLst/>
          </a:prstGeom>
          <a:gradFill flip="none" rotWithShape="1">
            <a:gsLst>
              <a:gs pos="0">
                <a:srgbClr val="2C2D84"/>
              </a:gs>
              <a:gs pos="66000">
                <a:srgbClr val="2E83C5"/>
              </a:gs>
              <a:gs pos="100000">
                <a:srgbClr val="9FC63B"/>
              </a:gs>
              <a:gs pos="42000">
                <a:srgbClr val="006AB4"/>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1" name="Group 10"/>
          <p:cNvGrpSpPr/>
          <p:nvPr userDrawn="1"/>
        </p:nvGrpSpPr>
        <p:grpSpPr>
          <a:xfrm flipH="1">
            <a:off x="0" y="3004706"/>
            <a:ext cx="9153138" cy="3853294"/>
            <a:chOff x="1" y="1725401"/>
            <a:chExt cx="12191996" cy="5132596"/>
          </a:xfrm>
        </p:grpSpPr>
        <p:sp>
          <p:nvSpPr>
            <p:cNvPr id="12" name="Google Shape;12;p2"/>
            <p:cNvSpPr/>
            <p:nvPr userDrawn="1"/>
          </p:nvSpPr>
          <p:spPr>
            <a:xfrm rot="10800000" flipH="1">
              <a:off x="1" y="1725401"/>
              <a:ext cx="2743198" cy="1645203"/>
            </a:xfrm>
            <a:custGeom>
              <a:avLst/>
              <a:gdLst/>
              <a:ahLst/>
              <a:cxnLst/>
              <a:rect l="l" t="t" r="r" b="b"/>
              <a:pathLst>
                <a:path w="642784" h="385464" extrusionOk="0">
                  <a:moveTo>
                    <a:pt x="0" y="113368"/>
                  </a:moveTo>
                  <a:lnTo>
                    <a:pt x="0" y="385724"/>
                  </a:lnTo>
                  <a:lnTo>
                    <a:pt x="642784" y="272355"/>
                  </a:lnTo>
                  <a:lnTo>
                    <a:pt x="642784" y="0"/>
                  </a:lnTo>
                  <a:lnTo>
                    <a:pt x="0" y="113368"/>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3" name="Google Shape;13;p2"/>
            <p:cNvSpPr/>
            <p:nvPr userDrawn="1"/>
          </p:nvSpPr>
          <p:spPr>
            <a:xfrm rot="10800000" flipH="1">
              <a:off x="1727199" y="5517695"/>
              <a:ext cx="7600947" cy="1340302"/>
            </a:xfrm>
            <a:custGeom>
              <a:avLst/>
              <a:gdLst/>
              <a:ahLst/>
              <a:cxnLst/>
              <a:rect l="l" t="t" r="r" b="b"/>
              <a:pathLst>
                <a:path w="1781048" h="314027" extrusionOk="0">
                  <a:moveTo>
                    <a:pt x="238155" y="0"/>
                  </a:moveTo>
                  <a:lnTo>
                    <a:pt x="0" y="42004"/>
                  </a:lnTo>
                  <a:lnTo>
                    <a:pt x="0" y="314359"/>
                  </a:lnTo>
                  <a:lnTo>
                    <a:pt x="1782389" y="0"/>
                  </a:lnTo>
                  <a:lnTo>
                    <a:pt x="238155"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4" name="Google Shape;14;p2"/>
            <p:cNvSpPr/>
            <p:nvPr userDrawn="1"/>
          </p:nvSpPr>
          <p:spPr>
            <a:xfrm rot="10800000" flipH="1">
              <a:off x="7753345" y="4255937"/>
              <a:ext cx="4438646" cy="1943757"/>
            </a:xfrm>
            <a:custGeom>
              <a:avLst/>
              <a:gdLst/>
              <a:ahLst/>
              <a:cxnLst/>
              <a:rect l="l" t="t" r="r" b="b"/>
              <a:pathLst>
                <a:path w="1040060" h="455414" extrusionOk="0">
                  <a:moveTo>
                    <a:pt x="1040061" y="0"/>
                  </a:moveTo>
                  <a:lnTo>
                    <a:pt x="0" y="184194"/>
                  </a:lnTo>
                  <a:lnTo>
                    <a:pt x="0" y="456550"/>
                  </a:lnTo>
                  <a:lnTo>
                    <a:pt x="1040061" y="272355"/>
                  </a:lnTo>
                  <a:lnTo>
                    <a:pt x="1040061" y="0"/>
                  </a:lnTo>
                  <a:close/>
                </a:path>
              </a:pathLst>
            </a:custGeom>
            <a:gradFill>
              <a:gsLst>
                <a:gs pos="0">
                  <a:srgbClr val="00001A">
                    <a:alpha val="1960"/>
                  </a:srgbClr>
                </a:gs>
                <a:gs pos="100000">
                  <a:srgbClr val="00001A">
                    <a:alpha val="7843"/>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5" name="Google Shape;16;p2"/>
            <p:cNvSpPr/>
            <p:nvPr userDrawn="1"/>
          </p:nvSpPr>
          <p:spPr>
            <a:xfrm rot="10800000" flipH="1">
              <a:off x="10915648" y="2490041"/>
              <a:ext cx="1276349" cy="1384766"/>
            </a:xfrm>
            <a:custGeom>
              <a:avLst/>
              <a:gdLst/>
              <a:ahLst/>
              <a:cxnLst/>
              <a:rect l="l" t="t" r="r" b="b"/>
              <a:pathLst>
                <a:path w="299073" h="324445" extrusionOk="0">
                  <a:moveTo>
                    <a:pt x="299073" y="0"/>
                  </a:moveTo>
                  <a:lnTo>
                    <a:pt x="0" y="52748"/>
                  </a:lnTo>
                  <a:lnTo>
                    <a:pt x="0" y="325103"/>
                  </a:lnTo>
                  <a:lnTo>
                    <a:pt x="299073" y="272355"/>
                  </a:lnTo>
                  <a:lnTo>
                    <a:pt x="299073"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6" name="Google Shape;17;p2"/>
            <p:cNvSpPr/>
            <p:nvPr userDrawn="1"/>
          </p:nvSpPr>
          <p:spPr>
            <a:xfrm rot="10800000" flipH="1">
              <a:off x="2730495" y="4531589"/>
              <a:ext cx="2381248" cy="1581685"/>
            </a:xfrm>
            <a:custGeom>
              <a:avLst/>
              <a:gdLst/>
              <a:ahLst/>
              <a:cxnLst/>
              <a:rect l="l" t="t" r="r" b="b"/>
              <a:pathLst>
                <a:path w="557972" h="370582" extrusionOk="0">
                  <a:moveTo>
                    <a:pt x="0" y="98410"/>
                  </a:moveTo>
                  <a:lnTo>
                    <a:pt x="0" y="370765"/>
                  </a:lnTo>
                  <a:lnTo>
                    <a:pt x="557973" y="272355"/>
                  </a:lnTo>
                  <a:lnTo>
                    <a:pt x="557973" y="0"/>
                  </a:lnTo>
                  <a:lnTo>
                    <a:pt x="0" y="98410"/>
                  </a:lnTo>
                  <a:close/>
                </a:path>
              </a:pathLst>
            </a:custGeom>
            <a:gradFill>
              <a:gsLst>
                <a:gs pos="0">
                  <a:srgbClr val="FFFFFF">
                    <a:alpha val="4705"/>
                  </a:srgbClr>
                </a:gs>
                <a:gs pos="100000">
                  <a:srgbClr val="FFFFFF">
                    <a:alpha val="11764"/>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7" name="Google Shape;18;p2"/>
            <p:cNvSpPr/>
            <p:nvPr userDrawn="1"/>
          </p:nvSpPr>
          <p:spPr>
            <a:xfrm rot="10800000" flipH="1">
              <a:off x="11366499" y="3735061"/>
              <a:ext cx="825498" cy="1302188"/>
            </a:xfrm>
            <a:custGeom>
              <a:avLst/>
              <a:gdLst/>
              <a:ahLst/>
              <a:cxnLst/>
              <a:rect l="l" t="t" r="r" b="b"/>
              <a:pathLst>
                <a:path w="193430" h="305097" extrusionOk="0">
                  <a:moveTo>
                    <a:pt x="193430" y="0"/>
                  </a:moveTo>
                  <a:lnTo>
                    <a:pt x="0" y="34116"/>
                  </a:lnTo>
                  <a:lnTo>
                    <a:pt x="0" y="306471"/>
                  </a:lnTo>
                  <a:lnTo>
                    <a:pt x="193430" y="272355"/>
                  </a:lnTo>
                  <a:lnTo>
                    <a:pt x="193430" y="0"/>
                  </a:lnTo>
                  <a:close/>
                </a:path>
              </a:pathLst>
            </a:custGeom>
            <a:gradFill>
              <a:gsLst>
                <a:gs pos="0">
                  <a:srgbClr val="FFFFFF">
                    <a:alpha val="11764"/>
                  </a:srgbClr>
                </a:gs>
                <a:gs pos="100000">
                  <a:srgbClr val="FFFFFF">
                    <a:alpha val="4705"/>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grpSp>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t="4862"/>
          <a:stretch/>
        </p:blipFill>
        <p:spPr>
          <a:xfrm>
            <a:off x="513861" y="1"/>
            <a:ext cx="1427067" cy="1818895"/>
          </a:xfrm>
          <a:prstGeom prst="rect">
            <a:avLst/>
          </a:prstGeom>
        </p:spPr>
      </p:pic>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96000" y="5131521"/>
            <a:ext cx="3054043" cy="1767693"/>
          </a:xfrm>
          <a:prstGeom prst="rect">
            <a:avLst/>
          </a:prstGeom>
        </p:spPr>
      </p:pic>
    </p:spTree>
    <p:extLst>
      <p:ext uri="{BB962C8B-B14F-4D97-AF65-F5344CB8AC3E}">
        <p14:creationId xmlns:p14="http://schemas.microsoft.com/office/powerpoint/2010/main" val="369146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3/29/2023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62481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22.png"/><Relationship Id="rId2" Type="http://schemas.openxmlformats.org/officeDocument/2006/relationships/diagramData" Target="../diagrams/data13.xml"/><Relationship Id="rId1" Type="http://schemas.openxmlformats.org/officeDocument/2006/relationships/slideLayout" Target="../slideLayouts/slideLayout8.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title"/>
          </p:nvPr>
        </p:nvSpPr>
        <p:spPr>
          <a:xfrm>
            <a:off x="629841" y="365126"/>
            <a:ext cx="7886700" cy="1325563"/>
          </a:xfrm>
        </p:spPr>
        <p:txBody>
          <a:bodyPr anchor="ctr">
            <a:normAutofit fontScale="90000"/>
          </a:bodyPr>
          <a:lstStyle>
            <a:lvl1pPr algn="l">
              <a:defRPr sz="4800"/>
            </a:lvl1pPr>
          </a:lstStyle>
          <a:p>
            <a:br>
              <a:rPr lang="en-GB" sz="1100" dirty="0">
                <a:effectLst/>
              </a:rPr>
            </a:br>
            <a:br>
              <a:rPr lang="en-GB" sz="1100" dirty="0">
                <a:effectLst/>
              </a:rPr>
            </a:br>
            <a:br>
              <a:rPr lang="en-GB" sz="1100" dirty="0">
                <a:effectLst/>
              </a:rPr>
            </a:br>
            <a:br>
              <a:rPr lang="en-GB" sz="1100" dirty="0">
                <a:effectLst/>
              </a:rPr>
            </a:br>
            <a:br>
              <a:rPr lang="en-GB" sz="1100" dirty="0">
                <a:effectLst/>
              </a:rPr>
            </a:br>
            <a:br>
              <a:rPr lang="en-GB" sz="1100" dirty="0">
                <a:effectLst/>
              </a:rPr>
            </a:br>
            <a:br>
              <a:rPr lang="en-GB" sz="800" dirty="0"/>
            </a:br>
            <a:r>
              <a:rPr lang="en-GB" sz="4000" dirty="0">
                <a:latin typeface="+mn-lt"/>
              </a:rPr>
              <a:t>Effective Curriculum Adaptation for SEND Children and Young People: </a:t>
            </a:r>
            <a:br>
              <a:rPr lang="en-US" sz="800" dirty="0"/>
            </a:br>
            <a:br>
              <a:rPr lang="en-GB" sz="1100" dirty="0">
                <a:effectLst/>
              </a:rPr>
            </a:br>
            <a:br>
              <a:rPr lang="en-US" sz="1100" dirty="0"/>
            </a:br>
            <a:br>
              <a:rPr lang="en-US" sz="1100" dirty="0"/>
            </a:br>
            <a:endParaRPr lang="en-GB" sz="1100" dirty="0"/>
          </a:p>
        </p:txBody>
      </p:sp>
      <p:pic>
        <p:nvPicPr>
          <p:cNvPr id="3" name="Picture 2" descr="A group of children in a classroom&#10;&#10;Description automatically generated with medium confidence">
            <a:extLst>
              <a:ext uri="{FF2B5EF4-FFF2-40B4-BE49-F238E27FC236}">
                <a16:creationId xmlns:a16="http://schemas.microsoft.com/office/drawing/2014/main" id="{3B98378E-E37F-41A1-8E49-A0A60DA470F9}"/>
              </a:ext>
            </a:extLst>
          </p:cNvPr>
          <p:cNvPicPr>
            <a:picLocks noChangeAspect="1"/>
          </p:cNvPicPr>
          <p:nvPr/>
        </p:nvPicPr>
        <p:blipFill rotWithShape="1">
          <a:blip r:embed="rId2"/>
          <a:srcRect b="5027"/>
          <a:stretch/>
        </p:blipFill>
        <p:spPr>
          <a:xfrm>
            <a:off x="629842" y="2505075"/>
            <a:ext cx="3868340" cy="3684588"/>
          </a:xfrm>
          <a:prstGeom prst="rect">
            <a:avLst/>
          </a:prstGeom>
          <a:noFill/>
        </p:spPr>
      </p:pic>
      <p:sp>
        <p:nvSpPr>
          <p:cNvPr id="30" name="Text Placeholder 4">
            <a:extLst>
              <a:ext uri="{FF2B5EF4-FFF2-40B4-BE49-F238E27FC236}">
                <a16:creationId xmlns:a16="http://schemas.microsoft.com/office/drawing/2014/main" id="{0CE9C5BB-080C-4AAF-8CF5-021644CA28B2}"/>
              </a:ext>
            </a:extLst>
          </p:cNvPr>
          <p:cNvSpPr>
            <a:spLocks noGrp="1"/>
          </p:cNvSpPr>
          <p:nvPr>
            <p:ph type="body" sz="quarter" idx="3"/>
          </p:nvPr>
        </p:nvSpPr>
        <p:spPr>
          <a:xfrm>
            <a:off x="627460" y="1681163"/>
            <a:ext cx="7889082" cy="823912"/>
          </a:xfrm>
        </p:spPr>
        <p:txBody>
          <a:bodyPr>
            <a:normAutofit/>
          </a:bodyPr>
          <a:lstStyle/>
          <a:p>
            <a:r>
              <a:rPr lang="en-GB" dirty="0"/>
              <a:t>A Training for Teachers and Teacher Support Assistants</a:t>
            </a:r>
            <a:endParaRPr lang="en-US" dirty="0"/>
          </a:p>
        </p:txBody>
      </p:sp>
      <p:sp>
        <p:nvSpPr>
          <p:cNvPr id="23" name="Subtitle 2"/>
          <p:cNvSpPr>
            <a:spLocks noGrp="1"/>
          </p:cNvSpPr>
          <p:nvPr>
            <p:ph sz="quarter" idx="4"/>
          </p:nvPr>
        </p:nvSpPr>
        <p:spPr>
          <a:xfrm>
            <a:off x="4629150" y="2505075"/>
            <a:ext cx="3887391" cy="3684588"/>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sz="2800" dirty="0"/>
          </a:p>
          <a:p>
            <a:r>
              <a:rPr lang="en-US" sz="2800" dirty="0"/>
              <a:t>Dr Scott I-Patrick</a:t>
            </a:r>
          </a:p>
          <a:p>
            <a:r>
              <a:rPr lang="en-US" sz="2800" dirty="0"/>
              <a:t>Educational Psychologist</a:t>
            </a:r>
          </a:p>
        </p:txBody>
      </p:sp>
    </p:spTree>
    <p:extLst>
      <p:ext uri="{BB962C8B-B14F-4D97-AF65-F5344CB8AC3E}">
        <p14:creationId xmlns:p14="http://schemas.microsoft.com/office/powerpoint/2010/main" val="1775890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91B49-5A86-403E-BA68-06D6F8025CF7}"/>
              </a:ext>
            </a:extLst>
          </p:cNvPr>
          <p:cNvSpPr>
            <a:spLocks noGrp="1"/>
          </p:cNvSpPr>
          <p:nvPr>
            <p:ph type="title"/>
          </p:nvPr>
        </p:nvSpPr>
        <p:spPr>
          <a:xfrm>
            <a:off x="628650" y="365126"/>
            <a:ext cx="7886700" cy="1325563"/>
          </a:xfrm>
        </p:spPr>
        <p:txBody>
          <a:bodyPr anchor="ctr">
            <a:normAutofit/>
          </a:bodyPr>
          <a:lstStyle/>
          <a:p>
            <a:r>
              <a:rPr lang="en-GB" dirty="0"/>
              <a:t>Training Goal</a:t>
            </a:r>
            <a:br>
              <a:rPr lang="en-GB" dirty="0"/>
            </a:br>
            <a:r>
              <a:rPr lang="en-GB" dirty="0"/>
              <a:t> </a:t>
            </a:r>
          </a:p>
        </p:txBody>
      </p:sp>
      <p:sp>
        <p:nvSpPr>
          <p:cNvPr id="4" name="Content Placeholder 3">
            <a:extLst>
              <a:ext uri="{FF2B5EF4-FFF2-40B4-BE49-F238E27FC236}">
                <a16:creationId xmlns:a16="http://schemas.microsoft.com/office/drawing/2014/main" id="{36C8A145-2A43-06F0-27E2-D38556A7BB12}"/>
              </a:ext>
            </a:extLst>
          </p:cNvPr>
          <p:cNvSpPr>
            <a:spLocks noGrp="1"/>
          </p:cNvSpPr>
          <p:nvPr>
            <p:ph sz="half" idx="1"/>
          </p:nvPr>
        </p:nvSpPr>
        <p:spPr>
          <a:xfrm>
            <a:off x="628650" y="1145219"/>
            <a:ext cx="3886200" cy="5031744"/>
          </a:xfrm>
        </p:spPr>
        <p:txBody>
          <a:bodyPr>
            <a:normAutofit/>
          </a:bodyPr>
          <a:lstStyle/>
          <a:p>
            <a:r>
              <a:rPr lang="en-GB" dirty="0"/>
              <a:t>The goal of this training is to provide practical strategies that will enable teachers and teacher support assistants to plan and implement successful adaptations that meet the diverse needs of SEND students. </a:t>
            </a:r>
          </a:p>
        </p:txBody>
      </p:sp>
      <p:pic>
        <p:nvPicPr>
          <p:cNvPr id="9" name="Picture 8">
            <a:extLst>
              <a:ext uri="{FF2B5EF4-FFF2-40B4-BE49-F238E27FC236}">
                <a16:creationId xmlns:a16="http://schemas.microsoft.com/office/drawing/2014/main" id="{21CA3D73-F365-6235-E5F7-47C38742BB6E}"/>
              </a:ext>
            </a:extLst>
          </p:cNvPr>
          <p:cNvPicPr>
            <a:picLocks noChangeAspect="1"/>
          </p:cNvPicPr>
          <p:nvPr/>
        </p:nvPicPr>
        <p:blipFill>
          <a:blip r:embed="rId3"/>
          <a:stretch>
            <a:fillRect/>
          </a:stretch>
        </p:blipFill>
        <p:spPr>
          <a:xfrm>
            <a:off x="57150" y="6309802"/>
            <a:ext cx="9019738" cy="518746"/>
          </a:xfrm>
          <a:prstGeom prst="rect">
            <a:avLst/>
          </a:prstGeom>
        </p:spPr>
      </p:pic>
      <p:pic>
        <p:nvPicPr>
          <p:cNvPr id="14" name="Picture 13">
            <a:extLst>
              <a:ext uri="{FF2B5EF4-FFF2-40B4-BE49-F238E27FC236}">
                <a16:creationId xmlns:a16="http://schemas.microsoft.com/office/drawing/2014/main" id="{62045BA4-DEEE-75F6-2288-ED9E156EAA2E}"/>
              </a:ext>
            </a:extLst>
          </p:cNvPr>
          <p:cNvPicPr>
            <a:picLocks noChangeAspect="1"/>
          </p:cNvPicPr>
          <p:nvPr/>
        </p:nvPicPr>
        <p:blipFill>
          <a:blip r:embed="rId4"/>
          <a:stretch>
            <a:fillRect/>
          </a:stretch>
        </p:blipFill>
        <p:spPr>
          <a:xfrm>
            <a:off x="5004324" y="577849"/>
            <a:ext cx="2952750" cy="5915025"/>
          </a:xfrm>
          <a:prstGeom prst="rect">
            <a:avLst/>
          </a:prstGeom>
        </p:spPr>
      </p:pic>
    </p:spTree>
    <p:extLst>
      <p:ext uri="{BB962C8B-B14F-4D97-AF65-F5344CB8AC3E}">
        <p14:creationId xmlns:p14="http://schemas.microsoft.com/office/powerpoint/2010/main" val="1218126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ACD2-2F90-470E-A372-7DBF3AFFC009}"/>
              </a:ext>
            </a:extLst>
          </p:cNvPr>
          <p:cNvSpPr>
            <a:spLocks noGrp="1"/>
          </p:cNvSpPr>
          <p:nvPr>
            <p:ph type="title"/>
          </p:nvPr>
        </p:nvSpPr>
        <p:spPr>
          <a:xfrm>
            <a:off x="628650" y="365126"/>
            <a:ext cx="7886700" cy="1325563"/>
          </a:xfrm>
        </p:spPr>
        <p:txBody>
          <a:bodyPr anchor="ctr">
            <a:normAutofit/>
          </a:bodyPr>
          <a:lstStyle/>
          <a:p>
            <a:r>
              <a:rPr lang="en-GB" dirty="0"/>
              <a:t>Training Objective</a:t>
            </a:r>
          </a:p>
        </p:txBody>
      </p:sp>
      <p:sp>
        <p:nvSpPr>
          <p:cNvPr id="3" name="Content Placeholder 2">
            <a:extLst>
              <a:ext uri="{FF2B5EF4-FFF2-40B4-BE49-F238E27FC236}">
                <a16:creationId xmlns:a16="http://schemas.microsoft.com/office/drawing/2014/main" id="{BFCCA1B8-A11B-4142-A153-EF0E753E5BCB}"/>
              </a:ext>
            </a:extLst>
          </p:cNvPr>
          <p:cNvSpPr>
            <a:spLocks noGrp="1"/>
          </p:cNvSpPr>
          <p:nvPr>
            <p:ph sz="half" idx="1"/>
          </p:nvPr>
        </p:nvSpPr>
        <p:spPr>
          <a:xfrm>
            <a:off x="628650" y="1825625"/>
            <a:ext cx="3886200" cy="4351338"/>
          </a:xfrm>
        </p:spPr>
        <p:txBody>
          <a:bodyPr>
            <a:normAutofit/>
          </a:bodyPr>
          <a:lstStyle/>
          <a:p>
            <a:r>
              <a:rPr lang="en-GB" dirty="0"/>
              <a:t>By the end of the training, you will have an improved understanding of effective curriculum adaptation for SEND children and young people and practical strategies for adapting the curriculum.</a:t>
            </a:r>
          </a:p>
          <a:p>
            <a:endParaRPr lang="en-GB" dirty="0"/>
          </a:p>
        </p:txBody>
      </p:sp>
      <p:pic>
        <p:nvPicPr>
          <p:cNvPr id="5" name="Picture 4">
            <a:extLst>
              <a:ext uri="{FF2B5EF4-FFF2-40B4-BE49-F238E27FC236}">
                <a16:creationId xmlns:a16="http://schemas.microsoft.com/office/drawing/2014/main" id="{4DFCA26B-A23C-3012-410A-6BEBDD494330}"/>
              </a:ext>
            </a:extLst>
          </p:cNvPr>
          <p:cNvPicPr>
            <a:picLocks noChangeAspect="1"/>
          </p:cNvPicPr>
          <p:nvPr/>
        </p:nvPicPr>
        <p:blipFill rotWithShape="1">
          <a:blip r:embed="rId3"/>
          <a:srcRect l="10690"/>
          <a:stretch/>
        </p:blipFill>
        <p:spPr>
          <a:xfrm>
            <a:off x="4629150" y="1825625"/>
            <a:ext cx="3886200" cy="4351338"/>
          </a:xfrm>
          <a:prstGeom prst="rect">
            <a:avLst/>
          </a:prstGeom>
          <a:noFill/>
        </p:spPr>
      </p:pic>
      <p:pic>
        <p:nvPicPr>
          <p:cNvPr id="6" name="Picture 5">
            <a:extLst>
              <a:ext uri="{FF2B5EF4-FFF2-40B4-BE49-F238E27FC236}">
                <a16:creationId xmlns:a16="http://schemas.microsoft.com/office/drawing/2014/main" id="{AB705E3D-0A15-5378-3C91-82C93B55263A}"/>
              </a:ext>
            </a:extLst>
          </p:cNvPr>
          <p:cNvPicPr>
            <a:picLocks noChangeAspect="1"/>
          </p:cNvPicPr>
          <p:nvPr/>
        </p:nvPicPr>
        <p:blipFill>
          <a:blip r:embed="rId4"/>
          <a:stretch>
            <a:fillRect/>
          </a:stretch>
        </p:blipFill>
        <p:spPr>
          <a:xfrm>
            <a:off x="92662" y="6309802"/>
            <a:ext cx="9019738" cy="518746"/>
          </a:xfrm>
          <a:prstGeom prst="rect">
            <a:avLst/>
          </a:prstGeom>
        </p:spPr>
      </p:pic>
    </p:spTree>
    <p:extLst>
      <p:ext uri="{BB962C8B-B14F-4D97-AF65-F5344CB8AC3E}">
        <p14:creationId xmlns:p14="http://schemas.microsoft.com/office/powerpoint/2010/main" val="1746384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72553-DB73-4490-98BE-32E6DD8F44E0}"/>
              </a:ext>
            </a:extLst>
          </p:cNvPr>
          <p:cNvSpPr>
            <a:spLocks noGrp="1"/>
          </p:cNvSpPr>
          <p:nvPr>
            <p:ph type="title"/>
          </p:nvPr>
        </p:nvSpPr>
        <p:spPr>
          <a:xfrm>
            <a:off x="628650" y="365126"/>
            <a:ext cx="7886700" cy="1325563"/>
          </a:xfrm>
        </p:spPr>
        <p:txBody>
          <a:bodyPr anchor="ctr">
            <a:normAutofit/>
          </a:bodyPr>
          <a:lstStyle/>
          <a:p>
            <a:r>
              <a:rPr lang="en-GB" dirty="0"/>
              <a:t>Training Aims</a:t>
            </a:r>
          </a:p>
        </p:txBody>
      </p:sp>
      <p:sp>
        <p:nvSpPr>
          <p:cNvPr id="3" name="Content Placeholder 2">
            <a:extLst>
              <a:ext uri="{FF2B5EF4-FFF2-40B4-BE49-F238E27FC236}">
                <a16:creationId xmlns:a16="http://schemas.microsoft.com/office/drawing/2014/main" id="{2656A745-2019-43C3-90E9-0753A33AB853}"/>
              </a:ext>
            </a:extLst>
          </p:cNvPr>
          <p:cNvSpPr>
            <a:spLocks noGrp="1"/>
          </p:cNvSpPr>
          <p:nvPr>
            <p:ph sz="half" idx="1"/>
          </p:nvPr>
        </p:nvSpPr>
        <p:spPr>
          <a:xfrm>
            <a:off x="628650" y="1825625"/>
            <a:ext cx="3886200" cy="4351338"/>
          </a:xfrm>
        </p:spPr>
        <p:txBody>
          <a:bodyPr>
            <a:normAutofit fontScale="85000" lnSpcReduction="20000"/>
          </a:bodyPr>
          <a:lstStyle/>
          <a:p>
            <a:pPr marL="457200" indent="-457200">
              <a:buFont typeface="Arial" panose="020B0604020202020204" pitchFamily="34" charset="0"/>
              <a:buChar char="•"/>
            </a:pPr>
            <a:r>
              <a:rPr lang="en-GB" sz="2200" dirty="0"/>
              <a:t>Assessing the current level of knowledge and skills of the teachers and teacher support assistants [</a:t>
            </a:r>
            <a:r>
              <a:rPr lang="en-GB" sz="2200" dirty="0">
                <a:solidFill>
                  <a:srgbClr val="FF0000"/>
                </a:solidFill>
              </a:rPr>
              <a:t>5min group task</a:t>
            </a:r>
            <a:r>
              <a:rPr lang="en-GB" sz="2200" dirty="0"/>
              <a:t>]</a:t>
            </a:r>
          </a:p>
          <a:p>
            <a:pPr marL="457200" indent="-457200">
              <a:buFont typeface="Arial" panose="020B0604020202020204" pitchFamily="34" charset="0"/>
              <a:buChar char="•"/>
            </a:pPr>
            <a:r>
              <a:rPr lang="en-GB" sz="2200" dirty="0"/>
              <a:t>Defining curriculum adaptation and its importance</a:t>
            </a:r>
          </a:p>
          <a:p>
            <a:pPr marL="457200" indent="-457200">
              <a:buFont typeface="Arial" panose="020B0604020202020204" pitchFamily="34" charset="0"/>
              <a:buChar char="•"/>
            </a:pPr>
            <a:r>
              <a:rPr lang="en-GB" sz="2200" dirty="0"/>
              <a:t>High-quality teaching strategies for curriculum adaptation</a:t>
            </a:r>
          </a:p>
          <a:p>
            <a:pPr marL="457200" indent="-457200">
              <a:buFont typeface="Arial" panose="020B0604020202020204" pitchFamily="34" charset="0"/>
              <a:buChar char="•"/>
            </a:pPr>
            <a:r>
              <a:rPr lang="en-GB" sz="2200" dirty="0"/>
              <a:t>Practical examples of successful adaptations</a:t>
            </a:r>
          </a:p>
          <a:p>
            <a:pPr marL="457200" indent="-457200">
              <a:buFont typeface="Arial" panose="020B0604020202020204" pitchFamily="34" charset="0"/>
              <a:buChar char="•"/>
            </a:pPr>
            <a:r>
              <a:rPr lang="en-GB" sz="2200" dirty="0"/>
              <a:t>Tips to help teachers remember the difference between curriculum adaptation and differentiation and apply it when designing lesson plans</a:t>
            </a:r>
          </a:p>
          <a:p>
            <a:pPr marL="457200" indent="-457200">
              <a:buFont typeface="Arial" panose="020B0604020202020204" pitchFamily="34" charset="0"/>
              <a:buChar char="•"/>
            </a:pPr>
            <a:r>
              <a:rPr lang="en-GB" sz="2200" dirty="0"/>
              <a:t>Forward planning, ongoing assessment, and feedback</a:t>
            </a:r>
          </a:p>
          <a:p>
            <a:pPr marL="0" indent="0">
              <a:buNone/>
            </a:pPr>
            <a:endParaRPr lang="en-GB" sz="2200" dirty="0"/>
          </a:p>
          <a:p>
            <a:endParaRPr lang="en-GB" sz="2200" dirty="0"/>
          </a:p>
        </p:txBody>
      </p:sp>
      <p:pic>
        <p:nvPicPr>
          <p:cNvPr id="9" name="Picture 8">
            <a:extLst>
              <a:ext uri="{FF2B5EF4-FFF2-40B4-BE49-F238E27FC236}">
                <a16:creationId xmlns:a16="http://schemas.microsoft.com/office/drawing/2014/main" id="{83679522-CDE8-5945-8DF8-28709E44AED2}"/>
              </a:ext>
            </a:extLst>
          </p:cNvPr>
          <p:cNvPicPr>
            <a:picLocks noChangeAspect="1"/>
          </p:cNvPicPr>
          <p:nvPr/>
        </p:nvPicPr>
        <p:blipFill rotWithShape="1">
          <a:blip r:embed="rId2"/>
          <a:srcRect l="10638" r="1057" b="2"/>
          <a:stretch/>
        </p:blipFill>
        <p:spPr>
          <a:xfrm>
            <a:off x="4629150" y="1825625"/>
            <a:ext cx="3886200" cy="4351338"/>
          </a:xfrm>
          <a:prstGeom prst="rect">
            <a:avLst/>
          </a:prstGeom>
          <a:noFill/>
        </p:spPr>
      </p:pic>
      <p:pic>
        <p:nvPicPr>
          <p:cNvPr id="10" name="Picture 9">
            <a:extLst>
              <a:ext uri="{FF2B5EF4-FFF2-40B4-BE49-F238E27FC236}">
                <a16:creationId xmlns:a16="http://schemas.microsoft.com/office/drawing/2014/main" id="{4C96E6EF-0641-A5DC-2288-7403F0AD4419}"/>
              </a:ext>
            </a:extLst>
          </p:cNvPr>
          <p:cNvPicPr>
            <a:picLocks noChangeAspect="1"/>
          </p:cNvPicPr>
          <p:nvPr/>
        </p:nvPicPr>
        <p:blipFill>
          <a:blip r:embed="rId3"/>
          <a:stretch>
            <a:fillRect/>
          </a:stretch>
        </p:blipFill>
        <p:spPr>
          <a:xfrm>
            <a:off x="92662" y="6309802"/>
            <a:ext cx="9019738" cy="518746"/>
          </a:xfrm>
          <a:prstGeom prst="rect">
            <a:avLst/>
          </a:prstGeom>
        </p:spPr>
      </p:pic>
    </p:spTree>
    <p:extLst>
      <p:ext uri="{BB962C8B-B14F-4D97-AF65-F5344CB8AC3E}">
        <p14:creationId xmlns:p14="http://schemas.microsoft.com/office/powerpoint/2010/main" val="2030430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644A1-836F-1400-E76C-A5E8C16F86F3}"/>
              </a:ext>
            </a:extLst>
          </p:cNvPr>
          <p:cNvSpPr>
            <a:spLocks noGrp="1"/>
          </p:cNvSpPr>
          <p:nvPr>
            <p:ph type="title"/>
          </p:nvPr>
        </p:nvSpPr>
        <p:spPr/>
        <p:txBody>
          <a:bodyPr/>
          <a:lstStyle/>
          <a:p>
            <a:r>
              <a:rPr lang="en-GB" dirty="0"/>
              <a:t>Group Tasks</a:t>
            </a:r>
          </a:p>
        </p:txBody>
      </p:sp>
      <p:sp>
        <p:nvSpPr>
          <p:cNvPr id="3" name="Content Placeholder 2">
            <a:extLst>
              <a:ext uri="{FF2B5EF4-FFF2-40B4-BE49-F238E27FC236}">
                <a16:creationId xmlns:a16="http://schemas.microsoft.com/office/drawing/2014/main" id="{DC69A403-FBF0-6834-F86C-6561BFA9D042}"/>
              </a:ext>
            </a:extLst>
          </p:cNvPr>
          <p:cNvSpPr>
            <a:spLocks noGrp="1"/>
          </p:cNvSpPr>
          <p:nvPr>
            <p:ph sz="half" idx="1"/>
          </p:nvPr>
        </p:nvSpPr>
        <p:spPr>
          <a:xfrm>
            <a:off x="685800" y="1805305"/>
            <a:ext cx="3886200" cy="4351338"/>
          </a:xfrm>
        </p:spPr>
        <p:txBody>
          <a:bodyPr>
            <a:normAutofit/>
          </a:bodyPr>
          <a:lstStyle/>
          <a:p>
            <a:pPr marL="0" indent="0">
              <a:buNone/>
            </a:pPr>
            <a:r>
              <a:rPr lang="en-GB" dirty="0">
                <a:solidFill>
                  <a:srgbClr val="0070C0"/>
                </a:solidFill>
              </a:rPr>
              <a:t>Activity 1</a:t>
            </a:r>
          </a:p>
          <a:p>
            <a:pPr marL="0" indent="0">
              <a:buNone/>
            </a:pPr>
            <a:r>
              <a:rPr lang="en-GB" sz="2000" dirty="0"/>
              <a:t>In your packs you will find paperclipped scenarios normally faced by teachers when planning curriculum content.</a:t>
            </a:r>
          </a:p>
          <a:p>
            <a:pPr marL="0" indent="0" algn="just">
              <a:buNone/>
            </a:pPr>
            <a:endParaRPr lang="en-GB" sz="2000" dirty="0"/>
          </a:p>
          <a:p>
            <a:pPr marL="0" indent="0">
              <a:buNone/>
            </a:pPr>
            <a:r>
              <a:rPr lang="en-GB" sz="2400" dirty="0"/>
              <a:t>Sort each (paperclipped)  scenario under the header of either …</a:t>
            </a:r>
          </a:p>
          <a:p>
            <a:pPr marL="0" indent="0">
              <a:buNone/>
            </a:pPr>
            <a:endParaRPr lang="en-GB" sz="2400" dirty="0"/>
          </a:p>
          <a:p>
            <a:pPr marL="0" indent="0">
              <a:buNone/>
            </a:pPr>
            <a:r>
              <a:rPr lang="en-GB" sz="2400" dirty="0">
                <a:solidFill>
                  <a:schemeClr val="accent6">
                    <a:lumMod val="75000"/>
                  </a:schemeClr>
                </a:solidFill>
              </a:rPr>
              <a:t>adaption or differentiation </a:t>
            </a:r>
          </a:p>
        </p:txBody>
      </p:sp>
      <p:sp>
        <p:nvSpPr>
          <p:cNvPr id="4" name="Content Placeholder 3">
            <a:extLst>
              <a:ext uri="{FF2B5EF4-FFF2-40B4-BE49-F238E27FC236}">
                <a16:creationId xmlns:a16="http://schemas.microsoft.com/office/drawing/2014/main" id="{F8D357AF-E3E3-052E-0F34-378F19A16365}"/>
              </a:ext>
            </a:extLst>
          </p:cNvPr>
          <p:cNvSpPr>
            <a:spLocks noGrp="1"/>
          </p:cNvSpPr>
          <p:nvPr>
            <p:ph sz="half" idx="2"/>
          </p:nvPr>
        </p:nvSpPr>
        <p:spPr>
          <a:xfrm>
            <a:off x="4768427" y="1690689"/>
            <a:ext cx="3886200" cy="4351338"/>
          </a:xfrm>
        </p:spPr>
        <p:txBody>
          <a:bodyPr>
            <a:normAutofit/>
          </a:bodyPr>
          <a:lstStyle/>
          <a:p>
            <a:pPr marL="0" indent="0" algn="just">
              <a:buNone/>
            </a:pPr>
            <a:r>
              <a:rPr lang="en-GB" dirty="0">
                <a:solidFill>
                  <a:srgbClr val="FFC000"/>
                </a:solidFill>
              </a:rPr>
              <a:t>Activity 2</a:t>
            </a:r>
          </a:p>
          <a:p>
            <a:pPr marL="0" indent="0">
              <a:buNone/>
            </a:pPr>
            <a:r>
              <a:rPr lang="en-GB" sz="2000" dirty="0"/>
              <a:t>Take a look in the white envelope.  You will find adapted lesson plans from teachers whose pupils have Autism, ADHD,EF challenges, Dyslexia and dyscalculia.  </a:t>
            </a:r>
          </a:p>
          <a:p>
            <a:pPr marL="0" indent="0" algn="just">
              <a:buNone/>
            </a:pPr>
            <a:endParaRPr lang="en-GB" sz="1900" dirty="0"/>
          </a:p>
          <a:p>
            <a:pPr marL="0" indent="0" algn="just">
              <a:buNone/>
            </a:pPr>
            <a:r>
              <a:rPr lang="en-GB" sz="2400" dirty="0"/>
              <a:t>Sort each teachers plan into either …</a:t>
            </a:r>
          </a:p>
          <a:p>
            <a:pPr marL="0" indent="0" algn="just">
              <a:buNone/>
            </a:pPr>
            <a:endParaRPr lang="en-GB" sz="2400" dirty="0"/>
          </a:p>
          <a:p>
            <a:pPr marL="0" indent="0" algn="just">
              <a:buNone/>
            </a:pPr>
            <a:r>
              <a:rPr lang="en-GB" sz="2400" dirty="0">
                <a:solidFill>
                  <a:schemeClr val="accent6">
                    <a:lumMod val="75000"/>
                  </a:schemeClr>
                </a:solidFill>
              </a:rPr>
              <a:t>adaptation or differentiation</a:t>
            </a:r>
          </a:p>
        </p:txBody>
      </p:sp>
    </p:spTree>
    <p:extLst>
      <p:ext uri="{BB962C8B-B14F-4D97-AF65-F5344CB8AC3E}">
        <p14:creationId xmlns:p14="http://schemas.microsoft.com/office/powerpoint/2010/main" val="421256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B5313-C455-4FCC-8E1E-D2083F57C21D}"/>
              </a:ext>
            </a:extLst>
          </p:cNvPr>
          <p:cNvSpPr>
            <a:spLocks noGrp="1"/>
          </p:cNvSpPr>
          <p:nvPr>
            <p:ph type="title"/>
          </p:nvPr>
        </p:nvSpPr>
        <p:spPr>
          <a:xfrm>
            <a:off x="628650" y="365126"/>
            <a:ext cx="7886700" cy="1325563"/>
          </a:xfrm>
        </p:spPr>
        <p:txBody>
          <a:bodyPr anchor="ctr">
            <a:normAutofit/>
          </a:bodyPr>
          <a:lstStyle/>
          <a:p>
            <a:r>
              <a:rPr lang="en-GB" dirty="0"/>
              <a:t>Defining Curriculum Adaptation </a:t>
            </a:r>
          </a:p>
        </p:txBody>
      </p:sp>
      <p:pic>
        <p:nvPicPr>
          <p:cNvPr id="5" name="Picture 4">
            <a:extLst>
              <a:ext uri="{FF2B5EF4-FFF2-40B4-BE49-F238E27FC236}">
                <a16:creationId xmlns:a16="http://schemas.microsoft.com/office/drawing/2014/main" id="{A4937879-6C3B-1156-94B6-E0468002FA50}"/>
              </a:ext>
            </a:extLst>
          </p:cNvPr>
          <p:cNvPicPr>
            <a:picLocks noChangeAspect="1"/>
          </p:cNvPicPr>
          <p:nvPr/>
        </p:nvPicPr>
        <p:blipFill rotWithShape="1">
          <a:blip r:embed="rId2"/>
          <a:srcRect l="10172" r="1" b="1"/>
          <a:stretch/>
        </p:blipFill>
        <p:spPr>
          <a:xfrm>
            <a:off x="628650" y="1825625"/>
            <a:ext cx="3886200" cy="4351338"/>
          </a:xfrm>
          <a:prstGeom prst="rect">
            <a:avLst/>
          </a:prstGeom>
          <a:noFill/>
        </p:spPr>
      </p:pic>
      <p:sp>
        <p:nvSpPr>
          <p:cNvPr id="3" name="Content Placeholder 2">
            <a:extLst>
              <a:ext uri="{FF2B5EF4-FFF2-40B4-BE49-F238E27FC236}">
                <a16:creationId xmlns:a16="http://schemas.microsoft.com/office/drawing/2014/main" id="{9D61E6CC-EF9F-439B-9806-47197F9A2FBA}"/>
              </a:ext>
            </a:extLst>
          </p:cNvPr>
          <p:cNvSpPr>
            <a:spLocks noGrp="1"/>
          </p:cNvSpPr>
          <p:nvPr>
            <p:ph sz="half" idx="2"/>
          </p:nvPr>
        </p:nvSpPr>
        <p:spPr>
          <a:xfrm>
            <a:off x="4629150" y="1825625"/>
            <a:ext cx="3886200" cy="4351338"/>
          </a:xfrm>
        </p:spPr>
        <p:txBody>
          <a:bodyPr>
            <a:normAutofit/>
          </a:bodyPr>
          <a:lstStyle/>
          <a:p>
            <a:r>
              <a:rPr lang="en-GB" sz="2200" dirty="0"/>
              <a:t>Curriculum adaptation involves modifying or changing the curriculum to meet the needs of learners with disabilities or other learning needs. </a:t>
            </a:r>
          </a:p>
          <a:p>
            <a:r>
              <a:rPr lang="en-GB" sz="2200" dirty="0"/>
              <a:t>Effective curriculum adaptation is important because it can help ensure that all pupils have the opportunity to learn and succeed, regardless of their abilities or needs.</a:t>
            </a:r>
          </a:p>
        </p:txBody>
      </p:sp>
    </p:spTree>
    <p:extLst>
      <p:ext uri="{BB962C8B-B14F-4D97-AF65-F5344CB8AC3E}">
        <p14:creationId xmlns:p14="http://schemas.microsoft.com/office/powerpoint/2010/main" val="3193520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2BDE4-EBF0-0B91-FFF4-15A8795D5ECD}"/>
              </a:ext>
            </a:extLst>
          </p:cNvPr>
          <p:cNvSpPr>
            <a:spLocks noGrp="1"/>
          </p:cNvSpPr>
          <p:nvPr>
            <p:ph type="title"/>
          </p:nvPr>
        </p:nvSpPr>
        <p:spPr>
          <a:xfrm>
            <a:off x="629841" y="457200"/>
            <a:ext cx="2949178" cy="1600200"/>
          </a:xfrm>
        </p:spPr>
        <p:txBody>
          <a:bodyPr anchor="b">
            <a:normAutofit/>
          </a:bodyPr>
          <a:lstStyle/>
          <a:p>
            <a:r>
              <a:rPr lang="en-GB" sz="2700"/>
              <a:t>Comparison of curriculum adaptation and differentiation</a:t>
            </a:r>
          </a:p>
        </p:txBody>
      </p:sp>
      <p:pic>
        <p:nvPicPr>
          <p:cNvPr id="5" name="Picture 4">
            <a:extLst>
              <a:ext uri="{FF2B5EF4-FFF2-40B4-BE49-F238E27FC236}">
                <a16:creationId xmlns:a16="http://schemas.microsoft.com/office/drawing/2014/main" id="{776CE324-0D6F-505A-9471-F7A83CBD52FF}"/>
              </a:ext>
            </a:extLst>
          </p:cNvPr>
          <p:cNvPicPr>
            <a:picLocks noChangeAspect="1"/>
          </p:cNvPicPr>
          <p:nvPr/>
        </p:nvPicPr>
        <p:blipFill rotWithShape="1">
          <a:blip r:embed="rId2"/>
          <a:srcRect l="21972" r="2158"/>
          <a:stretch/>
        </p:blipFill>
        <p:spPr>
          <a:xfrm>
            <a:off x="3887391" y="987426"/>
            <a:ext cx="4629150" cy="4873625"/>
          </a:xfrm>
          <a:prstGeom prst="rect">
            <a:avLst/>
          </a:prstGeom>
          <a:noFill/>
        </p:spPr>
      </p:pic>
      <p:sp>
        <p:nvSpPr>
          <p:cNvPr id="3" name="Content Placeholder 2">
            <a:extLst>
              <a:ext uri="{FF2B5EF4-FFF2-40B4-BE49-F238E27FC236}">
                <a16:creationId xmlns:a16="http://schemas.microsoft.com/office/drawing/2014/main" id="{7A178281-F752-500A-7683-9EA81581205A}"/>
              </a:ext>
            </a:extLst>
          </p:cNvPr>
          <p:cNvSpPr>
            <a:spLocks noGrp="1"/>
          </p:cNvSpPr>
          <p:nvPr>
            <p:ph type="body" sz="half" idx="2"/>
          </p:nvPr>
        </p:nvSpPr>
        <p:spPr>
          <a:xfrm>
            <a:off x="627459" y="2165773"/>
            <a:ext cx="2949178" cy="3811588"/>
          </a:xfrm>
        </p:spPr>
        <p:txBody>
          <a:bodyPr>
            <a:normAutofit/>
          </a:bodyPr>
          <a:lstStyle/>
          <a:p>
            <a:endParaRPr lang="en-GB" dirty="0"/>
          </a:p>
          <a:p>
            <a:r>
              <a:rPr lang="en-GB" dirty="0"/>
              <a:t>Curriculum adaptation differs from differentiation, which involves modifying teaching methods or strategies to meet the needs of different learners. </a:t>
            </a:r>
          </a:p>
          <a:p>
            <a:r>
              <a:rPr lang="en-GB" dirty="0"/>
              <a:t>While differentiation may involve adapting teaching strategies for groups of students, curriculum adaptation involves modifying the curriculum itself to better meet the needs of individual learners.</a:t>
            </a:r>
          </a:p>
        </p:txBody>
      </p:sp>
    </p:spTree>
    <p:extLst>
      <p:ext uri="{BB962C8B-B14F-4D97-AF65-F5344CB8AC3E}">
        <p14:creationId xmlns:p14="http://schemas.microsoft.com/office/powerpoint/2010/main" val="169855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DBEE-0570-3D3C-6013-6DC3838F2DCA}"/>
              </a:ext>
            </a:extLst>
          </p:cNvPr>
          <p:cNvSpPr>
            <a:spLocks noGrp="1"/>
          </p:cNvSpPr>
          <p:nvPr>
            <p:ph type="title"/>
          </p:nvPr>
        </p:nvSpPr>
        <p:spPr>
          <a:xfrm>
            <a:off x="628650" y="365126"/>
            <a:ext cx="7886700" cy="1325563"/>
          </a:xfrm>
        </p:spPr>
        <p:txBody>
          <a:bodyPr anchor="ctr">
            <a:normAutofit/>
          </a:bodyPr>
          <a:lstStyle/>
          <a:p>
            <a:r>
              <a:rPr lang="en-GB" sz="3700"/>
              <a:t>Challenges that teachers may face when implementing effective adaptations: </a:t>
            </a:r>
          </a:p>
        </p:txBody>
      </p:sp>
      <p:pic>
        <p:nvPicPr>
          <p:cNvPr id="5" name="Picture 4">
            <a:extLst>
              <a:ext uri="{FF2B5EF4-FFF2-40B4-BE49-F238E27FC236}">
                <a16:creationId xmlns:a16="http://schemas.microsoft.com/office/drawing/2014/main" id="{4FD0CE9B-9AD4-AE2A-B91F-3D1108A38001}"/>
              </a:ext>
            </a:extLst>
          </p:cNvPr>
          <p:cNvPicPr>
            <a:picLocks noChangeAspect="1"/>
          </p:cNvPicPr>
          <p:nvPr/>
        </p:nvPicPr>
        <p:blipFill rotWithShape="1">
          <a:blip r:embed="rId2"/>
          <a:srcRect l="6720" r="5269" b="2"/>
          <a:stretch/>
        </p:blipFill>
        <p:spPr>
          <a:xfrm>
            <a:off x="628650" y="1825625"/>
            <a:ext cx="3886200" cy="4351338"/>
          </a:xfrm>
          <a:prstGeom prst="rect">
            <a:avLst/>
          </a:prstGeom>
          <a:noFill/>
        </p:spPr>
      </p:pic>
      <p:sp>
        <p:nvSpPr>
          <p:cNvPr id="3" name="Content Placeholder 2">
            <a:extLst>
              <a:ext uri="{FF2B5EF4-FFF2-40B4-BE49-F238E27FC236}">
                <a16:creationId xmlns:a16="http://schemas.microsoft.com/office/drawing/2014/main" id="{314C52C1-3C72-6876-DA24-DDE972EFFF3D}"/>
              </a:ext>
            </a:extLst>
          </p:cNvPr>
          <p:cNvSpPr>
            <a:spLocks noGrp="1"/>
          </p:cNvSpPr>
          <p:nvPr>
            <p:ph sz="half" idx="2"/>
          </p:nvPr>
        </p:nvSpPr>
        <p:spPr>
          <a:xfrm>
            <a:off x="4629150" y="1825625"/>
            <a:ext cx="3886200" cy="4351338"/>
          </a:xfrm>
        </p:spPr>
        <p:txBody>
          <a:bodyPr>
            <a:normAutofit/>
          </a:bodyPr>
          <a:lstStyle/>
          <a:p>
            <a:r>
              <a:rPr lang="en-GB" sz="2400"/>
              <a:t>Teachers may face a range of challenges when implementing effective adaptations, including lack of time, resources, and training. They may also face challenges in identifying and addressing the specific needs of individual learners and ensuring that adaptations are appropriate and effective.</a:t>
            </a:r>
          </a:p>
        </p:txBody>
      </p:sp>
    </p:spTree>
    <p:extLst>
      <p:ext uri="{BB962C8B-B14F-4D97-AF65-F5344CB8AC3E}">
        <p14:creationId xmlns:p14="http://schemas.microsoft.com/office/powerpoint/2010/main" val="1900599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7E25-EEF1-2987-D914-4091AEB504FB}"/>
              </a:ext>
            </a:extLst>
          </p:cNvPr>
          <p:cNvSpPr>
            <a:spLocks noGrp="1"/>
          </p:cNvSpPr>
          <p:nvPr>
            <p:ph type="title"/>
          </p:nvPr>
        </p:nvSpPr>
        <p:spPr>
          <a:xfrm>
            <a:off x="629841" y="457200"/>
            <a:ext cx="2949178" cy="1600200"/>
          </a:xfrm>
        </p:spPr>
        <p:txBody>
          <a:bodyPr anchor="b">
            <a:normAutofit/>
          </a:bodyPr>
          <a:lstStyle/>
          <a:p>
            <a:r>
              <a:rPr lang="en-GB" sz="2700"/>
              <a:t>High-Quality Teaching Strategies for Curriculum Adaptation</a:t>
            </a:r>
          </a:p>
        </p:txBody>
      </p:sp>
      <p:pic>
        <p:nvPicPr>
          <p:cNvPr id="5" name="Picture 4">
            <a:extLst>
              <a:ext uri="{FF2B5EF4-FFF2-40B4-BE49-F238E27FC236}">
                <a16:creationId xmlns:a16="http://schemas.microsoft.com/office/drawing/2014/main" id="{7709ED2F-6593-6B57-DD6E-7BEBB990964E}"/>
              </a:ext>
            </a:extLst>
          </p:cNvPr>
          <p:cNvPicPr>
            <a:picLocks noChangeAspect="1"/>
          </p:cNvPicPr>
          <p:nvPr/>
        </p:nvPicPr>
        <p:blipFill rotWithShape="1">
          <a:blip r:embed="rId2"/>
          <a:srcRect r="1943"/>
          <a:stretch/>
        </p:blipFill>
        <p:spPr>
          <a:xfrm>
            <a:off x="3887391" y="987426"/>
            <a:ext cx="4629150" cy="4873625"/>
          </a:xfrm>
          <a:prstGeom prst="rect">
            <a:avLst/>
          </a:prstGeom>
          <a:noFill/>
        </p:spPr>
      </p:pic>
      <p:sp>
        <p:nvSpPr>
          <p:cNvPr id="3" name="Content Placeholder 2">
            <a:extLst>
              <a:ext uri="{FF2B5EF4-FFF2-40B4-BE49-F238E27FC236}">
                <a16:creationId xmlns:a16="http://schemas.microsoft.com/office/drawing/2014/main" id="{59BB2FBF-F441-FB4D-1B06-3938908654A0}"/>
              </a:ext>
            </a:extLst>
          </p:cNvPr>
          <p:cNvSpPr>
            <a:spLocks noGrp="1"/>
          </p:cNvSpPr>
          <p:nvPr>
            <p:ph type="body" sz="half" idx="2"/>
          </p:nvPr>
        </p:nvSpPr>
        <p:spPr>
          <a:xfrm>
            <a:off x="629841" y="2057400"/>
            <a:ext cx="2949178" cy="3811588"/>
          </a:xfrm>
        </p:spPr>
        <p:txBody>
          <a:bodyPr>
            <a:normAutofit/>
          </a:bodyPr>
          <a:lstStyle/>
          <a:p>
            <a:r>
              <a:rPr lang="en-GB" sz="1400"/>
              <a:t>Effective teaching strategies for curriculum adaptation can include modifications to content, instruction, or assessment. </a:t>
            </a:r>
          </a:p>
          <a:p>
            <a:r>
              <a:rPr lang="en-GB" sz="1400"/>
              <a:t>Examples of modifications to content may include simplifying text, using real-life examples, or providing additional background information. </a:t>
            </a:r>
          </a:p>
          <a:p>
            <a:r>
              <a:rPr lang="en-GB" sz="1400"/>
              <a:t>Modifications to instruction may involve adapting the pace, structure, or format of lessons to better meet the needs of learners. </a:t>
            </a:r>
          </a:p>
          <a:p>
            <a:r>
              <a:rPr lang="en-GB" sz="1400"/>
              <a:t>Modifications to assessment may involve using alternative assessment methods, such as project-based assessments or oral assessments.</a:t>
            </a:r>
          </a:p>
        </p:txBody>
      </p:sp>
    </p:spTree>
    <p:extLst>
      <p:ext uri="{BB962C8B-B14F-4D97-AF65-F5344CB8AC3E}">
        <p14:creationId xmlns:p14="http://schemas.microsoft.com/office/powerpoint/2010/main" val="514194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2C42-0156-3FBC-EE95-BE31B4817BCF}"/>
              </a:ext>
            </a:extLst>
          </p:cNvPr>
          <p:cNvSpPr>
            <a:spLocks noGrp="1"/>
          </p:cNvSpPr>
          <p:nvPr>
            <p:ph type="title"/>
          </p:nvPr>
        </p:nvSpPr>
        <p:spPr>
          <a:xfrm>
            <a:off x="628650" y="365126"/>
            <a:ext cx="7886700" cy="1325563"/>
          </a:xfrm>
        </p:spPr>
        <p:txBody>
          <a:bodyPr anchor="ctr">
            <a:normAutofit/>
          </a:bodyPr>
          <a:lstStyle/>
          <a:p>
            <a:r>
              <a:rPr lang="en-GB" dirty="0"/>
              <a:t>High-Quality Teaching Strategies for Curriculum Adaptation</a:t>
            </a:r>
          </a:p>
        </p:txBody>
      </p:sp>
      <p:pic>
        <p:nvPicPr>
          <p:cNvPr id="5" name="Picture 4">
            <a:extLst>
              <a:ext uri="{FF2B5EF4-FFF2-40B4-BE49-F238E27FC236}">
                <a16:creationId xmlns:a16="http://schemas.microsoft.com/office/drawing/2014/main" id="{C3D16EC0-9A98-2AC6-4C54-5729FAA38E14}"/>
              </a:ext>
            </a:extLst>
          </p:cNvPr>
          <p:cNvPicPr>
            <a:picLocks noChangeAspect="1"/>
          </p:cNvPicPr>
          <p:nvPr/>
        </p:nvPicPr>
        <p:blipFill rotWithShape="1">
          <a:blip r:embed="rId2"/>
          <a:srcRect r="5906" b="1"/>
          <a:stretch/>
        </p:blipFill>
        <p:spPr>
          <a:xfrm>
            <a:off x="628650" y="1825625"/>
            <a:ext cx="3886200" cy="4351338"/>
          </a:xfrm>
          <a:prstGeom prst="rect">
            <a:avLst/>
          </a:prstGeom>
          <a:noFill/>
        </p:spPr>
      </p:pic>
      <p:sp>
        <p:nvSpPr>
          <p:cNvPr id="3" name="Content Placeholder 2">
            <a:extLst>
              <a:ext uri="{FF2B5EF4-FFF2-40B4-BE49-F238E27FC236}">
                <a16:creationId xmlns:a16="http://schemas.microsoft.com/office/drawing/2014/main" id="{284894B0-A516-4651-17AA-5A72033A55F2}"/>
              </a:ext>
            </a:extLst>
          </p:cNvPr>
          <p:cNvSpPr>
            <a:spLocks noGrp="1"/>
          </p:cNvSpPr>
          <p:nvPr>
            <p:ph sz="half" idx="2"/>
          </p:nvPr>
        </p:nvSpPr>
        <p:spPr>
          <a:xfrm>
            <a:off x="4629150" y="1825625"/>
            <a:ext cx="3886200" cy="4351338"/>
          </a:xfrm>
        </p:spPr>
        <p:txBody>
          <a:bodyPr>
            <a:normAutofit/>
          </a:bodyPr>
          <a:lstStyle/>
          <a:p>
            <a:r>
              <a:rPr lang="en-GB" sz="1800"/>
              <a:t>Catering to different learning styles and abilities: It's important to cater to different learning styles and abilities when planning curriculum adaptations. </a:t>
            </a:r>
          </a:p>
          <a:p>
            <a:r>
              <a:rPr lang="en-GB" sz="1800"/>
              <a:t>For example, visual aids such as diagrams, charts, or videos may be effective for learners who are visual learners, while hands-on activities may be effective for learners who are kinaesthetic learners.</a:t>
            </a:r>
          </a:p>
          <a:p>
            <a:r>
              <a:rPr lang="en-GB" sz="1800"/>
              <a:t> Adaptations should also consider the strengths and weaknesses of individual learners and provide opportunities for them to develop their skills and abilities.</a:t>
            </a:r>
          </a:p>
          <a:p>
            <a:endParaRPr lang="en-GB" sz="1800"/>
          </a:p>
        </p:txBody>
      </p:sp>
    </p:spTree>
    <p:extLst>
      <p:ext uri="{BB962C8B-B14F-4D97-AF65-F5344CB8AC3E}">
        <p14:creationId xmlns:p14="http://schemas.microsoft.com/office/powerpoint/2010/main" val="1517578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1E37-308E-1026-3707-66DFAA3D6436}"/>
              </a:ext>
            </a:extLst>
          </p:cNvPr>
          <p:cNvSpPr>
            <a:spLocks noGrp="1"/>
          </p:cNvSpPr>
          <p:nvPr>
            <p:ph type="title"/>
          </p:nvPr>
        </p:nvSpPr>
        <p:spPr>
          <a:xfrm>
            <a:off x="628650" y="365126"/>
            <a:ext cx="7886700" cy="1325563"/>
          </a:xfrm>
        </p:spPr>
        <p:txBody>
          <a:bodyPr anchor="ctr">
            <a:normAutofit/>
          </a:bodyPr>
          <a:lstStyle/>
          <a:p>
            <a:r>
              <a:rPr lang="en-GB" dirty="0"/>
              <a:t>High-Quality Teaching Strategies for Curriculum Adaptation</a:t>
            </a:r>
          </a:p>
        </p:txBody>
      </p:sp>
      <p:sp>
        <p:nvSpPr>
          <p:cNvPr id="3" name="Content Placeholder 2">
            <a:extLst>
              <a:ext uri="{FF2B5EF4-FFF2-40B4-BE49-F238E27FC236}">
                <a16:creationId xmlns:a16="http://schemas.microsoft.com/office/drawing/2014/main" id="{DF740EF4-B377-6888-A595-84F35D33F17D}"/>
              </a:ext>
            </a:extLst>
          </p:cNvPr>
          <p:cNvSpPr>
            <a:spLocks noGrp="1"/>
          </p:cNvSpPr>
          <p:nvPr>
            <p:ph sz="half" idx="1"/>
          </p:nvPr>
        </p:nvSpPr>
        <p:spPr>
          <a:xfrm>
            <a:off x="628650" y="1825625"/>
            <a:ext cx="3886200" cy="4351338"/>
          </a:xfrm>
        </p:spPr>
        <p:txBody>
          <a:bodyPr>
            <a:normAutofit/>
          </a:bodyPr>
          <a:lstStyle/>
          <a:p>
            <a:r>
              <a:rPr lang="en-GB" sz="2400" dirty="0"/>
              <a:t>Visual aids to illustrate the teaching strategies: Visual aids such as infographics or diagrams can be useful for illustrating the different teaching strategies for curriculum adaptation.</a:t>
            </a:r>
          </a:p>
          <a:p>
            <a:r>
              <a:rPr lang="en-GB" sz="2400" dirty="0"/>
              <a:t> Using visual aids can also make the strategies more accessible and engaging for learners.</a:t>
            </a:r>
          </a:p>
        </p:txBody>
      </p:sp>
      <p:pic>
        <p:nvPicPr>
          <p:cNvPr id="5" name="Picture 4">
            <a:extLst>
              <a:ext uri="{FF2B5EF4-FFF2-40B4-BE49-F238E27FC236}">
                <a16:creationId xmlns:a16="http://schemas.microsoft.com/office/drawing/2014/main" id="{F2E33928-7C15-F899-5535-C8747FF7E8B4}"/>
              </a:ext>
            </a:extLst>
          </p:cNvPr>
          <p:cNvPicPr>
            <a:picLocks noChangeAspect="1"/>
          </p:cNvPicPr>
          <p:nvPr/>
        </p:nvPicPr>
        <p:blipFill rotWithShape="1">
          <a:blip r:embed="rId2"/>
          <a:srcRect t="8623" r="1" b="1"/>
          <a:stretch/>
        </p:blipFill>
        <p:spPr>
          <a:xfrm>
            <a:off x="4629150" y="1825625"/>
            <a:ext cx="3886200" cy="4351338"/>
          </a:xfrm>
          <a:prstGeom prst="rect">
            <a:avLst/>
          </a:prstGeom>
          <a:noFill/>
        </p:spPr>
      </p:pic>
    </p:spTree>
    <p:extLst>
      <p:ext uri="{BB962C8B-B14F-4D97-AF65-F5344CB8AC3E}">
        <p14:creationId xmlns:p14="http://schemas.microsoft.com/office/powerpoint/2010/main" val="4093876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61B1-BAFA-8316-7D8E-9CBBC0F0A3DA}"/>
              </a:ext>
            </a:extLst>
          </p:cNvPr>
          <p:cNvSpPr>
            <a:spLocks noGrp="1"/>
          </p:cNvSpPr>
          <p:nvPr>
            <p:ph type="title"/>
          </p:nvPr>
        </p:nvSpPr>
        <p:spPr/>
        <p:txBody>
          <a:bodyPr/>
          <a:lstStyle/>
          <a:p>
            <a:r>
              <a:rPr lang="en-GB" dirty="0"/>
              <a:t>Group Task </a:t>
            </a:r>
          </a:p>
        </p:txBody>
      </p:sp>
      <p:sp>
        <p:nvSpPr>
          <p:cNvPr id="4" name="Content Placeholder 2">
            <a:extLst>
              <a:ext uri="{FF2B5EF4-FFF2-40B4-BE49-F238E27FC236}">
                <a16:creationId xmlns:a16="http://schemas.microsoft.com/office/drawing/2014/main" id="{52547EF1-195D-980F-7726-48B82F4B40C9}"/>
              </a:ext>
            </a:extLst>
          </p:cNvPr>
          <p:cNvSpPr>
            <a:spLocks noGrp="1"/>
          </p:cNvSpPr>
          <p:nvPr>
            <p:ph sz="half" idx="1"/>
          </p:nvPr>
        </p:nvSpPr>
        <p:spPr>
          <a:xfrm>
            <a:off x="685800" y="1805305"/>
            <a:ext cx="3886200" cy="4351338"/>
          </a:xfrm>
        </p:spPr>
        <p:txBody>
          <a:bodyPr>
            <a:normAutofit/>
          </a:bodyPr>
          <a:lstStyle/>
          <a:p>
            <a:pPr marL="0" indent="0">
              <a:buNone/>
            </a:pPr>
            <a:r>
              <a:rPr lang="en-GB" dirty="0">
                <a:solidFill>
                  <a:srgbClr val="0070C0"/>
                </a:solidFill>
              </a:rPr>
              <a:t>Activity 1</a:t>
            </a:r>
          </a:p>
          <a:p>
            <a:pPr marL="0" indent="0">
              <a:buNone/>
            </a:pPr>
            <a:r>
              <a:rPr lang="en-GB" sz="2000" dirty="0"/>
              <a:t>In your packs you will find paperclipped scenarios normally faced by teachers when planning curriculum content.</a:t>
            </a:r>
          </a:p>
          <a:p>
            <a:pPr marL="0" indent="0" algn="just">
              <a:buNone/>
            </a:pPr>
            <a:endParaRPr lang="en-GB" sz="2000" dirty="0"/>
          </a:p>
          <a:p>
            <a:pPr marL="0" indent="0">
              <a:buNone/>
            </a:pPr>
            <a:r>
              <a:rPr lang="en-GB" sz="2400" dirty="0"/>
              <a:t>Sort each (paperclipped)  scenario under the header of either …</a:t>
            </a:r>
          </a:p>
          <a:p>
            <a:pPr marL="0" indent="0">
              <a:buNone/>
            </a:pPr>
            <a:endParaRPr lang="en-GB" sz="2400" dirty="0"/>
          </a:p>
          <a:p>
            <a:pPr marL="0" indent="0">
              <a:buNone/>
            </a:pPr>
            <a:r>
              <a:rPr lang="en-GB" sz="2400" dirty="0">
                <a:solidFill>
                  <a:schemeClr val="accent6">
                    <a:lumMod val="75000"/>
                  </a:schemeClr>
                </a:solidFill>
              </a:rPr>
              <a:t>adaption or differentiation </a:t>
            </a:r>
          </a:p>
        </p:txBody>
      </p:sp>
      <p:sp>
        <p:nvSpPr>
          <p:cNvPr id="5" name="Content Placeholder 3">
            <a:extLst>
              <a:ext uri="{FF2B5EF4-FFF2-40B4-BE49-F238E27FC236}">
                <a16:creationId xmlns:a16="http://schemas.microsoft.com/office/drawing/2014/main" id="{F1C983DC-9493-D6AB-8B96-3489597255AA}"/>
              </a:ext>
            </a:extLst>
          </p:cNvPr>
          <p:cNvSpPr txBox="1">
            <a:spLocks/>
          </p:cNvSpPr>
          <p:nvPr/>
        </p:nvSpPr>
        <p:spPr>
          <a:xfrm>
            <a:off x="4768427" y="1690689"/>
            <a:ext cx="38862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solidFill>
                  <a:srgbClr val="FFC000"/>
                </a:solidFill>
              </a:rPr>
              <a:t>Activity 2</a:t>
            </a:r>
          </a:p>
          <a:p>
            <a:pPr marL="0" indent="0">
              <a:buFont typeface="Arial" panose="020B0604020202020204" pitchFamily="34" charset="0"/>
              <a:buNone/>
            </a:pPr>
            <a:r>
              <a:rPr lang="en-GB" sz="2000"/>
              <a:t>Take a look in the white envelope.  You will find adapted lesson plans from teachers whose pupils have Autism, ADHD,EF challenges, Dyslexia and dyscalculia.  </a:t>
            </a:r>
          </a:p>
          <a:p>
            <a:pPr marL="0" indent="0" algn="just">
              <a:buFont typeface="Arial" panose="020B0604020202020204" pitchFamily="34" charset="0"/>
              <a:buNone/>
            </a:pPr>
            <a:endParaRPr lang="en-GB" sz="1900"/>
          </a:p>
          <a:p>
            <a:pPr marL="0" indent="0" algn="just">
              <a:buFont typeface="Arial" panose="020B0604020202020204" pitchFamily="34" charset="0"/>
              <a:buNone/>
            </a:pPr>
            <a:r>
              <a:rPr lang="en-GB" sz="2400"/>
              <a:t>Sort each teachers plan into either …</a:t>
            </a:r>
          </a:p>
          <a:p>
            <a:pPr marL="0" indent="0" algn="just">
              <a:buFont typeface="Arial" panose="020B0604020202020204" pitchFamily="34" charset="0"/>
              <a:buNone/>
            </a:pPr>
            <a:endParaRPr lang="en-GB" sz="2400"/>
          </a:p>
          <a:p>
            <a:pPr marL="0" indent="0" algn="just">
              <a:buFont typeface="Arial" panose="020B0604020202020204" pitchFamily="34" charset="0"/>
              <a:buNone/>
            </a:pPr>
            <a:r>
              <a:rPr lang="en-GB" sz="2400">
                <a:solidFill>
                  <a:schemeClr val="accent6">
                    <a:lumMod val="75000"/>
                  </a:schemeClr>
                </a:solidFill>
              </a:rPr>
              <a:t>adaptation or differentiation</a:t>
            </a:r>
            <a:endParaRPr lang="en-GB" sz="2400" dirty="0">
              <a:solidFill>
                <a:schemeClr val="accent6">
                  <a:lumMod val="75000"/>
                </a:schemeClr>
              </a:solidFill>
            </a:endParaRPr>
          </a:p>
        </p:txBody>
      </p:sp>
    </p:spTree>
    <p:extLst>
      <p:ext uri="{BB962C8B-B14F-4D97-AF65-F5344CB8AC3E}">
        <p14:creationId xmlns:p14="http://schemas.microsoft.com/office/powerpoint/2010/main" val="1056693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2C1C-F03F-8DED-75AF-A5DA93337677}"/>
              </a:ext>
            </a:extLst>
          </p:cNvPr>
          <p:cNvSpPr>
            <a:spLocks noGrp="1"/>
          </p:cNvSpPr>
          <p:nvPr>
            <p:ph type="title"/>
          </p:nvPr>
        </p:nvSpPr>
        <p:spPr>
          <a:xfrm>
            <a:off x="628650" y="365126"/>
            <a:ext cx="7886700" cy="1325563"/>
          </a:xfrm>
        </p:spPr>
        <p:txBody>
          <a:bodyPr anchor="ctr">
            <a:normAutofit/>
          </a:bodyPr>
          <a:lstStyle/>
          <a:p>
            <a:r>
              <a:rPr lang="en-GB" dirty="0"/>
              <a:t>Practical Examples of Successful Adaptations</a:t>
            </a:r>
          </a:p>
        </p:txBody>
      </p:sp>
      <p:graphicFrame>
        <p:nvGraphicFramePr>
          <p:cNvPr id="5" name="Content Placeholder 2">
            <a:extLst>
              <a:ext uri="{FF2B5EF4-FFF2-40B4-BE49-F238E27FC236}">
                <a16:creationId xmlns:a16="http://schemas.microsoft.com/office/drawing/2014/main" id="{C587AD4C-B38A-B3F1-2E4A-06522F6F3FB6}"/>
              </a:ext>
            </a:extLst>
          </p:cNvPr>
          <p:cNvGraphicFramePr>
            <a:graphicFrameLocks noGrp="1"/>
          </p:cNvGraphicFramePr>
          <p:nvPr>
            <p:ph idx="1"/>
            <p:extLst>
              <p:ext uri="{D42A27DB-BD31-4B8C-83A1-F6EECF244321}">
                <p14:modId xmlns:p14="http://schemas.microsoft.com/office/powerpoint/2010/main" val="376114047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8408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D9A6-78EE-8131-68BB-DD364F06359E}"/>
              </a:ext>
            </a:extLst>
          </p:cNvPr>
          <p:cNvSpPr>
            <a:spLocks noGrp="1"/>
          </p:cNvSpPr>
          <p:nvPr>
            <p:ph type="title"/>
          </p:nvPr>
        </p:nvSpPr>
        <p:spPr>
          <a:xfrm>
            <a:off x="628650" y="365126"/>
            <a:ext cx="7886700" cy="1325563"/>
          </a:xfrm>
        </p:spPr>
        <p:txBody>
          <a:bodyPr anchor="ctr">
            <a:normAutofit/>
          </a:bodyPr>
          <a:lstStyle/>
          <a:p>
            <a:r>
              <a:rPr lang="en-GB" dirty="0"/>
              <a:t>Demonstrating Practical Examples of Successful Adaptations</a:t>
            </a:r>
          </a:p>
        </p:txBody>
      </p:sp>
      <p:graphicFrame>
        <p:nvGraphicFramePr>
          <p:cNvPr id="11" name="Content Placeholder 2">
            <a:extLst>
              <a:ext uri="{FF2B5EF4-FFF2-40B4-BE49-F238E27FC236}">
                <a16:creationId xmlns:a16="http://schemas.microsoft.com/office/drawing/2014/main" id="{7D47FD2A-150C-F87C-3898-7513C3CA2A82}"/>
              </a:ext>
            </a:extLst>
          </p:cNvPr>
          <p:cNvGraphicFramePr>
            <a:graphicFrameLocks noGrp="1"/>
          </p:cNvGraphicFramePr>
          <p:nvPr>
            <p:ph idx="1"/>
            <p:extLst>
              <p:ext uri="{D42A27DB-BD31-4B8C-83A1-F6EECF244321}">
                <p14:modId xmlns:p14="http://schemas.microsoft.com/office/powerpoint/2010/main" val="110797789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4120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AE14D-DA97-99C0-D985-DA260D27E689}"/>
              </a:ext>
            </a:extLst>
          </p:cNvPr>
          <p:cNvSpPr>
            <a:spLocks noGrp="1"/>
          </p:cNvSpPr>
          <p:nvPr>
            <p:ph type="title"/>
          </p:nvPr>
        </p:nvSpPr>
        <p:spPr>
          <a:xfrm>
            <a:off x="628650" y="365126"/>
            <a:ext cx="7886700" cy="1325563"/>
          </a:xfrm>
        </p:spPr>
        <p:txBody>
          <a:bodyPr anchor="ctr">
            <a:normAutofit/>
          </a:bodyPr>
          <a:lstStyle/>
          <a:p>
            <a:r>
              <a:rPr lang="en-GB"/>
              <a:t>Additional examples of curriculum adaptation</a:t>
            </a:r>
          </a:p>
        </p:txBody>
      </p:sp>
      <p:graphicFrame>
        <p:nvGraphicFramePr>
          <p:cNvPr id="5" name="Content Placeholder 2">
            <a:extLst>
              <a:ext uri="{FF2B5EF4-FFF2-40B4-BE49-F238E27FC236}">
                <a16:creationId xmlns:a16="http://schemas.microsoft.com/office/drawing/2014/main" id="{72B84D1D-656A-6AD5-5366-4FA999F2DB36}"/>
              </a:ext>
            </a:extLst>
          </p:cNvPr>
          <p:cNvGraphicFramePr>
            <a:graphicFrameLocks noGrp="1"/>
          </p:cNvGraphicFramePr>
          <p:nvPr>
            <p:ph idx="1"/>
            <p:extLst>
              <p:ext uri="{D42A27DB-BD31-4B8C-83A1-F6EECF244321}">
                <p14:modId xmlns:p14="http://schemas.microsoft.com/office/powerpoint/2010/main" val="1070290881"/>
              </p:ext>
            </p:extLst>
          </p:nvPr>
        </p:nvGraphicFramePr>
        <p:xfrm>
          <a:off x="628650" y="1618891"/>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0239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781C7-21AA-3E93-1E83-657AA50C7B29}"/>
              </a:ext>
            </a:extLst>
          </p:cNvPr>
          <p:cNvSpPr>
            <a:spLocks noGrp="1"/>
          </p:cNvSpPr>
          <p:nvPr>
            <p:ph type="title"/>
          </p:nvPr>
        </p:nvSpPr>
        <p:spPr>
          <a:xfrm>
            <a:off x="628650" y="365126"/>
            <a:ext cx="7886700" cy="1325563"/>
          </a:xfrm>
        </p:spPr>
        <p:txBody>
          <a:bodyPr anchor="ctr">
            <a:normAutofit/>
          </a:bodyPr>
          <a:lstStyle/>
          <a:p>
            <a:r>
              <a:rPr lang="en-GB" dirty="0"/>
              <a:t>Additional examples of curriculum differentiation</a:t>
            </a:r>
          </a:p>
        </p:txBody>
      </p:sp>
      <p:graphicFrame>
        <p:nvGraphicFramePr>
          <p:cNvPr id="5" name="Content Placeholder 2">
            <a:extLst>
              <a:ext uri="{FF2B5EF4-FFF2-40B4-BE49-F238E27FC236}">
                <a16:creationId xmlns:a16="http://schemas.microsoft.com/office/drawing/2014/main" id="{82B6C8B5-DE88-4622-0DE5-2C5101824AE3}"/>
              </a:ext>
            </a:extLst>
          </p:cNvPr>
          <p:cNvGraphicFramePr>
            <a:graphicFrameLocks noGrp="1"/>
          </p:cNvGraphicFramePr>
          <p:nvPr>
            <p:ph idx="1"/>
            <p:extLst>
              <p:ext uri="{D42A27DB-BD31-4B8C-83A1-F6EECF244321}">
                <p14:modId xmlns:p14="http://schemas.microsoft.com/office/powerpoint/2010/main" val="32144666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1724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BAD8-94E1-B66D-3ABB-D7648CC2C376}"/>
              </a:ext>
            </a:extLst>
          </p:cNvPr>
          <p:cNvSpPr>
            <a:spLocks noGrp="1"/>
          </p:cNvSpPr>
          <p:nvPr>
            <p:ph type="title"/>
          </p:nvPr>
        </p:nvSpPr>
        <p:spPr>
          <a:xfrm>
            <a:off x="628650" y="365126"/>
            <a:ext cx="7886700" cy="1325563"/>
          </a:xfrm>
        </p:spPr>
        <p:txBody>
          <a:bodyPr anchor="ctr">
            <a:normAutofit/>
          </a:bodyPr>
          <a:lstStyle/>
          <a:p>
            <a:r>
              <a:rPr lang="en-GB" sz="4100"/>
              <a:t>Steps for Curriculum Adaptation and Differentiation in Lesson Planning</a:t>
            </a:r>
          </a:p>
        </p:txBody>
      </p:sp>
      <p:graphicFrame>
        <p:nvGraphicFramePr>
          <p:cNvPr id="5" name="Content Placeholder 2">
            <a:extLst>
              <a:ext uri="{FF2B5EF4-FFF2-40B4-BE49-F238E27FC236}">
                <a16:creationId xmlns:a16="http://schemas.microsoft.com/office/drawing/2014/main" id="{480D9833-B5C8-9308-7FF5-F3D579448F5B}"/>
              </a:ext>
            </a:extLst>
          </p:cNvPr>
          <p:cNvGraphicFramePr>
            <a:graphicFrameLocks noGrp="1"/>
          </p:cNvGraphicFramePr>
          <p:nvPr>
            <p:ph idx="1"/>
            <p:extLst>
              <p:ext uri="{D42A27DB-BD31-4B8C-83A1-F6EECF244321}">
                <p14:modId xmlns:p14="http://schemas.microsoft.com/office/powerpoint/2010/main" val="134985096"/>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1684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1A23C-02E1-61BD-EEC1-EF5EA0198873}"/>
              </a:ext>
            </a:extLst>
          </p:cNvPr>
          <p:cNvSpPr>
            <a:spLocks noGrp="1"/>
          </p:cNvSpPr>
          <p:nvPr>
            <p:ph type="title"/>
          </p:nvPr>
        </p:nvSpPr>
        <p:spPr>
          <a:xfrm>
            <a:off x="628650" y="365126"/>
            <a:ext cx="7886700" cy="1325563"/>
          </a:xfrm>
        </p:spPr>
        <p:txBody>
          <a:bodyPr anchor="ctr">
            <a:normAutofit/>
          </a:bodyPr>
          <a:lstStyle/>
          <a:p>
            <a:r>
              <a:rPr lang="en-GB"/>
              <a:t>I.D.E.A. for Curriculum Adaptation and Differentiation</a:t>
            </a:r>
          </a:p>
        </p:txBody>
      </p:sp>
      <p:graphicFrame>
        <p:nvGraphicFramePr>
          <p:cNvPr id="14" name="Content Placeholder 2">
            <a:extLst>
              <a:ext uri="{FF2B5EF4-FFF2-40B4-BE49-F238E27FC236}">
                <a16:creationId xmlns:a16="http://schemas.microsoft.com/office/drawing/2014/main" id="{272C03F1-0AF2-4E4E-1498-7A3C5DC8F26E}"/>
              </a:ext>
            </a:extLst>
          </p:cNvPr>
          <p:cNvGraphicFramePr>
            <a:graphicFrameLocks noGrp="1"/>
          </p:cNvGraphicFramePr>
          <p:nvPr>
            <p:ph idx="1"/>
            <p:extLst>
              <p:ext uri="{D42A27DB-BD31-4B8C-83A1-F6EECF244321}">
                <p14:modId xmlns:p14="http://schemas.microsoft.com/office/powerpoint/2010/main" val="3007190175"/>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773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D3A0-E497-E8AB-AA54-30660E2D8AA0}"/>
              </a:ext>
            </a:extLst>
          </p:cNvPr>
          <p:cNvSpPr>
            <a:spLocks noGrp="1"/>
          </p:cNvSpPr>
          <p:nvPr>
            <p:ph type="title"/>
          </p:nvPr>
        </p:nvSpPr>
        <p:spPr>
          <a:xfrm>
            <a:off x="628650" y="365126"/>
            <a:ext cx="7886700" cy="1325563"/>
          </a:xfrm>
        </p:spPr>
        <p:txBody>
          <a:bodyPr anchor="ctr">
            <a:normAutofit/>
          </a:bodyPr>
          <a:lstStyle/>
          <a:p>
            <a:r>
              <a:rPr lang="en-GB" dirty="0"/>
              <a:t>Tips for Designing Effective Lesson Plans</a:t>
            </a:r>
          </a:p>
        </p:txBody>
      </p:sp>
      <p:graphicFrame>
        <p:nvGraphicFramePr>
          <p:cNvPr id="5" name="Content Placeholder 2">
            <a:extLst>
              <a:ext uri="{FF2B5EF4-FFF2-40B4-BE49-F238E27FC236}">
                <a16:creationId xmlns:a16="http://schemas.microsoft.com/office/drawing/2014/main" id="{34645225-9280-7794-0105-721F57010132}"/>
              </a:ext>
            </a:extLst>
          </p:cNvPr>
          <p:cNvGraphicFramePr>
            <a:graphicFrameLocks noGrp="1"/>
          </p:cNvGraphicFramePr>
          <p:nvPr>
            <p:ph idx="1"/>
            <p:extLst>
              <p:ext uri="{D42A27DB-BD31-4B8C-83A1-F6EECF244321}">
                <p14:modId xmlns:p14="http://schemas.microsoft.com/office/powerpoint/2010/main" val="281708674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9334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F3DF-ECA3-6B9D-CF18-F8776D584E99}"/>
              </a:ext>
            </a:extLst>
          </p:cNvPr>
          <p:cNvSpPr>
            <a:spLocks noGrp="1"/>
          </p:cNvSpPr>
          <p:nvPr>
            <p:ph type="title"/>
          </p:nvPr>
        </p:nvSpPr>
        <p:spPr>
          <a:xfrm>
            <a:off x="628650" y="365126"/>
            <a:ext cx="7886700" cy="1325563"/>
          </a:xfrm>
        </p:spPr>
        <p:txBody>
          <a:bodyPr anchor="ctr">
            <a:normAutofit/>
          </a:bodyPr>
          <a:lstStyle/>
          <a:p>
            <a:r>
              <a:rPr lang="en-GB" dirty="0"/>
              <a:t>Forward Planning, Ongoing Assessment, and Feedback</a:t>
            </a:r>
          </a:p>
        </p:txBody>
      </p:sp>
      <p:graphicFrame>
        <p:nvGraphicFramePr>
          <p:cNvPr id="5" name="Content Placeholder 2">
            <a:extLst>
              <a:ext uri="{FF2B5EF4-FFF2-40B4-BE49-F238E27FC236}">
                <a16:creationId xmlns:a16="http://schemas.microsoft.com/office/drawing/2014/main" id="{107CB7B8-E950-E6ED-DD93-E67285EE79B4}"/>
              </a:ext>
            </a:extLst>
          </p:cNvPr>
          <p:cNvGraphicFramePr>
            <a:graphicFrameLocks noGrp="1"/>
          </p:cNvGraphicFramePr>
          <p:nvPr>
            <p:ph idx="1"/>
            <p:extLst>
              <p:ext uri="{D42A27DB-BD31-4B8C-83A1-F6EECF244321}">
                <p14:modId xmlns:p14="http://schemas.microsoft.com/office/powerpoint/2010/main" val="113403218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0221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FA2-EDF4-1486-9771-57115F1203EC}"/>
              </a:ext>
            </a:extLst>
          </p:cNvPr>
          <p:cNvSpPr>
            <a:spLocks noGrp="1"/>
          </p:cNvSpPr>
          <p:nvPr>
            <p:ph type="title"/>
          </p:nvPr>
        </p:nvSpPr>
        <p:spPr>
          <a:xfrm>
            <a:off x="628650" y="365126"/>
            <a:ext cx="7886700" cy="1325563"/>
          </a:xfrm>
        </p:spPr>
        <p:txBody>
          <a:bodyPr anchor="ctr">
            <a:normAutofit/>
          </a:bodyPr>
          <a:lstStyle/>
          <a:p>
            <a:r>
              <a:rPr lang="en-GB" dirty="0"/>
              <a:t>Explanation of how to incorporate these into curriculum adaptation </a:t>
            </a:r>
          </a:p>
        </p:txBody>
      </p:sp>
      <p:graphicFrame>
        <p:nvGraphicFramePr>
          <p:cNvPr id="7" name="Content Placeholder 2">
            <a:extLst>
              <a:ext uri="{FF2B5EF4-FFF2-40B4-BE49-F238E27FC236}">
                <a16:creationId xmlns:a16="http://schemas.microsoft.com/office/drawing/2014/main" id="{CE73393A-25F8-E795-472E-4187A2303C0F}"/>
              </a:ext>
            </a:extLst>
          </p:cNvPr>
          <p:cNvGraphicFramePr>
            <a:graphicFrameLocks noGrp="1"/>
          </p:cNvGraphicFramePr>
          <p:nvPr>
            <p:ph idx="1"/>
            <p:extLst>
              <p:ext uri="{D42A27DB-BD31-4B8C-83A1-F6EECF244321}">
                <p14:modId xmlns:p14="http://schemas.microsoft.com/office/powerpoint/2010/main" val="3019990942"/>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5688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195B-6F15-D4DA-7FC9-38BB763EC0E6}"/>
              </a:ext>
            </a:extLst>
          </p:cNvPr>
          <p:cNvSpPr>
            <a:spLocks noGrp="1"/>
          </p:cNvSpPr>
          <p:nvPr>
            <p:ph type="title"/>
          </p:nvPr>
        </p:nvSpPr>
        <p:spPr>
          <a:xfrm>
            <a:off x="628650" y="365126"/>
            <a:ext cx="7886700" cy="1325563"/>
          </a:xfrm>
        </p:spPr>
        <p:txBody>
          <a:bodyPr anchor="ctr">
            <a:normAutofit/>
          </a:bodyPr>
          <a:lstStyle/>
          <a:p>
            <a:r>
              <a:rPr lang="en-GB" sz="3400"/>
              <a:t>Tools and Techniques for Effective Planning, Assessment, and Feedback in Education</a:t>
            </a:r>
          </a:p>
        </p:txBody>
      </p:sp>
      <p:graphicFrame>
        <p:nvGraphicFramePr>
          <p:cNvPr id="17" name="Content Placeholder 2">
            <a:extLst>
              <a:ext uri="{FF2B5EF4-FFF2-40B4-BE49-F238E27FC236}">
                <a16:creationId xmlns:a16="http://schemas.microsoft.com/office/drawing/2014/main" id="{0FB04AFE-1DE6-0A54-D9FC-DB1DA554E598}"/>
              </a:ext>
            </a:extLst>
          </p:cNvPr>
          <p:cNvGraphicFramePr>
            <a:graphicFrameLocks noGrp="1"/>
          </p:cNvGraphicFramePr>
          <p:nvPr>
            <p:ph idx="1"/>
            <p:extLst>
              <p:ext uri="{D42A27DB-BD31-4B8C-83A1-F6EECF244321}">
                <p14:modId xmlns:p14="http://schemas.microsoft.com/office/powerpoint/2010/main" val="96453876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4358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A5DB1-BDC6-621A-62EA-88284E018F41}"/>
              </a:ext>
            </a:extLst>
          </p:cNvPr>
          <p:cNvSpPr>
            <a:spLocks noGrp="1"/>
          </p:cNvSpPr>
          <p:nvPr>
            <p:ph type="title"/>
          </p:nvPr>
        </p:nvSpPr>
        <p:spPr>
          <a:xfrm>
            <a:off x="628650" y="365126"/>
            <a:ext cx="7886700" cy="1325563"/>
          </a:xfrm>
        </p:spPr>
        <p:txBody>
          <a:bodyPr anchor="ctr">
            <a:normAutofit/>
          </a:bodyPr>
          <a:lstStyle/>
          <a:p>
            <a:r>
              <a:rPr lang="en-GB" dirty="0"/>
              <a:t>Recap of the key points covered in the training</a:t>
            </a:r>
          </a:p>
        </p:txBody>
      </p:sp>
      <p:graphicFrame>
        <p:nvGraphicFramePr>
          <p:cNvPr id="5" name="Content Placeholder 2">
            <a:extLst>
              <a:ext uri="{FF2B5EF4-FFF2-40B4-BE49-F238E27FC236}">
                <a16:creationId xmlns:a16="http://schemas.microsoft.com/office/drawing/2014/main" id="{E83DCBC8-9FB1-EC5E-3936-C0D9525274E9}"/>
              </a:ext>
            </a:extLst>
          </p:cNvPr>
          <p:cNvGraphicFramePr>
            <a:graphicFrameLocks noGrp="1"/>
          </p:cNvGraphicFramePr>
          <p:nvPr>
            <p:ph idx="1"/>
            <p:extLst>
              <p:ext uri="{D42A27DB-BD31-4B8C-83A1-F6EECF244321}">
                <p14:modId xmlns:p14="http://schemas.microsoft.com/office/powerpoint/2010/main" val="354520301"/>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8724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C5190-99A5-55E7-0EBE-65A260C7F0E2}"/>
              </a:ext>
            </a:extLst>
          </p:cNvPr>
          <p:cNvSpPr>
            <a:spLocks noGrp="1"/>
          </p:cNvSpPr>
          <p:nvPr>
            <p:ph type="title"/>
          </p:nvPr>
        </p:nvSpPr>
        <p:spPr>
          <a:xfrm>
            <a:off x="628650" y="365126"/>
            <a:ext cx="7886700" cy="1325563"/>
          </a:xfrm>
        </p:spPr>
        <p:txBody>
          <a:bodyPr anchor="ctr">
            <a:normAutofit/>
          </a:bodyPr>
          <a:lstStyle/>
          <a:p>
            <a:r>
              <a:rPr lang="en-GB" dirty="0"/>
              <a:t>Encouragement to put the training into practice</a:t>
            </a:r>
          </a:p>
        </p:txBody>
      </p:sp>
      <p:graphicFrame>
        <p:nvGraphicFramePr>
          <p:cNvPr id="6" name="Content Placeholder 2">
            <a:extLst>
              <a:ext uri="{FF2B5EF4-FFF2-40B4-BE49-F238E27FC236}">
                <a16:creationId xmlns:a16="http://schemas.microsoft.com/office/drawing/2014/main" id="{C1FD56A2-A88D-99A9-8510-9EF5443C3C5D}"/>
              </a:ext>
            </a:extLst>
          </p:cNvPr>
          <p:cNvGraphicFramePr>
            <a:graphicFrameLocks noGrp="1"/>
          </p:cNvGraphicFramePr>
          <p:nvPr>
            <p:ph idx="1"/>
            <p:extLst>
              <p:ext uri="{D42A27DB-BD31-4B8C-83A1-F6EECF244321}">
                <p14:modId xmlns:p14="http://schemas.microsoft.com/office/powerpoint/2010/main" val="286414102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2605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9E5F-E7B9-55ED-CA52-C238281D5B35}"/>
              </a:ext>
            </a:extLst>
          </p:cNvPr>
          <p:cNvSpPr>
            <a:spLocks noGrp="1"/>
          </p:cNvSpPr>
          <p:nvPr>
            <p:ph type="title"/>
          </p:nvPr>
        </p:nvSpPr>
        <p:spPr>
          <a:xfrm>
            <a:off x="629841" y="457200"/>
            <a:ext cx="2949178" cy="1600200"/>
          </a:xfrm>
        </p:spPr>
        <p:txBody>
          <a:bodyPr anchor="b">
            <a:normAutofit/>
          </a:bodyPr>
          <a:lstStyle/>
          <a:p>
            <a:r>
              <a:rPr lang="en-GB" dirty="0"/>
              <a:t>Appreciation </a:t>
            </a:r>
          </a:p>
        </p:txBody>
      </p:sp>
      <p:graphicFrame>
        <p:nvGraphicFramePr>
          <p:cNvPr id="14" name="Content Placeholder 2">
            <a:extLst>
              <a:ext uri="{FF2B5EF4-FFF2-40B4-BE49-F238E27FC236}">
                <a16:creationId xmlns:a16="http://schemas.microsoft.com/office/drawing/2014/main" id="{465256DA-271B-592E-D71E-5348FB0A2CBC}"/>
              </a:ext>
            </a:extLst>
          </p:cNvPr>
          <p:cNvGraphicFramePr>
            <a:graphicFrameLocks noGrp="1"/>
          </p:cNvGraphicFramePr>
          <p:nvPr>
            <p:ph idx="1"/>
            <p:extLst>
              <p:ext uri="{D42A27DB-BD31-4B8C-83A1-F6EECF244321}">
                <p14:modId xmlns:p14="http://schemas.microsoft.com/office/powerpoint/2010/main" val="4000706813"/>
              </p:ext>
            </p:extLst>
          </p:nvPr>
        </p:nvGraphicFramePr>
        <p:xfrm>
          <a:off x="3887391" y="987426"/>
          <a:ext cx="462915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E27AF750-CC4E-99C4-7B31-60123148D67D}"/>
              </a:ext>
            </a:extLst>
          </p:cNvPr>
          <p:cNvPicPr>
            <a:picLocks noChangeAspect="1"/>
          </p:cNvPicPr>
          <p:nvPr/>
        </p:nvPicPr>
        <p:blipFill>
          <a:blip r:embed="rId7"/>
          <a:stretch>
            <a:fillRect/>
          </a:stretch>
        </p:blipFill>
        <p:spPr>
          <a:xfrm>
            <a:off x="487099" y="1110093"/>
            <a:ext cx="2949179" cy="4919231"/>
          </a:xfrm>
          <a:prstGeom prst="rect">
            <a:avLst/>
          </a:prstGeom>
        </p:spPr>
      </p:pic>
    </p:spTree>
    <p:extLst>
      <p:ext uri="{BB962C8B-B14F-4D97-AF65-F5344CB8AC3E}">
        <p14:creationId xmlns:p14="http://schemas.microsoft.com/office/powerpoint/2010/main" val="501435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F0808B7-1B9F-C947-77E8-B0AAD1D811CA}"/>
              </a:ext>
            </a:extLst>
          </p:cNvPr>
          <p:cNvSpPr>
            <a:spLocks noGrp="1"/>
          </p:cNvSpPr>
          <p:nvPr>
            <p:ph type="title"/>
          </p:nvPr>
        </p:nvSpPr>
        <p:spPr>
          <a:xfrm>
            <a:off x="629841" y="457200"/>
            <a:ext cx="2949178" cy="1600200"/>
          </a:xfrm>
        </p:spPr>
        <p:txBody>
          <a:bodyPr anchor="b">
            <a:normAutofit/>
          </a:bodyPr>
          <a:lstStyle/>
          <a:p>
            <a:r>
              <a:rPr lang="en-GB" dirty="0"/>
              <a:t>Exclusive Access to Doctoral Thesis</a:t>
            </a:r>
            <a:endParaRPr lang="en-US" dirty="0"/>
          </a:p>
        </p:txBody>
      </p:sp>
      <p:pic>
        <p:nvPicPr>
          <p:cNvPr id="6" name="Picture 5">
            <a:extLst>
              <a:ext uri="{FF2B5EF4-FFF2-40B4-BE49-F238E27FC236}">
                <a16:creationId xmlns:a16="http://schemas.microsoft.com/office/drawing/2014/main" id="{32BF8FBB-C3AC-57CA-46EF-934B2A345309}"/>
              </a:ext>
            </a:extLst>
          </p:cNvPr>
          <p:cNvPicPr>
            <a:picLocks noChangeAspect="1"/>
          </p:cNvPicPr>
          <p:nvPr/>
        </p:nvPicPr>
        <p:blipFill rotWithShape="1">
          <a:blip r:embed="rId2"/>
          <a:srcRect r="3569" b="-1"/>
          <a:stretch/>
        </p:blipFill>
        <p:spPr>
          <a:xfrm>
            <a:off x="3887391" y="987426"/>
            <a:ext cx="4629150" cy="4873625"/>
          </a:xfrm>
          <a:prstGeom prst="rect">
            <a:avLst/>
          </a:prstGeom>
          <a:noFill/>
        </p:spPr>
      </p:pic>
      <p:sp>
        <p:nvSpPr>
          <p:cNvPr id="11" name="Subtitle 2">
            <a:extLst>
              <a:ext uri="{FF2B5EF4-FFF2-40B4-BE49-F238E27FC236}">
                <a16:creationId xmlns:a16="http://schemas.microsoft.com/office/drawing/2014/main" id="{78E168DC-8BC6-8C7B-31E7-2408A3B87687}"/>
              </a:ext>
            </a:extLst>
          </p:cNvPr>
          <p:cNvSpPr>
            <a:spLocks noGrp="1"/>
          </p:cNvSpPr>
          <p:nvPr>
            <p:ph type="body" sz="half" idx="2"/>
          </p:nvPr>
        </p:nvSpPr>
        <p:spPr>
          <a:xfrm>
            <a:off x="629841" y="2057400"/>
            <a:ext cx="2949178" cy="3811588"/>
          </a:xfrm>
        </p:spPr>
        <p:txBody>
          <a:bodyPr>
            <a:normAutofit/>
          </a:bodyPr>
          <a:lstStyle/>
          <a:p>
            <a:r>
              <a:rPr lang="en-GB" sz="1400"/>
              <a:t>Request a Copy of My Doctoral Thesis Before Publication</a:t>
            </a:r>
          </a:p>
          <a:p>
            <a:r>
              <a:rPr lang="en-GB" sz="1400"/>
              <a:t>As a thank you for your participation in today's training, I am offering delegates the opportunity to request a PDF copy of my doctoral thesis before its official publication. </a:t>
            </a:r>
          </a:p>
          <a:p>
            <a:r>
              <a:rPr lang="en-GB" sz="1400"/>
              <a:t>The thesis is titled:</a:t>
            </a:r>
          </a:p>
          <a:p>
            <a:pPr marL="0" indent="0">
              <a:buNone/>
            </a:pPr>
            <a:r>
              <a:rPr lang="en-GB" sz="1400" b="1"/>
              <a:t>'What Can Children and Young People Tell Us About School Sanctions and Social Relationships:</a:t>
            </a:r>
            <a:r>
              <a:rPr lang="en-GB" sz="1400"/>
              <a:t> </a:t>
            </a:r>
            <a:r>
              <a:rPr lang="en-GB" sz="1400" b="1" i="1"/>
              <a:t>An Exploration of Exclusionary and Restorative Justice Practices’</a:t>
            </a:r>
            <a:endParaRPr lang="en-GB" sz="1400"/>
          </a:p>
          <a:p>
            <a:r>
              <a:rPr lang="en-GB" sz="1400"/>
              <a:t> If you are interested, please feel free to contact me at s.ighavongbe-patrick@buckinghamshire.com.</a:t>
            </a:r>
            <a:endParaRPr lang="en-US" sz="1400"/>
          </a:p>
        </p:txBody>
      </p:sp>
    </p:spTree>
    <p:extLst>
      <p:ext uri="{BB962C8B-B14F-4D97-AF65-F5344CB8AC3E}">
        <p14:creationId xmlns:p14="http://schemas.microsoft.com/office/powerpoint/2010/main" val="859112019"/>
      </p:ext>
    </p:extLst>
  </p:cSld>
  <p:clrMapOvr>
    <a:masterClrMapping/>
  </p:clrMapOvr>
</p:sld>
</file>

<file path=ppt/theme/theme1.xml><?xml version="1.0" encoding="utf-8"?>
<a:theme xmlns:a="http://schemas.openxmlformats.org/drawingml/2006/main" name="Buckinghamshire Council standard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ckinghamshire Council standard template.pptx  -  Read-Only" id="{3005F97B-0C93-4D87-9B79-6F8E0BDE5532}" vid="{2E6BFEDE-B181-46B7-96A5-8BA2FC65D3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Buckinghamshire Council standard template</Template>
  <TotalTime>21201</TotalTime>
  <Words>2022</Words>
  <Application>Microsoft Office PowerPoint</Application>
  <PresentationFormat>On-screen Show (4:3)</PresentationFormat>
  <Paragraphs>176</Paragraphs>
  <Slides>26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Buckinghamshire Council standard template</vt:lpstr>
      <vt:lpstr>       Effective Curriculum Adaptation for SEND Children and Young People:     </vt:lpstr>
      <vt:lpstr>Training Goal  </vt:lpstr>
      <vt:lpstr>Training Objective</vt:lpstr>
      <vt:lpstr>Training Aims</vt:lpstr>
      <vt:lpstr>Group Tasks</vt:lpstr>
      <vt:lpstr>Defining Curriculum Adaptation </vt:lpstr>
      <vt:lpstr>Comparison of curriculum adaptation and differentiation</vt:lpstr>
      <vt:lpstr>Challenges that teachers may face when implementing effective adaptations: </vt:lpstr>
      <vt:lpstr>High-Quality Teaching Strategies for Curriculum Adaptation</vt:lpstr>
      <vt:lpstr>High-Quality Teaching Strategies for Curriculum Adaptation</vt:lpstr>
      <vt:lpstr>High-Quality Teaching Strategies for Curriculum Adaptation</vt:lpstr>
      <vt:lpstr>Group Task </vt:lpstr>
      <vt:lpstr>Practical Examples of Successful Adaptations</vt:lpstr>
      <vt:lpstr>Demonstrating Practical Examples of Successful Adaptations</vt:lpstr>
      <vt:lpstr>Additional examples of curriculum adaptation</vt:lpstr>
      <vt:lpstr>Additional examples of curriculum differentiation</vt:lpstr>
      <vt:lpstr>Steps for Curriculum Adaptation and Differentiation in Lesson Planning</vt:lpstr>
      <vt:lpstr>I.D.E.A. for Curriculum Adaptation and Differentiation</vt:lpstr>
      <vt:lpstr>Tips for Designing Effective Lesson Plans</vt:lpstr>
      <vt:lpstr>Forward Planning, Ongoing Assessment, and Feedback</vt:lpstr>
      <vt:lpstr>Explanation of how to incorporate these into curriculum adaptation </vt:lpstr>
      <vt:lpstr>Tools and Techniques for Effective Planning, Assessment, and Feedback in Education</vt:lpstr>
      <vt:lpstr>Recap of the key points covered in the training</vt:lpstr>
      <vt:lpstr>Encouragement to put the training into practice</vt:lpstr>
      <vt:lpstr>Appreciation </vt:lpstr>
      <vt:lpstr>Exclusive Access to Doctoral Thesis</vt:lpstr>
    </vt:vector>
  </TitlesOfParts>
  <Company>Buckinghamshire County Council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 School Support Clusters</dc:title>
  <dc:creator>Timothy Jones</dc:creator>
  <cp:lastModifiedBy>Scott Ighavongbe-Patrick</cp:lastModifiedBy>
  <cp:revision>33</cp:revision>
  <dcterms:created xsi:type="dcterms:W3CDTF">2020-07-06T11:17:41Z</dcterms:created>
  <dcterms:modified xsi:type="dcterms:W3CDTF">2023-03-29T12:13:28Z</dcterms:modified>
</cp:coreProperties>
</file>