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669088" cy="98726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7789" autoAdjust="0"/>
  </p:normalViewPr>
  <p:slideViewPr>
    <p:cSldViewPr>
      <p:cViewPr varScale="1">
        <p:scale>
          <a:sx n="131" d="100"/>
          <a:sy n="131" d="100"/>
        </p:scale>
        <p:origin x="-104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1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23C8F-5E8D-44CB-BF8B-8E9CC5D67898}" type="datetimeFigureOut">
              <a:rPr lang="en-GB" smtClean="0"/>
              <a:t>02/01/2018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6775" y="739775"/>
            <a:ext cx="4935538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689515"/>
            <a:ext cx="533527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377317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40E4F-59EA-40E2-A5B7-EFB3D93AA8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400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52F13-A503-4EFA-86CA-35A28EB0565A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7209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52F13-A503-4EFA-86CA-35A28EB0565A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4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52F13-A503-4EFA-86CA-35A28EB0565A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354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Point to sheet.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52F13-A503-4EFA-86CA-35A28EB0565A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368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52F13-A503-4EFA-86CA-35A28EB0565A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331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52F13-A503-4EFA-86CA-35A28EB0565A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8571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52F13-A503-4EFA-86CA-35A28EB0565A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322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D5A32-84A8-4021-948C-573523A348F2}" type="datetimeFigureOut">
              <a:rPr lang="en-GB" smtClean="0"/>
              <a:t>02/01/2018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9B8B-A953-444A-A302-6538F2A45C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652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D5A32-84A8-4021-948C-573523A348F2}" type="datetimeFigureOut">
              <a:rPr lang="en-GB" smtClean="0"/>
              <a:t>02/01/2018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9B8B-A953-444A-A302-6538F2A45C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0027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D5A32-84A8-4021-948C-573523A348F2}" type="datetimeFigureOut">
              <a:rPr lang="en-GB" smtClean="0"/>
              <a:t>02/01/2018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9B8B-A953-444A-A302-6538F2A45C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499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D5A32-84A8-4021-948C-573523A348F2}" type="datetimeFigureOut">
              <a:rPr lang="en-GB" smtClean="0"/>
              <a:t>02/01/2018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9B8B-A953-444A-A302-6538F2A45C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458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D5A32-84A8-4021-948C-573523A348F2}" type="datetimeFigureOut">
              <a:rPr lang="en-GB" smtClean="0"/>
              <a:t>02/01/2018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9B8B-A953-444A-A302-6538F2A45C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8668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D5A32-84A8-4021-948C-573523A348F2}" type="datetimeFigureOut">
              <a:rPr lang="en-GB" smtClean="0"/>
              <a:t>02/01/2018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9B8B-A953-444A-A302-6538F2A45C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401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D5A32-84A8-4021-948C-573523A348F2}" type="datetimeFigureOut">
              <a:rPr lang="en-GB" smtClean="0"/>
              <a:t>02/01/2018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9B8B-A953-444A-A302-6538F2A45C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6893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D5A32-84A8-4021-948C-573523A348F2}" type="datetimeFigureOut">
              <a:rPr lang="en-GB" smtClean="0"/>
              <a:t>02/01/2018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9B8B-A953-444A-A302-6538F2A45C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649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D5A32-84A8-4021-948C-573523A348F2}" type="datetimeFigureOut">
              <a:rPr lang="en-GB" smtClean="0"/>
              <a:t>02/01/2018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9B8B-A953-444A-A302-6538F2A45C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22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D5A32-84A8-4021-948C-573523A348F2}" type="datetimeFigureOut">
              <a:rPr lang="en-GB" smtClean="0"/>
              <a:t>02/01/2018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9B8B-A953-444A-A302-6538F2A45C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531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D5A32-84A8-4021-948C-573523A348F2}" type="datetimeFigureOut">
              <a:rPr lang="en-GB" smtClean="0"/>
              <a:t>02/01/2018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9B8B-A953-444A-A302-6538F2A45C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181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D5A32-84A8-4021-948C-573523A348F2}" type="datetimeFigureOut">
              <a:rPr lang="en-GB" smtClean="0"/>
              <a:t>02/01/2018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49B8B-A953-444A-A302-6538F2A45C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759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.uk/url?sa=i&amp;rct=j&amp;q=&amp;esrc=s&amp;frm=1&amp;source=images&amp;cd=&amp;cad=rja&amp;uact=8&amp;ved=0ahUKEwjwvsPOvZLKAhWHiRoKHdLpACcQjRwIBw&amp;url=http://www.tomvmorris.com/blog/2015/8/4/the-art-of-writing&amp;bvm=bv.110151844,d.d2s&amp;psig=AFQjCNG4xtchfuav5ze3T5p6PUj5tozGsA&amp;ust=1452076755467795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.uk/url?sa=i&amp;rct=j&amp;q=&amp;esrc=s&amp;frm=1&amp;source=images&amp;cd=&amp;cad=rja&amp;uact=8&amp;ved=0ahUKEwjNwOGKvZLKAhWKfxoKHUFFAfAQjRwIBw&amp;url=http://wsap.academy/curriculum-reading/&amp;psig=AFQjCNFCCFqF5zkoC0lCAFrT4W3xW7UXDQ&amp;ust=1452076611681745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://olddesignshop.com/wp-content/uploads/2011/11/OldDesignShop_OpenBookBlankPage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1196752"/>
            <a:ext cx="8761089" cy="4824536"/>
          </a:xfrm>
          <a:prstGeom prst="rect">
            <a:avLst/>
          </a:prstGeom>
          <a:noFill/>
        </p:spPr>
      </p:pic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 rot="21008142">
            <a:off x="993213" y="1891086"/>
            <a:ext cx="2978302" cy="321141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3600" dirty="0" smtClean="0"/>
              <a:t>   Who </a:t>
            </a:r>
            <a:r>
              <a:rPr lang="en-GB" sz="3600" dirty="0"/>
              <a:t>has heard of social </a:t>
            </a:r>
            <a:r>
              <a:rPr lang="en-GB" sz="3600" dirty="0" smtClean="0"/>
              <a:t>stories?</a:t>
            </a:r>
            <a:endParaRPr lang="en-GB" sz="3600" dirty="0"/>
          </a:p>
          <a:p>
            <a:endParaRPr lang="en-GB" dirty="0" smtClean="0">
              <a:latin typeface="Segoe Script" pitchFamily="34" charset="0"/>
            </a:endParaRPr>
          </a:p>
          <a:p>
            <a:endParaRPr lang="en-GB" dirty="0" smtClean="0"/>
          </a:p>
          <a:p>
            <a:pPr>
              <a:buNone/>
            </a:pPr>
            <a:endParaRPr lang="en-GB" dirty="0" smtClean="0">
              <a:latin typeface="Bradley Hand ITC" pitchFamily="66" charset="0"/>
            </a:endParaRPr>
          </a:p>
          <a:p>
            <a:pPr>
              <a:buNone/>
            </a:pPr>
            <a:endParaRPr lang="en-GB" dirty="0">
              <a:latin typeface="Bradley Hand ITC" pitchFamily="66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 rot="21006490">
            <a:off x="5395295" y="1960830"/>
            <a:ext cx="2808312" cy="283362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3600" dirty="0" smtClean="0"/>
              <a:t>   How have you used them in your work?</a:t>
            </a:r>
            <a:endParaRPr lang="en-GB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1259632" y="260648"/>
            <a:ext cx="71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i="1" dirty="0" smtClean="0">
                <a:solidFill>
                  <a:srgbClr val="0070C0"/>
                </a:solidFill>
              </a:rPr>
              <a:t>Social Stories</a:t>
            </a:r>
            <a:endParaRPr lang="en-GB" sz="3600" b="1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494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search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ounded Rectangle 2"/>
          <p:cNvSpPr/>
          <p:nvPr/>
        </p:nvSpPr>
        <p:spPr>
          <a:xfrm>
            <a:off x="5090686" y="5193196"/>
            <a:ext cx="3600400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 smtClean="0"/>
              <a:t>What’s the evidence?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266442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ading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ounded Rectangle 2"/>
          <p:cNvSpPr/>
          <p:nvPr/>
        </p:nvSpPr>
        <p:spPr>
          <a:xfrm rot="397624">
            <a:off x="2771801" y="3345595"/>
            <a:ext cx="3600400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 smtClean="0"/>
              <a:t>Social Stories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120729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GB" dirty="0" smtClean="0"/>
              <a:t>Structure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sz="2400" dirty="0"/>
              <a:t>Basic social stories use three kinds of sentences:</a:t>
            </a:r>
          </a:p>
          <a:p>
            <a:pPr>
              <a:lnSpc>
                <a:spcPct val="90000"/>
              </a:lnSpc>
            </a:pPr>
            <a:r>
              <a:rPr lang="en-GB" altLang="en-US" sz="2400" u="sng" dirty="0"/>
              <a:t>Descriptive</a:t>
            </a:r>
          </a:p>
          <a:p>
            <a:pPr>
              <a:lnSpc>
                <a:spcPct val="90000"/>
              </a:lnSpc>
            </a:pPr>
            <a:r>
              <a:rPr lang="en-GB" altLang="en-US" sz="2400" u="sng" dirty="0"/>
              <a:t>Perspective</a:t>
            </a:r>
          </a:p>
          <a:p>
            <a:pPr>
              <a:lnSpc>
                <a:spcPct val="90000"/>
              </a:lnSpc>
            </a:pPr>
            <a:r>
              <a:rPr lang="en-GB" altLang="en-US" sz="2400" u="sng" dirty="0"/>
              <a:t>Directive</a:t>
            </a:r>
          </a:p>
          <a:p>
            <a:pPr>
              <a:lnSpc>
                <a:spcPct val="90000"/>
              </a:lnSpc>
            </a:pPr>
            <a:r>
              <a:rPr lang="en-GB" altLang="en-US" sz="2400" dirty="0"/>
              <a:t>Sentence ratio = 1 directive, 2-5 descriptive or perspective</a:t>
            </a:r>
          </a:p>
          <a:p>
            <a:pPr>
              <a:lnSpc>
                <a:spcPct val="90000"/>
              </a:lnSpc>
            </a:pPr>
            <a:r>
              <a:rPr lang="en-GB" altLang="en-US" sz="2400" dirty="0"/>
              <a:t>Content includes possibilities as well as probabilities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9586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476672"/>
            <a:ext cx="6480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i="1" dirty="0" smtClean="0">
                <a:solidFill>
                  <a:srgbClr val="0070C0"/>
                </a:solidFill>
              </a:rPr>
              <a:t>Example stories</a:t>
            </a:r>
            <a:endParaRPr lang="en-GB" sz="4000" i="1" dirty="0">
              <a:solidFill>
                <a:srgbClr val="0070C0"/>
              </a:solidFill>
            </a:endParaRPr>
          </a:p>
        </p:txBody>
      </p:sp>
      <p:pic>
        <p:nvPicPr>
          <p:cNvPr id="2050" name="Picture 2" descr="http://static1.squarespace.com/static/537cad0be4b02cb9fe04985f/t/55c0e439e4b071c15ab3cedd/1438704698454/Writing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772816"/>
            <a:ext cx="6768752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8694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ory writing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ounded Rectangle 2"/>
          <p:cNvSpPr/>
          <p:nvPr/>
        </p:nvSpPr>
        <p:spPr>
          <a:xfrm>
            <a:off x="611560" y="4221088"/>
            <a:ext cx="3600400" cy="7253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 smtClean="0"/>
              <a:t>Have a go...</a:t>
            </a:r>
            <a:endParaRPr lang="en-GB" sz="2800" dirty="0"/>
          </a:p>
        </p:txBody>
      </p:sp>
      <p:sp>
        <p:nvSpPr>
          <p:cNvPr id="4" name="Rounded Rectangle 3"/>
          <p:cNvSpPr/>
          <p:nvPr/>
        </p:nvSpPr>
        <p:spPr>
          <a:xfrm>
            <a:off x="5063278" y="5193196"/>
            <a:ext cx="3600400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 smtClean="0"/>
              <a:t>Write a social story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788309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620688"/>
            <a:ext cx="7560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i="1" dirty="0" smtClean="0">
                <a:solidFill>
                  <a:srgbClr val="0070C0"/>
                </a:solidFill>
              </a:rPr>
              <a:t>Reading social stories</a:t>
            </a:r>
            <a:endParaRPr lang="en-GB" sz="4400" i="1" dirty="0">
              <a:solidFill>
                <a:srgbClr val="0070C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7584" y="1700808"/>
            <a:ext cx="6408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 smtClean="0"/>
          </a:p>
          <a:p>
            <a:endParaRPr lang="en-GB" dirty="0"/>
          </a:p>
        </p:txBody>
      </p:sp>
      <p:pic>
        <p:nvPicPr>
          <p:cNvPr id="1026" name="Picture 2" descr="http://wsap.academy/wp-content/uploads/2015/03/redheadreading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010405"/>
            <a:ext cx="8111336" cy="4400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2351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80</Words>
  <Application>Microsoft Office PowerPoint</Application>
  <PresentationFormat>On-screen Show (4:3)</PresentationFormat>
  <Paragraphs>26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Structure</vt:lpstr>
      <vt:lpstr>PowerPoint Presentation</vt:lpstr>
      <vt:lpstr>PowerPoint Presentation</vt:lpstr>
      <vt:lpstr>PowerPoint Presentation</vt:lpstr>
    </vt:vector>
  </TitlesOfParts>
  <Company>RBWM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localprofile</dc:creator>
  <cp:lastModifiedBy>localprofile</cp:lastModifiedBy>
  <cp:revision>3</cp:revision>
  <cp:lastPrinted>2018-01-02T15:46:26Z</cp:lastPrinted>
  <dcterms:created xsi:type="dcterms:W3CDTF">2018-01-02T15:44:04Z</dcterms:created>
  <dcterms:modified xsi:type="dcterms:W3CDTF">2018-01-02T16:45:28Z</dcterms:modified>
</cp:coreProperties>
</file>