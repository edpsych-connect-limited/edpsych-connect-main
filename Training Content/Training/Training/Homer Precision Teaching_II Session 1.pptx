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51" r:id="rId14"/>
    <p:sldId id="352" r:id="rId15"/>
    <p:sldId id="330" r:id="rId16"/>
    <p:sldId id="331"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89165" autoAdjust="0"/>
  </p:normalViewPr>
  <p:slideViewPr>
    <p:cSldViewPr>
      <p:cViewPr varScale="1">
        <p:scale>
          <a:sx n="65" d="100"/>
          <a:sy n="65" d="100"/>
        </p:scale>
        <p:origin x="-153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88284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endParaRPr lang="en-GB" altLang="en-US" dirty="0"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03/06/2019</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03/06/2019</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03/06/2019</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03/06/2019</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03/06/2019</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03/06/2019</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03/06/2019</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03/06/2019</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03/06/2019</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03/06/2019</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03/06/2019</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03/06/2019</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03/06/2019</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03/06/2019</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03/06/2019</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03/06/2019</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03/06/2019</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03/06/2019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03/06/2019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03/06/2019</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6</a:t>
            </a:r>
            <a:r>
              <a:rPr lang="en-US" altLang="en-US" sz="2400" baseline="30000" dirty="0" smtClean="0">
                <a:ea typeface="ＭＳ Ｐゴシック" pitchFamily="110" charset="-128"/>
              </a:rPr>
              <a:t>th</a:t>
            </a:r>
            <a:r>
              <a:rPr lang="en-US" altLang="en-US" sz="2400" dirty="0" smtClean="0">
                <a:ea typeface="ＭＳ Ｐゴシック" pitchFamily="110" charset="-128"/>
              </a:rPr>
              <a:t> June 2017</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dirty="0" smtClean="0"/>
              <a:t>with target 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spelling </a:t>
            </a:r>
            <a:r>
              <a:rPr lang="en-US" altLang="en-US" dirty="0"/>
              <a:t>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u="sng" dirty="0" smtClean="0"/>
              <a:t>Activity</a:t>
            </a:r>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you do Precision Teaching?</a:t>
            </a:r>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1600" y="1268413"/>
            <a:ext cx="7086600" cy="1554162"/>
          </a:xfrm>
        </p:spPr>
        <p:txBody>
          <a:bodyPr/>
          <a:lstStyle/>
          <a:p>
            <a:pPr algn="ctr"/>
            <a:r>
              <a:rPr lang="en-GB" altLang="en-US" sz="3600" u="sng" dirty="0" smtClean="0"/>
              <a:t>Before you start Precision Teaching</a:t>
            </a:r>
            <a:r>
              <a:rPr lang="en-GB" altLang="en-US" sz="3600" dirty="0" smtClean="0"/>
              <a:t> </a:t>
            </a:r>
          </a:p>
        </p:txBody>
      </p:sp>
      <p:sp>
        <p:nvSpPr>
          <p:cNvPr id="13315" name="Rectangle 3"/>
          <p:cNvSpPr>
            <a:spLocks noGrp="1" noChangeArrowheads="1"/>
          </p:cNvSpPr>
          <p:nvPr>
            <p:ph type="body" idx="1"/>
          </p:nvPr>
        </p:nvSpPr>
        <p:spPr>
          <a:xfrm>
            <a:off x="1331640" y="3068960"/>
            <a:ext cx="5257800" cy="2520950"/>
          </a:xfrm>
        </p:spPr>
        <p:txBody>
          <a:bodyPr/>
          <a:lstStyle/>
          <a:p>
            <a:pPr>
              <a:buFont typeface="Wingdings" panose="05000000000000000000" pitchFamily="2" charset="2"/>
              <a:buChar char="q"/>
            </a:pPr>
            <a:r>
              <a:rPr lang="en-GB" altLang="en-US" sz="2800" dirty="0" smtClean="0"/>
              <a:t>Consistency is key!</a:t>
            </a:r>
          </a:p>
          <a:p>
            <a:pPr lvl="1">
              <a:buFont typeface="Wingdings" panose="05000000000000000000" pitchFamily="2" charset="2"/>
              <a:buChar char="ü"/>
            </a:pPr>
            <a:r>
              <a:rPr lang="en-GB" altLang="en-US" sz="2800" dirty="0" smtClean="0"/>
              <a:t>When?</a:t>
            </a:r>
          </a:p>
          <a:p>
            <a:pPr lvl="1">
              <a:buFont typeface="Wingdings" panose="05000000000000000000" pitchFamily="2" charset="2"/>
              <a:buChar char="ü"/>
            </a:pPr>
            <a:r>
              <a:rPr lang="en-GB" altLang="en-US" sz="2800" dirty="0" smtClean="0"/>
              <a:t>Where?</a:t>
            </a:r>
          </a:p>
        </p:txBody>
      </p:sp>
    </p:spTree>
    <p:extLst>
      <p:ext uri="{BB962C8B-B14F-4D97-AF65-F5344CB8AC3E}">
        <p14:creationId xmlns:p14="http://schemas.microsoft.com/office/powerpoint/2010/main" val="708562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827584" y="476672"/>
            <a:ext cx="7848600" cy="1563688"/>
          </a:xfrm>
        </p:spPr>
        <p:txBody>
          <a:bodyPr rIns="31750" anchor="b"/>
          <a:lstStyle/>
          <a:p>
            <a:pPr indent="0" algn="ctr" eaLnBrk="1" hangingPunct="1"/>
            <a:r>
              <a:rPr lang="en-US" altLang="en-US" sz="3200" u="sng" dirty="0"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800" dirty="0" smtClean="0"/>
          </a:p>
          <a:p>
            <a:pPr marL="690563" indent="-650875" eaLnBrk="1" hangingPunct="1">
              <a:lnSpc>
                <a:spcPct val="80000"/>
              </a:lnSpc>
              <a:buSzPct val="99000"/>
              <a:buFont typeface="Century Gothic" pitchFamily="34" charset="0"/>
              <a:buAutoNum type="arabicPeriod"/>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Find out what the child already knows, probably by doing a short test</a:t>
            </a:r>
          </a:p>
        </p:txBody>
      </p:sp>
    </p:spTree>
    <p:extLst>
      <p:ext uri="{BB962C8B-B14F-4D97-AF65-F5344CB8AC3E}">
        <p14:creationId xmlns:p14="http://schemas.microsoft.com/office/powerpoint/2010/main" val="350303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be used with any age group but aims to start (phase 1) with 5 year olds</a:t>
            </a:r>
          </a:p>
          <a:p>
            <a:pPr eaLnBrk="1" hangingPunct="1"/>
            <a:r>
              <a:rPr lang="en-GB" altLang="en-US" sz="2400" dirty="0" smtClean="0"/>
              <a:t>6 phases - children move from one phase to next at their own pace</a:t>
            </a:r>
          </a:p>
          <a:p>
            <a:pPr eaLnBrk="1" hangingPunct="1"/>
            <a:r>
              <a:rPr lang="en-GB" altLang="en-US" sz="2400" dirty="0"/>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Phase 2 Top Level Probes included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them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2440</TotalTime>
  <Words>1091</Words>
  <Application>Microsoft Office PowerPoint</Application>
  <PresentationFormat>On-screen Show (4:3)</PresentationFormat>
  <Paragraphs>171</Paragraphs>
  <Slides>20</Slides>
  <Notes>20</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275</cp:revision>
  <cp:lastPrinted>2017-06-06T05:53:39Z</cp:lastPrinted>
  <dcterms:created xsi:type="dcterms:W3CDTF">2009-10-14T09:14:19Z</dcterms:created>
  <dcterms:modified xsi:type="dcterms:W3CDTF">2019-06-03T18:20:47Z</dcterms:modified>
</cp:coreProperties>
</file>