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669088" cy="9872663"/>
  <p:embeddedFontLst>
    <p:embeddedFont>
      <p:font typeface="Arial Black" panose="020B0A04020102020204" pitchFamily="3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6YmlSOJPUb8anjw7QWlV+eEko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943C7C-CA58-4B96-B1C6-D2BB5A9DF406}">
  <a:tblStyle styleId="{B7943C7C-CA58-4B96-B1C6-D2BB5A9DF4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3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7F141D-A40D-4236-B93C-2A3C1A1291B6}" type="doc">
      <dgm:prSet loTypeId="urn:microsoft.com/office/officeart/2009/3/layout/HorizontalOrganizationChart" loCatId="hierarchy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081BDB0-3263-442C-9D0F-3E451EDD9338}">
      <dgm:prSet/>
      <dgm:spPr/>
      <dgm:t>
        <a:bodyPr/>
        <a:lstStyle/>
        <a:p>
          <a:r>
            <a:rPr lang="en-US" b="0" i="0"/>
            <a:t>Sociograms</a:t>
          </a:r>
          <a:endParaRPr lang="en-US"/>
        </a:p>
      </dgm:t>
    </dgm:pt>
    <dgm:pt modelId="{3033D96F-58FD-4766-9C6B-66BBB332AB78}" type="parTrans" cxnId="{663CA6F6-CBC6-4E44-9708-E10BB6C313AC}">
      <dgm:prSet/>
      <dgm:spPr/>
      <dgm:t>
        <a:bodyPr/>
        <a:lstStyle/>
        <a:p>
          <a:endParaRPr lang="en-US"/>
        </a:p>
      </dgm:t>
    </dgm:pt>
    <dgm:pt modelId="{4A53A51F-D51C-4D65-92B0-8B4E5655B702}" type="sibTrans" cxnId="{663CA6F6-CBC6-4E44-9708-E10BB6C313AC}">
      <dgm:prSet/>
      <dgm:spPr/>
      <dgm:t>
        <a:bodyPr/>
        <a:lstStyle/>
        <a:p>
          <a:endParaRPr lang="en-US"/>
        </a:p>
      </dgm:t>
    </dgm:pt>
    <dgm:pt modelId="{BF1342EC-1D94-4218-8C6E-A249575D97D2}">
      <dgm:prSet/>
      <dgm:spPr/>
      <dgm:t>
        <a:bodyPr/>
        <a:lstStyle/>
        <a:p>
          <a:r>
            <a:rPr lang="en-US" b="0" i="0"/>
            <a:t>Mapping Peer Relationships</a:t>
          </a:r>
          <a:endParaRPr lang="en-US"/>
        </a:p>
      </dgm:t>
    </dgm:pt>
    <dgm:pt modelId="{1434F305-9B28-437D-956A-4CF05A1CB503}" type="parTrans" cxnId="{E39A090D-9132-4DA3-928C-1ADD6A6FF376}">
      <dgm:prSet/>
      <dgm:spPr/>
      <dgm:t>
        <a:bodyPr/>
        <a:lstStyle/>
        <a:p>
          <a:endParaRPr lang="en-US"/>
        </a:p>
      </dgm:t>
    </dgm:pt>
    <dgm:pt modelId="{2DD91B39-EE2A-4B0E-9235-D24559DE14C3}" type="sibTrans" cxnId="{E39A090D-9132-4DA3-928C-1ADD6A6FF376}">
      <dgm:prSet/>
      <dgm:spPr/>
      <dgm:t>
        <a:bodyPr/>
        <a:lstStyle/>
        <a:p>
          <a:endParaRPr lang="en-US"/>
        </a:p>
      </dgm:t>
    </dgm:pt>
    <dgm:pt modelId="{1539E919-67C4-4B45-9FA8-789A74D6F94C}" type="pres">
      <dgm:prSet presAssocID="{5B7F141D-A40D-4236-B93C-2A3C1A1291B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8CF3B6E-36C4-4A9C-86F5-A710ECA6DC64}" type="pres">
      <dgm:prSet presAssocID="{7081BDB0-3263-442C-9D0F-3E451EDD9338}" presName="hierRoot1" presStyleCnt="0">
        <dgm:presLayoutVars>
          <dgm:hierBranch val="init"/>
        </dgm:presLayoutVars>
      </dgm:prSet>
      <dgm:spPr/>
    </dgm:pt>
    <dgm:pt modelId="{4001A6A3-D852-4152-AC37-5DF3B3B757AC}" type="pres">
      <dgm:prSet presAssocID="{7081BDB0-3263-442C-9D0F-3E451EDD9338}" presName="rootComposite1" presStyleCnt="0"/>
      <dgm:spPr/>
    </dgm:pt>
    <dgm:pt modelId="{2F3D9C39-D6CA-47BE-A7E5-0FEB554248DE}" type="pres">
      <dgm:prSet presAssocID="{7081BDB0-3263-442C-9D0F-3E451EDD9338}" presName="rootText1" presStyleLbl="node0" presStyleIdx="0" presStyleCnt="2">
        <dgm:presLayoutVars>
          <dgm:chPref val="3"/>
        </dgm:presLayoutVars>
      </dgm:prSet>
      <dgm:spPr/>
    </dgm:pt>
    <dgm:pt modelId="{C248A296-15C2-4AE4-8B0C-FA1DACA887DA}" type="pres">
      <dgm:prSet presAssocID="{7081BDB0-3263-442C-9D0F-3E451EDD9338}" presName="rootConnector1" presStyleLbl="node1" presStyleIdx="0" presStyleCnt="0"/>
      <dgm:spPr/>
    </dgm:pt>
    <dgm:pt modelId="{A7ECAC90-EDDF-4E2F-89CF-D2E36A8C2376}" type="pres">
      <dgm:prSet presAssocID="{7081BDB0-3263-442C-9D0F-3E451EDD9338}" presName="hierChild2" presStyleCnt="0"/>
      <dgm:spPr/>
    </dgm:pt>
    <dgm:pt modelId="{3D5F494D-8AEB-46F5-9A1C-D209F22EEF73}" type="pres">
      <dgm:prSet presAssocID="{7081BDB0-3263-442C-9D0F-3E451EDD9338}" presName="hierChild3" presStyleCnt="0"/>
      <dgm:spPr/>
    </dgm:pt>
    <dgm:pt modelId="{789A88C5-1315-4834-976E-5D0E8F6AB70B}" type="pres">
      <dgm:prSet presAssocID="{BF1342EC-1D94-4218-8C6E-A249575D97D2}" presName="hierRoot1" presStyleCnt="0">
        <dgm:presLayoutVars>
          <dgm:hierBranch val="init"/>
        </dgm:presLayoutVars>
      </dgm:prSet>
      <dgm:spPr/>
    </dgm:pt>
    <dgm:pt modelId="{B5418F51-30B4-4248-9331-7630966D78DB}" type="pres">
      <dgm:prSet presAssocID="{BF1342EC-1D94-4218-8C6E-A249575D97D2}" presName="rootComposite1" presStyleCnt="0"/>
      <dgm:spPr/>
    </dgm:pt>
    <dgm:pt modelId="{39A6D5C1-D42A-4A78-8437-D468E6AD2E7B}" type="pres">
      <dgm:prSet presAssocID="{BF1342EC-1D94-4218-8C6E-A249575D97D2}" presName="rootText1" presStyleLbl="node0" presStyleIdx="1" presStyleCnt="2">
        <dgm:presLayoutVars>
          <dgm:chPref val="3"/>
        </dgm:presLayoutVars>
      </dgm:prSet>
      <dgm:spPr/>
    </dgm:pt>
    <dgm:pt modelId="{A30F3F16-2FFA-4CBE-A15F-54C9C7F2946F}" type="pres">
      <dgm:prSet presAssocID="{BF1342EC-1D94-4218-8C6E-A249575D97D2}" presName="rootConnector1" presStyleLbl="node1" presStyleIdx="0" presStyleCnt="0"/>
      <dgm:spPr/>
    </dgm:pt>
    <dgm:pt modelId="{7F0981C9-B654-450C-B407-B86F07855274}" type="pres">
      <dgm:prSet presAssocID="{BF1342EC-1D94-4218-8C6E-A249575D97D2}" presName="hierChild2" presStyleCnt="0"/>
      <dgm:spPr/>
    </dgm:pt>
    <dgm:pt modelId="{B8518EA7-46D4-4551-BA5D-E7F37248197D}" type="pres">
      <dgm:prSet presAssocID="{BF1342EC-1D94-4218-8C6E-A249575D97D2}" presName="hierChild3" presStyleCnt="0"/>
      <dgm:spPr/>
    </dgm:pt>
  </dgm:ptLst>
  <dgm:cxnLst>
    <dgm:cxn modelId="{8F5AD302-3033-488C-A886-AB3D1E9C500A}" type="presOf" srcId="{BF1342EC-1D94-4218-8C6E-A249575D97D2}" destId="{39A6D5C1-D42A-4A78-8437-D468E6AD2E7B}" srcOrd="0" destOrd="0" presId="urn:microsoft.com/office/officeart/2009/3/layout/HorizontalOrganizationChart"/>
    <dgm:cxn modelId="{E39A090D-9132-4DA3-928C-1ADD6A6FF376}" srcId="{5B7F141D-A40D-4236-B93C-2A3C1A1291B6}" destId="{BF1342EC-1D94-4218-8C6E-A249575D97D2}" srcOrd="1" destOrd="0" parTransId="{1434F305-9B28-437D-956A-4CF05A1CB503}" sibTransId="{2DD91B39-EE2A-4B0E-9235-D24559DE14C3}"/>
    <dgm:cxn modelId="{4ADAFD6B-FA66-4364-A4DE-881AE6DB602D}" type="presOf" srcId="{BF1342EC-1D94-4218-8C6E-A249575D97D2}" destId="{A30F3F16-2FFA-4CBE-A15F-54C9C7F2946F}" srcOrd="1" destOrd="0" presId="urn:microsoft.com/office/officeart/2009/3/layout/HorizontalOrganizationChart"/>
    <dgm:cxn modelId="{51B0E378-FF09-4C05-83C3-123BD0936E7E}" type="presOf" srcId="{5B7F141D-A40D-4236-B93C-2A3C1A1291B6}" destId="{1539E919-67C4-4B45-9FA8-789A74D6F94C}" srcOrd="0" destOrd="0" presId="urn:microsoft.com/office/officeart/2009/3/layout/HorizontalOrganizationChart"/>
    <dgm:cxn modelId="{9AC6B27B-8535-4ADF-9623-E7ED4BE99667}" type="presOf" srcId="{7081BDB0-3263-442C-9D0F-3E451EDD9338}" destId="{2F3D9C39-D6CA-47BE-A7E5-0FEB554248DE}" srcOrd="0" destOrd="0" presId="urn:microsoft.com/office/officeart/2009/3/layout/HorizontalOrganizationChart"/>
    <dgm:cxn modelId="{4089B193-EEFA-4D9C-9C53-EE6C000F56CD}" type="presOf" srcId="{7081BDB0-3263-442C-9D0F-3E451EDD9338}" destId="{C248A296-15C2-4AE4-8B0C-FA1DACA887DA}" srcOrd="1" destOrd="0" presId="urn:microsoft.com/office/officeart/2009/3/layout/HorizontalOrganizationChart"/>
    <dgm:cxn modelId="{663CA6F6-CBC6-4E44-9708-E10BB6C313AC}" srcId="{5B7F141D-A40D-4236-B93C-2A3C1A1291B6}" destId="{7081BDB0-3263-442C-9D0F-3E451EDD9338}" srcOrd="0" destOrd="0" parTransId="{3033D96F-58FD-4766-9C6B-66BBB332AB78}" sibTransId="{4A53A51F-D51C-4D65-92B0-8B4E5655B702}"/>
    <dgm:cxn modelId="{E6F64FCD-CCBF-4060-90BF-346E20AC3835}" type="presParOf" srcId="{1539E919-67C4-4B45-9FA8-789A74D6F94C}" destId="{18CF3B6E-36C4-4A9C-86F5-A710ECA6DC64}" srcOrd="0" destOrd="0" presId="urn:microsoft.com/office/officeart/2009/3/layout/HorizontalOrganizationChart"/>
    <dgm:cxn modelId="{1097BE5D-6133-4426-815B-52ED70D255B1}" type="presParOf" srcId="{18CF3B6E-36C4-4A9C-86F5-A710ECA6DC64}" destId="{4001A6A3-D852-4152-AC37-5DF3B3B757AC}" srcOrd="0" destOrd="0" presId="urn:microsoft.com/office/officeart/2009/3/layout/HorizontalOrganizationChart"/>
    <dgm:cxn modelId="{90901AE3-98C2-4FC6-936F-1728B1543DE7}" type="presParOf" srcId="{4001A6A3-D852-4152-AC37-5DF3B3B757AC}" destId="{2F3D9C39-D6CA-47BE-A7E5-0FEB554248DE}" srcOrd="0" destOrd="0" presId="urn:microsoft.com/office/officeart/2009/3/layout/HorizontalOrganizationChart"/>
    <dgm:cxn modelId="{F3697CB1-D045-4B0B-9E44-BB801D80D671}" type="presParOf" srcId="{4001A6A3-D852-4152-AC37-5DF3B3B757AC}" destId="{C248A296-15C2-4AE4-8B0C-FA1DACA887DA}" srcOrd="1" destOrd="0" presId="urn:microsoft.com/office/officeart/2009/3/layout/HorizontalOrganizationChart"/>
    <dgm:cxn modelId="{8C0EFDB3-D58A-4E6C-B953-DE6FCE406802}" type="presParOf" srcId="{18CF3B6E-36C4-4A9C-86F5-A710ECA6DC64}" destId="{A7ECAC90-EDDF-4E2F-89CF-D2E36A8C2376}" srcOrd="1" destOrd="0" presId="urn:microsoft.com/office/officeart/2009/3/layout/HorizontalOrganizationChart"/>
    <dgm:cxn modelId="{EFAE057A-2FD4-4B27-87E6-D1C1EE407FCE}" type="presParOf" srcId="{18CF3B6E-36C4-4A9C-86F5-A710ECA6DC64}" destId="{3D5F494D-8AEB-46F5-9A1C-D209F22EEF73}" srcOrd="2" destOrd="0" presId="urn:microsoft.com/office/officeart/2009/3/layout/HorizontalOrganizationChart"/>
    <dgm:cxn modelId="{E2F00C4C-2E26-4214-8DE3-2BE774317F14}" type="presParOf" srcId="{1539E919-67C4-4B45-9FA8-789A74D6F94C}" destId="{789A88C5-1315-4834-976E-5D0E8F6AB70B}" srcOrd="1" destOrd="0" presId="urn:microsoft.com/office/officeart/2009/3/layout/HorizontalOrganizationChart"/>
    <dgm:cxn modelId="{6B9DBE1B-4DAB-4366-AC83-57470504DF87}" type="presParOf" srcId="{789A88C5-1315-4834-976E-5D0E8F6AB70B}" destId="{B5418F51-30B4-4248-9331-7630966D78DB}" srcOrd="0" destOrd="0" presId="urn:microsoft.com/office/officeart/2009/3/layout/HorizontalOrganizationChart"/>
    <dgm:cxn modelId="{906D9F66-6092-411C-AC28-828884E427B2}" type="presParOf" srcId="{B5418F51-30B4-4248-9331-7630966D78DB}" destId="{39A6D5C1-D42A-4A78-8437-D468E6AD2E7B}" srcOrd="0" destOrd="0" presId="urn:microsoft.com/office/officeart/2009/3/layout/HorizontalOrganizationChart"/>
    <dgm:cxn modelId="{84430C92-4C1D-4180-B83E-997F2E5500CF}" type="presParOf" srcId="{B5418F51-30B4-4248-9331-7630966D78DB}" destId="{A30F3F16-2FFA-4CBE-A15F-54C9C7F2946F}" srcOrd="1" destOrd="0" presId="urn:microsoft.com/office/officeart/2009/3/layout/HorizontalOrganizationChart"/>
    <dgm:cxn modelId="{CF67761D-65C3-4BA2-A00C-821C39277AF5}" type="presParOf" srcId="{789A88C5-1315-4834-976E-5D0E8F6AB70B}" destId="{7F0981C9-B654-450C-B407-B86F07855274}" srcOrd="1" destOrd="0" presId="urn:microsoft.com/office/officeart/2009/3/layout/HorizontalOrganizationChart"/>
    <dgm:cxn modelId="{68706F49-CE1D-4EE0-A706-089F1ACCA0A9}" type="presParOf" srcId="{789A88C5-1315-4834-976E-5D0E8F6AB70B}" destId="{B8518EA7-46D4-4551-BA5D-E7F37248197D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A8D050-A890-474B-A5E8-29B4262D25E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DCEBC1-8E58-413C-A154-26005DB0C0F5}">
      <dgm:prSet/>
      <dgm:spPr/>
      <dgm:t>
        <a:bodyPr/>
        <a:lstStyle/>
        <a:p>
          <a:r>
            <a:rPr lang="en-US" b="0" i="0"/>
            <a:t>A sociogram is a visual representation of interpersonal relationships within a group.  </a:t>
          </a:r>
          <a:br>
            <a:rPr lang="en-US" b="0" i="0"/>
          </a:br>
          <a:endParaRPr lang="en-US"/>
        </a:p>
      </dgm:t>
    </dgm:pt>
    <dgm:pt modelId="{D77D0B30-DC59-4311-80EA-7304347929C2}" type="parTrans" cxnId="{ECEA9AF4-4636-46BA-87E3-F0D4887335AE}">
      <dgm:prSet/>
      <dgm:spPr/>
      <dgm:t>
        <a:bodyPr/>
        <a:lstStyle/>
        <a:p>
          <a:endParaRPr lang="en-US"/>
        </a:p>
      </dgm:t>
    </dgm:pt>
    <dgm:pt modelId="{26D4D37B-ABDC-4BDC-8EB6-D7454826E6B5}" type="sibTrans" cxnId="{ECEA9AF4-4636-46BA-87E3-F0D4887335AE}">
      <dgm:prSet/>
      <dgm:spPr/>
      <dgm:t>
        <a:bodyPr/>
        <a:lstStyle/>
        <a:p>
          <a:endParaRPr lang="en-US"/>
        </a:p>
      </dgm:t>
    </dgm:pt>
    <dgm:pt modelId="{28B37A93-DD86-431F-9956-13CFB4206A9A}">
      <dgm:prSet/>
      <dgm:spPr/>
      <dgm:t>
        <a:bodyPr/>
        <a:lstStyle/>
        <a:p>
          <a:r>
            <a:rPr lang="en-US" b="0" i="0"/>
            <a:t>It can be especially useful in an educational context, in order to help teachers and other staff understand more about pupils' peer relationships.  It is often a useful starting point for identifying and addressing the social and emotional needs of pupils.</a:t>
          </a:r>
          <a:br>
            <a:rPr lang="en-US" b="0" i="0"/>
          </a:br>
          <a:endParaRPr lang="en-US"/>
        </a:p>
      </dgm:t>
    </dgm:pt>
    <dgm:pt modelId="{193FC9E5-3A1E-4FDD-B657-402D0842CA74}" type="parTrans" cxnId="{2F1A3C94-B02C-4362-B4CB-D632113A66A1}">
      <dgm:prSet/>
      <dgm:spPr/>
      <dgm:t>
        <a:bodyPr/>
        <a:lstStyle/>
        <a:p>
          <a:endParaRPr lang="en-US"/>
        </a:p>
      </dgm:t>
    </dgm:pt>
    <dgm:pt modelId="{37FFE713-0C9B-4CE7-93FE-1906629E4AC3}" type="sibTrans" cxnId="{2F1A3C94-B02C-4362-B4CB-D632113A66A1}">
      <dgm:prSet/>
      <dgm:spPr/>
      <dgm:t>
        <a:bodyPr/>
        <a:lstStyle/>
        <a:p>
          <a:endParaRPr lang="en-US"/>
        </a:p>
      </dgm:t>
    </dgm:pt>
    <dgm:pt modelId="{D41633FA-13CE-43B4-A128-0B9B112C3FEB}" type="pres">
      <dgm:prSet presAssocID="{80A8D050-A890-474B-A5E8-29B4262D25E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E3A8CC7-CA7B-457B-9F06-665320021D91}" type="pres">
      <dgm:prSet presAssocID="{0CDCEBC1-8E58-413C-A154-26005DB0C0F5}" presName="hierRoot1" presStyleCnt="0"/>
      <dgm:spPr/>
    </dgm:pt>
    <dgm:pt modelId="{963E1D44-14E0-49E6-BCDA-1C6055FE9FC2}" type="pres">
      <dgm:prSet presAssocID="{0CDCEBC1-8E58-413C-A154-26005DB0C0F5}" presName="composite" presStyleCnt="0"/>
      <dgm:spPr/>
    </dgm:pt>
    <dgm:pt modelId="{C86DF978-04B3-4AA1-82A2-52FF8D7BE3D9}" type="pres">
      <dgm:prSet presAssocID="{0CDCEBC1-8E58-413C-A154-26005DB0C0F5}" presName="background" presStyleLbl="node0" presStyleIdx="0" presStyleCnt="2"/>
      <dgm:spPr/>
    </dgm:pt>
    <dgm:pt modelId="{F96FCA09-8568-4249-90CD-5140BD2F7D79}" type="pres">
      <dgm:prSet presAssocID="{0CDCEBC1-8E58-413C-A154-26005DB0C0F5}" presName="text" presStyleLbl="fgAcc0" presStyleIdx="0" presStyleCnt="2">
        <dgm:presLayoutVars>
          <dgm:chPref val="3"/>
        </dgm:presLayoutVars>
      </dgm:prSet>
      <dgm:spPr/>
    </dgm:pt>
    <dgm:pt modelId="{56B1233F-EA3A-430A-BE03-44D2260E9596}" type="pres">
      <dgm:prSet presAssocID="{0CDCEBC1-8E58-413C-A154-26005DB0C0F5}" presName="hierChild2" presStyleCnt="0"/>
      <dgm:spPr/>
    </dgm:pt>
    <dgm:pt modelId="{C7589422-277B-4BCB-97D9-678A64F25FBB}" type="pres">
      <dgm:prSet presAssocID="{28B37A93-DD86-431F-9956-13CFB4206A9A}" presName="hierRoot1" presStyleCnt="0"/>
      <dgm:spPr/>
    </dgm:pt>
    <dgm:pt modelId="{D22A4476-2447-42CC-A06A-AFDB08FFAC8F}" type="pres">
      <dgm:prSet presAssocID="{28B37A93-DD86-431F-9956-13CFB4206A9A}" presName="composite" presStyleCnt="0"/>
      <dgm:spPr/>
    </dgm:pt>
    <dgm:pt modelId="{F01F9246-7494-40F6-A09D-DFC6947E2D05}" type="pres">
      <dgm:prSet presAssocID="{28B37A93-DD86-431F-9956-13CFB4206A9A}" presName="background" presStyleLbl="node0" presStyleIdx="1" presStyleCnt="2"/>
      <dgm:spPr/>
    </dgm:pt>
    <dgm:pt modelId="{4981B90F-FA8C-46CF-8839-8193D90765AD}" type="pres">
      <dgm:prSet presAssocID="{28B37A93-DD86-431F-9956-13CFB4206A9A}" presName="text" presStyleLbl="fgAcc0" presStyleIdx="1" presStyleCnt="2">
        <dgm:presLayoutVars>
          <dgm:chPref val="3"/>
        </dgm:presLayoutVars>
      </dgm:prSet>
      <dgm:spPr/>
    </dgm:pt>
    <dgm:pt modelId="{D06E04EC-DECD-4B88-A291-6D3A3629DDB4}" type="pres">
      <dgm:prSet presAssocID="{28B37A93-DD86-431F-9956-13CFB4206A9A}" presName="hierChild2" presStyleCnt="0"/>
      <dgm:spPr/>
    </dgm:pt>
  </dgm:ptLst>
  <dgm:cxnLst>
    <dgm:cxn modelId="{BF40622D-13C9-44CE-8162-4422FCFBAD26}" type="presOf" srcId="{0CDCEBC1-8E58-413C-A154-26005DB0C0F5}" destId="{F96FCA09-8568-4249-90CD-5140BD2F7D79}" srcOrd="0" destOrd="0" presId="urn:microsoft.com/office/officeart/2005/8/layout/hierarchy1"/>
    <dgm:cxn modelId="{2F1A3C94-B02C-4362-B4CB-D632113A66A1}" srcId="{80A8D050-A890-474B-A5E8-29B4262D25E7}" destId="{28B37A93-DD86-431F-9956-13CFB4206A9A}" srcOrd="1" destOrd="0" parTransId="{193FC9E5-3A1E-4FDD-B657-402D0842CA74}" sibTransId="{37FFE713-0C9B-4CE7-93FE-1906629E4AC3}"/>
    <dgm:cxn modelId="{88038ECA-8DCA-4DC8-B014-888C476A8152}" type="presOf" srcId="{28B37A93-DD86-431F-9956-13CFB4206A9A}" destId="{4981B90F-FA8C-46CF-8839-8193D90765AD}" srcOrd="0" destOrd="0" presId="urn:microsoft.com/office/officeart/2005/8/layout/hierarchy1"/>
    <dgm:cxn modelId="{ECEA9AF4-4636-46BA-87E3-F0D4887335AE}" srcId="{80A8D050-A890-474B-A5E8-29B4262D25E7}" destId="{0CDCEBC1-8E58-413C-A154-26005DB0C0F5}" srcOrd="0" destOrd="0" parTransId="{D77D0B30-DC59-4311-80EA-7304347929C2}" sibTransId="{26D4D37B-ABDC-4BDC-8EB6-D7454826E6B5}"/>
    <dgm:cxn modelId="{ED944CFC-A12F-4448-99CA-4535A9385B23}" type="presOf" srcId="{80A8D050-A890-474B-A5E8-29B4262D25E7}" destId="{D41633FA-13CE-43B4-A128-0B9B112C3FEB}" srcOrd="0" destOrd="0" presId="urn:microsoft.com/office/officeart/2005/8/layout/hierarchy1"/>
    <dgm:cxn modelId="{99F1875A-8952-41A3-AB92-EF654C8E5C15}" type="presParOf" srcId="{D41633FA-13CE-43B4-A128-0B9B112C3FEB}" destId="{AE3A8CC7-CA7B-457B-9F06-665320021D91}" srcOrd="0" destOrd="0" presId="urn:microsoft.com/office/officeart/2005/8/layout/hierarchy1"/>
    <dgm:cxn modelId="{B2BA0F3F-396D-4C43-9893-BCD4AF005AE1}" type="presParOf" srcId="{AE3A8CC7-CA7B-457B-9F06-665320021D91}" destId="{963E1D44-14E0-49E6-BCDA-1C6055FE9FC2}" srcOrd="0" destOrd="0" presId="urn:microsoft.com/office/officeart/2005/8/layout/hierarchy1"/>
    <dgm:cxn modelId="{7A80D0CA-A1C1-479F-A95D-25A4A2FBE024}" type="presParOf" srcId="{963E1D44-14E0-49E6-BCDA-1C6055FE9FC2}" destId="{C86DF978-04B3-4AA1-82A2-52FF8D7BE3D9}" srcOrd="0" destOrd="0" presId="urn:microsoft.com/office/officeart/2005/8/layout/hierarchy1"/>
    <dgm:cxn modelId="{8026FCCF-0D2B-4F12-8B32-7BB34BA91213}" type="presParOf" srcId="{963E1D44-14E0-49E6-BCDA-1C6055FE9FC2}" destId="{F96FCA09-8568-4249-90CD-5140BD2F7D79}" srcOrd="1" destOrd="0" presId="urn:microsoft.com/office/officeart/2005/8/layout/hierarchy1"/>
    <dgm:cxn modelId="{A9B7084D-8391-43DF-86EA-FD823DFCA64F}" type="presParOf" srcId="{AE3A8CC7-CA7B-457B-9F06-665320021D91}" destId="{56B1233F-EA3A-430A-BE03-44D2260E9596}" srcOrd="1" destOrd="0" presId="urn:microsoft.com/office/officeart/2005/8/layout/hierarchy1"/>
    <dgm:cxn modelId="{DEF8054C-B382-4C77-9269-3823CE13D580}" type="presParOf" srcId="{D41633FA-13CE-43B4-A128-0B9B112C3FEB}" destId="{C7589422-277B-4BCB-97D9-678A64F25FBB}" srcOrd="1" destOrd="0" presId="urn:microsoft.com/office/officeart/2005/8/layout/hierarchy1"/>
    <dgm:cxn modelId="{E1D2854D-7CE1-4486-B61E-9317BBF7644E}" type="presParOf" srcId="{C7589422-277B-4BCB-97D9-678A64F25FBB}" destId="{D22A4476-2447-42CC-A06A-AFDB08FFAC8F}" srcOrd="0" destOrd="0" presId="urn:microsoft.com/office/officeart/2005/8/layout/hierarchy1"/>
    <dgm:cxn modelId="{CCBC6FC3-9661-49CC-97C6-129052D4D0CE}" type="presParOf" srcId="{D22A4476-2447-42CC-A06A-AFDB08FFAC8F}" destId="{F01F9246-7494-40F6-A09D-DFC6947E2D05}" srcOrd="0" destOrd="0" presId="urn:microsoft.com/office/officeart/2005/8/layout/hierarchy1"/>
    <dgm:cxn modelId="{93D56F39-2A6D-446F-BB87-B767712069FA}" type="presParOf" srcId="{D22A4476-2447-42CC-A06A-AFDB08FFAC8F}" destId="{4981B90F-FA8C-46CF-8839-8193D90765AD}" srcOrd="1" destOrd="0" presId="urn:microsoft.com/office/officeart/2005/8/layout/hierarchy1"/>
    <dgm:cxn modelId="{CFF2483C-9ADC-4BF0-A084-E5D10F7DD6CE}" type="presParOf" srcId="{C7589422-277B-4BCB-97D9-678A64F25FBB}" destId="{D06E04EC-DECD-4B88-A291-6D3A3629DDB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EA8531-24C9-4F69-A280-489EC6B6897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B9EC708-0079-4574-90FD-8AC27196891A}">
      <dgm:prSet/>
      <dgm:spPr/>
      <dgm:t>
        <a:bodyPr/>
        <a:lstStyle/>
        <a:p>
          <a:r>
            <a:rPr lang="en-US" b="0" i="0"/>
            <a:t>Sociograms are made on the basis of pupils' nominations of classmates in response to questions.  Pupils nominate three classmates with whom they </a:t>
          </a:r>
          <a:r>
            <a:rPr lang="en-US" b="1" i="1"/>
            <a:t>most</a:t>
          </a:r>
          <a:r>
            <a:rPr lang="en-US" b="0" i="0"/>
            <a:t> like to play/spend free time and three  classmates with whom they </a:t>
          </a:r>
          <a:r>
            <a:rPr lang="en-US" b="1" i="1"/>
            <a:t>least</a:t>
          </a:r>
          <a:r>
            <a:rPr lang="en-US" b="0" i="0"/>
            <a:t> like to play/spend free time (wording can vary). </a:t>
          </a:r>
          <a:endParaRPr lang="en-US"/>
        </a:p>
      </dgm:t>
    </dgm:pt>
    <dgm:pt modelId="{5226231B-A6EE-45B8-82DF-A4ABA8D81E32}" type="parTrans" cxnId="{DE5E57BE-DFF3-4EE4-A7F0-552B57607A93}">
      <dgm:prSet/>
      <dgm:spPr/>
      <dgm:t>
        <a:bodyPr/>
        <a:lstStyle/>
        <a:p>
          <a:endParaRPr lang="en-US"/>
        </a:p>
      </dgm:t>
    </dgm:pt>
    <dgm:pt modelId="{4B873BDE-2C4C-44E9-AC06-36F29AFCBF09}" type="sibTrans" cxnId="{DE5E57BE-DFF3-4EE4-A7F0-552B57607A93}">
      <dgm:prSet/>
      <dgm:spPr/>
      <dgm:t>
        <a:bodyPr/>
        <a:lstStyle/>
        <a:p>
          <a:endParaRPr lang="en-US"/>
        </a:p>
      </dgm:t>
    </dgm:pt>
    <dgm:pt modelId="{C184E236-BCFC-46ED-A4C2-CC2FB3287736}">
      <dgm:prSet/>
      <dgm:spPr/>
      <dgm:t>
        <a:bodyPr/>
        <a:lstStyle/>
        <a:p>
          <a:r>
            <a:rPr lang="en-US" b="0" i="0"/>
            <a:t>Recording the positive and negative nominations received by each pupil helps staff to be aware of patterns of acceptance and rejection within the peer group.  </a:t>
          </a:r>
          <a:endParaRPr lang="en-US"/>
        </a:p>
      </dgm:t>
    </dgm:pt>
    <dgm:pt modelId="{0D5359EA-B704-4BD2-B01D-D1CF2B798CDB}" type="parTrans" cxnId="{F136B805-4C69-4C5C-AA80-DB1FEFDCDA1B}">
      <dgm:prSet/>
      <dgm:spPr/>
      <dgm:t>
        <a:bodyPr/>
        <a:lstStyle/>
        <a:p>
          <a:endParaRPr lang="en-US"/>
        </a:p>
      </dgm:t>
    </dgm:pt>
    <dgm:pt modelId="{CA260BEC-7CD7-4F6A-A90C-A1E380321DAD}" type="sibTrans" cxnId="{F136B805-4C69-4C5C-AA80-DB1FEFDCDA1B}">
      <dgm:prSet/>
      <dgm:spPr/>
      <dgm:t>
        <a:bodyPr/>
        <a:lstStyle/>
        <a:p>
          <a:endParaRPr lang="en-US"/>
        </a:p>
      </dgm:t>
    </dgm:pt>
    <dgm:pt modelId="{CD726D6F-3A82-4C18-BE88-C2B1776B3014}">
      <dgm:prSet/>
      <dgm:spPr/>
      <dgm:t>
        <a:bodyPr/>
        <a:lstStyle/>
        <a:p>
          <a:r>
            <a:rPr lang="en-US" b="0" i="0"/>
            <a:t>The sociogram reveals the peer group dynamics of a class or other pupil group in a visual and accessible way.  </a:t>
          </a:r>
          <a:br>
            <a:rPr lang="en-US" b="0" i="0"/>
          </a:br>
          <a:endParaRPr lang="en-US"/>
        </a:p>
      </dgm:t>
    </dgm:pt>
    <dgm:pt modelId="{18A10BF2-AC4F-4BCF-96BF-75091200D55B}" type="parTrans" cxnId="{8F93091A-F941-47C4-BFBA-8212A0893ED5}">
      <dgm:prSet/>
      <dgm:spPr/>
      <dgm:t>
        <a:bodyPr/>
        <a:lstStyle/>
        <a:p>
          <a:endParaRPr lang="en-US"/>
        </a:p>
      </dgm:t>
    </dgm:pt>
    <dgm:pt modelId="{EF1CB03E-73A4-4F7C-B034-649AA327A17C}" type="sibTrans" cxnId="{8F93091A-F941-47C4-BFBA-8212A0893ED5}">
      <dgm:prSet/>
      <dgm:spPr/>
      <dgm:t>
        <a:bodyPr/>
        <a:lstStyle/>
        <a:p>
          <a:endParaRPr lang="en-US"/>
        </a:p>
      </dgm:t>
    </dgm:pt>
    <dgm:pt modelId="{9DB30E3E-51B6-4FB8-B73C-83771260FBF5}" type="pres">
      <dgm:prSet presAssocID="{3AEA8531-24C9-4F69-A280-489EC6B6897E}" presName="outerComposite" presStyleCnt="0">
        <dgm:presLayoutVars>
          <dgm:chMax val="5"/>
          <dgm:dir/>
          <dgm:resizeHandles val="exact"/>
        </dgm:presLayoutVars>
      </dgm:prSet>
      <dgm:spPr/>
    </dgm:pt>
    <dgm:pt modelId="{859481D1-3785-4186-8B07-90E012619ABD}" type="pres">
      <dgm:prSet presAssocID="{3AEA8531-24C9-4F69-A280-489EC6B6897E}" presName="dummyMaxCanvas" presStyleCnt="0">
        <dgm:presLayoutVars/>
      </dgm:prSet>
      <dgm:spPr/>
    </dgm:pt>
    <dgm:pt modelId="{43304ADC-05C0-4EC3-A15F-60C9472E91F6}" type="pres">
      <dgm:prSet presAssocID="{3AEA8531-24C9-4F69-A280-489EC6B6897E}" presName="ThreeNodes_1" presStyleLbl="node1" presStyleIdx="0" presStyleCnt="3">
        <dgm:presLayoutVars>
          <dgm:bulletEnabled val="1"/>
        </dgm:presLayoutVars>
      </dgm:prSet>
      <dgm:spPr/>
    </dgm:pt>
    <dgm:pt modelId="{F1F0B2F8-1148-40A0-956D-1D0F164CE6D1}" type="pres">
      <dgm:prSet presAssocID="{3AEA8531-24C9-4F69-A280-489EC6B6897E}" presName="ThreeNodes_2" presStyleLbl="node1" presStyleIdx="1" presStyleCnt="3">
        <dgm:presLayoutVars>
          <dgm:bulletEnabled val="1"/>
        </dgm:presLayoutVars>
      </dgm:prSet>
      <dgm:spPr/>
    </dgm:pt>
    <dgm:pt modelId="{7CAA906F-B1A1-4B92-9434-6C6A62275B35}" type="pres">
      <dgm:prSet presAssocID="{3AEA8531-24C9-4F69-A280-489EC6B6897E}" presName="ThreeNodes_3" presStyleLbl="node1" presStyleIdx="2" presStyleCnt="3">
        <dgm:presLayoutVars>
          <dgm:bulletEnabled val="1"/>
        </dgm:presLayoutVars>
      </dgm:prSet>
      <dgm:spPr/>
    </dgm:pt>
    <dgm:pt modelId="{F3179E7A-4E83-4EC1-8700-055DA25859C8}" type="pres">
      <dgm:prSet presAssocID="{3AEA8531-24C9-4F69-A280-489EC6B6897E}" presName="ThreeConn_1-2" presStyleLbl="fgAccFollowNode1" presStyleIdx="0" presStyleCnt="2">
        <dgm:presLayoutVars>
          <dgm:bulletEnabled val="1"/>
        </dgm:presLayoutVars>
      </dgm:prSet>
      <dgm:spPr/>
    </dgm:pt>
    <dgm:pt modelId="{FE78003B-AD75-4B5A-AF4F-A8907706B35A}" type="pres">
      <dgm:prSet presAssocID="{3AEA8531-24C9-4F69-A280-489EC6B6897E}" presName="ThreeConn_2-3" presStyleLbl="fgAccFollowNode1" presStyleIdx="1" presStyleCnt="2">
        <dgm:presLayoutVars>
          <dgm:bulletEnabled val="1"/>
        </dgm:presLayoutVars>
      </dgm:prSet>
      <dgm:spPr/>
    </dgm:pt>
    <dgm:pt modelId="{30FDD6C8-1AF0-466D-A678-A6EB159ED68D}" type="pres">
      <dgm:prSet presAssocID="{3AEA8531-24C9-4F69-A280-489EC6B6897E}" presName="ThreeNodes_1_text" presStyleLbl="node1" presStyleIdx="2" presStyleCnt="3">
        <dgm:presLayoutVars>
          <dgm:bulletEnabled val="1"/>
        </dgm:presLayoutVars>
      </dgm:prSet>
      <dgm:spPr/>
    </dgm:pt>
    <dgm:pt modelId="{8DB0EC5E-0EE4-4194-BE55-006590A6E7EC}" type="pres">
      <dgm:prSet presAssocID="{3AEA8531-24C9-4F69-A280-489EC6B6897E}" presName="ThreeNodes_2_text" presStyleLbl="node1" presStyleIdx="2" presStyleCnt="3">
        <dgm:presLayoutVars>
          <dgm:bulletEnabled val="1"/>
        </dgm:presLayoutVars>
      </dgm:prSet>
      <dgm:spPr/>
    </dgm:pt>
    <dgm:pt modelId="{88815AF1-35A3-4A07-9ECD-B301AC6E4018}" type="pres">
      <dgm:prSet presAssocID="{3AEA8531-24C9-4F69-A280-489EC6B6897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136B805-4C69-4C5C-AA80-DB1FEFDCDA1B}" srcId="{3AEA8531-24C9-4F69-A280-489EC6B6897E}" destId="{C184E236-BCFC-46ED-A4C2-CC2FB3287736}" srcOrd="1" destOrd="0" parTransId="{0D5359EA-B704-4BD2-B01D-D1CF2B798CDB}" sibTransId="{CA260BEC-7CD7-4F6A-A90C-A1E380321DAD}"/>
    <dgm:cxn modelId="{79F74C0F-703E-411F-9271-9C53E90DD94A}" type="presOf" srcId="{CD726D6F-3A82-4C18-BE88-C2B1776B3014}" destId="{7CAA906F-B1A1-4B92-9434-6C6A62275B35}" srcOrd="0" destOrd="0" presId="urn:microsoft.com/office/officeart/2005/8/layout/vProcess5"/>
    <dgm:cxn modelId="{052FDD10-DEFE-48A5-8116-4345532C11C7}" type="presOf" srcId="{4B873BDE-2C4C-44E9-AC06-36F29AFCBF09}" destId="{F3179E7A-4E83-4EC1-8700-055DA25859C8}" srcOrd="0" destOrd="0" presId="urn:microsoft.com/office/officeart/2005/8/layout/vProcess5"/>
    <dgm:cxn modelId="{068E7A13-03DD-4EC2-B6A2-DD97E93B4B64}" type="presOf" srcId="{DB9EC708-0079-4574-90FD-8AC27196891A}" destId="{30FDD6C8-1AF0-466D-A678-A6EB159ED68D}" srcOrd="1" destOrd="0" presId="urn:microsoft.com/office/officeart/2005/8/layout/vProcess5"/>
    <dgm:cxn modelId="{8F93091A-F941-47C4-BFBA-8212A0893ED5}" srcId="{3AEA8531-24C9-4F69-A280-489EC6B6897E}" destId="{CD726D6F-3A82-4C18-BE88-C2B1776B3014}" srcOrd="2" destOrd="0" parTransId="{18A10BF2-AC4F-4BCF-96BF-75091200D55B}" sibTransId="{EF1CB03E-73A4-4F7C-B034-649AA327A17C}"/>
    <dgm:cxn modelId="{CE29DC42-5C6D-4534-865D-6E5B04BEBDA6}" type="presOf" srcId="{CD726D6F-3A82-4C18-BE88-C2B1776B3014}" destId="{88815AF1-35A3-4A07-9ECD-B301AC6E4018}" srcOrd="1" destOrd="0" presId="urn:microsoft.com/office/officeart/2005/8/layout/vProcess5"/>
    <dgm:cxn modelId="{FB45D643-0BA9-4780-A088-6F7D3B6E21C8}" type="presOf" srcId="{CA260BEC-7CD7-4F6A-A90C-A1E380321DAD}" destId="{FE78003B-AD75-4B5A-AF4F-A8907706B35A}" srcOrd="0" destOrd="0" presId="urn:microsoft.com/office/officeart/2005/8/layout/vProcess5"/>
    <dgm:cxn modelId="{96FD7676-B876-4465-AECE-99E95D705BF8}" type="presOf" srcId="{C184E236-BCFC-46ED-A4C2-CC2FB3287736}" destId="{8DB0EC5E-0EE4-4194-BE55-006590A6E7EC}" srcOrd="1" destOrd="0" presId="urn:microsoft.com/office/officeart/2005/8/layout/vProcess5"/>
    <dgm:cxn modelId="{E9031E86-841F-4B8C-A353-6F72EAE3C90E}" type="presOf" srcId="{C184E236-BCFC-46ED-A4C2-CC2FB3287736}" destId="{F1F0B2F8-1148-40A0-956D-1D0F164CE6D1}" srcOrd="0" destOrd="0" presId="urn:microsoft.com/office/officeart/2005/8/layout/vProcess5"/>
    <dgm:cxn modelId="{432811A4-6FF8-4889-B51D-ABC80A1F642E}" type="presOf" srcId="{DB9EC708-0079-4574-90FD-8AC27196891A}" destId="{43304ADC-05C0-4EC3-A15F-60C9472E91F6}" srcOrd="0" destOrd="0" presId="urn:microsoft.com/office/officeart/2005/8/layout/vProcess5"/>
    <dgm:cxn modelId="{8EF990AD-9477-4157-A314-6FD409747E57}" type="presOf" srcId="{3AEA8531-24C9-4F69-A280-489EC6B6897E}" destId="{9DB30E3E-51B6-4FB8-B73C-83771260FBF5}" srcOrd="0" destOrd="0" presId="urn:microsoft.com/office/officeart/2005/8/layout/vProcess5"/>
    <dgm:cxn modelId="{DE5E57BE-DFF3-4EE4-A7F0-552B57607A93}" srcId="{3AEA8531-24C9-4F69-A280-489EC6B6897E}" destId="{DB9EC708-0079-4574-90FD-8AC27196891A}" srcOrd="0" destOrd="0" parTransId="{5226231B-A6EE-45B8-82DF-A4ABA8D81E32}" sibTransId="{4B873BDE-2C4C-44E9-AC06-36F29AFCBF09}"/>
    <dgm:cxn modelId="{BD4CADD3-641F-4047-A667-0CC1C17D20CD}" type="presParOf" srcId="{9DB30E3E-51B6-4FB8-B73C-83771260FBF5}" destId="{859481D1-3785-4186-8B07-90E012619ABD}" srcOrd="0" destOrd="0" presId="urn:microsoft.com/office/officeart/2005/8/layout/vProcess5"/>
    <dgm:cxn modelId="{AE500623-1EC3-4ECF-A763-AD709510D7C0}" type="presParOf" srcId="{9DB30E3E-51B6-4FB8-B73C-83771260FBF5}" destId="{43304ADC-05C0-4EC3-A15F-60C9472E91F6}" srcOrd="1" destOrd="0" presId="urn:microsoft.com/office/officeart/2005/8/layout/vProcess5"/>
    <dgm:cxn modelId="{91708D75-2A2B-486E-871F-C5ACA0AC5B0A}" type="presParOf" srcId="{9DB30E3E-51B6-4FB8-B73C-83771260FBF5}" destId="{F1F0B2F8-1148-40A0-956D-1D0F164CE6D1}" srcOrd="2" destOrd="0" presId="urn:microsoft.com/office/officeart/2005/8/layout/vProcess5"/>
    <dgm:cxn modelId="{5D6DA06D-4D22-46F6-8B08-DD4AEA78F576}" type="presParOf" srcId="{9DB30E3E-51B6-4FB8-B73C-83771260FBF5}" destId="{7CAA906F-B1A1-4B92-9434-6C6A62275B35}" srcOrd="3" destOrd="0" presId="urn:microsoft.com/office/officeart/2005/8/layout/vProcess5"/>
    <dgm:cxn modelId="{462A5C5D-85FF-471E-9B9B-06093B20A474}" type="presParOf" srcId="{9DB30E3E-51B6-4FB8-B73C-83771260FBF5}" destId="{F3179E7A-4E83-4EC1-8700-055DA25859C8}" srcOrd="4" destOrd="0" presId="urn:microsoft.com/office/officeart/2005/8/layout/vProcess5"/>
    <dgm:cxn modelId="{8DE84AB5-F154-4635-B65C-1C0D4971AB55}" type="presParOf" srcId="{9DB30E3E-51B6-4FB8-B73C-83771260FBF5}" destId="{FE78003B-AD75-4B5A-AF4F-A8907706B35A}" srcOrd="5" destOrd="0" presId="urn:microsoft.com/office/officeart/2005/8/layout/vProcess5"/>
    <dgm:cxn modelId="{91147985-670F-4335-893E-9E91E7289BEC}" type="presParOf" srcId="{9DB30E3E-51B6-4FB8-B73C-83771260FBF5}" destId="{30FDD6C8-1AF0-466D-A678-A6EB159ED68D}" srcOrd="6" destOrd="0" presId="urn:microsoft.com/office/officeart/2005/8/layout/vProcess5"/>
    <dgm:cxn modelId="{FABC2632-5707-47BD-909E-30BABD18F20C}" type="presParOf" srcId="{9DB30E3E-51B6-4FB8-B73C-83771260FBF5}" destId="{8DB0EC5E-0EE4-4194-BE55-006590A6E7EC}" srcOrd="7" destOrd="0" presId="urn:microsoft.com/office/officeart/2005/8/layout/vProcess5"/>
    <dgm:cxn modelId="{E9558099-F11D-4BCC-8742-B78EDE35D5B0}" type="presParOf" srcId="{9DB30E3E-51B6-4FB8-B73C-83771260FBF5}" destId="{88815AF1-35A3-4A07-9ECD-B301AC6E401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8A77DF-5CCC-4F36-B468-2B0A6EB28DFF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146977-A3A1-4EC9-8094-DEAC7425B80B}">
      <dgm:prSet/>
      <dgm:spPr/>
      <dgm:t>
        <a:bodyPr/>
        <a:lstStyle/>
        <a:p>
          <a:r>
            <a:rPr lang="en-US" b="0" i="0"/>
            <a:t>Poor peer acceptance is linked to loneliness and social dissatisfaction.</a:t>
          </a:r>
          <a:endParaRPr lang="en-US"/>
        </a:p>
      </dgm:t>
    </dgm:pt>
    <dgm:pt modelId="{0D7852F5-623C-4112-9AA0-E1A119EE68AC}" type="parTrans" cxnId="{A3A48A64-9F94-43FC-A731-90C65486E040}">
      <dgm:prSet/>
      <dgm:spPr/>
      <dgm:t>
        <a:bodyPr/>
        <a:lstStyle/>
        <a:p>
          <a:endParaRPr lang="en-US"/>
        </a:p>
      </dgm:t>
    </dgm:pt>
    <dgm:pt modelId="{60C19BA3-5229-48C0-A77D-1EE027BDA983}" type="sibTrans" cxnId="{A3A48A64-9F94-43FC-A731-90C65486E040}">
      <dgm:prSet/>
      <dgm:spPr/>
      <dgm:t>
        <a:bodyPr/>
        <a:lstStyle/>
        <a:p>
          <a:endParaRPr lang="en-US"/>
        </a:p>
      </dgm:t>
    </dgm:pt>
    <dgm:pt modelId="{81C7944E-98E4-4EB2-ABB6-C507998CEEA0}">
      <dgm:prSet/>
      <dgm:spPr/>
      <dgm:t>
        <a:bodyPr/>
        <a:lstStyle/>
        <a:p>
          <a:r>
            <a:rPr lang="en-US" b="0" i="0"/>
            <a:t>In the longer term, poor peer relationships are linked to problematic behaviours, aggression, depression and academic achievement. </a:t>
          </a:r>
          <a:endParaRPr lang="en-US"/>
        </a:p>
      </dgm:t>
    </dgm:pt>
    <dgm:pt modelId="{46A81A80-7570-479A-89CA-F0A1344726E2}" type="parTrans" cxnId="{A68EA3FA-9071-4AEE-BA1E-F4519D3BC74B}">
      <dgm:prSet/>
      <dgm:spPr/>
      <dgm:t>
        <a:bodyPr/>
        <a:lstStyle/>
        <a:p>
          <a:endParaRPr lang="en-US"/>
        </a:p>
      </dgm:t>
    </dgm:pt>
    <dgm:pt modelId="{AC9FDEC1-82A6-4B81-8885-7E8772AD2D42}" type="sibTrans" cxnId="{A68EA3FA-9071-4AEE-BA1E-F4519D3BC74B}">
      <dgm:prSet/>
      <dgm:spPr/>
      <dgm:t>
        <a:bodyPr/>
        <a:lstStyle/>
        <a:p>
          <a:endParaRPr lang="en-US"/>
        </a:p>
      </dgm:t>
    </dgm:pt>
    <dgm:pt modelId="{EF6D09CA-32E6-4995-A166-9E8C206DE84B}" type="pres">
      <dgm:prSet presAssocID="{F78A77DF-5CCC-4F36-B468-2B0A6EB28DFF}" presName="diagram" presStyleCnt="0">
        <dgm:presLayoutVars>
          <dgm:dir/>
          <dgm:resizeHandles val="exact"/>
        </dgm:presLayoutVars>
      </dgm:prSet>
      <dgm:spPr/>
    </dgm:pt>
    <dgm:pt modelId="{2F295BB0-7F0D-4A56-B593-F61CF16FE583}" type="pres">
      <dgm:prSet presAssocID="{ED146977-A3A1-4EC9-8094-DEAC7425B80B}" presName="arrow" presStyleLbl="node1" presStyleIdx="0" presStyleCnt="2">
        <dgm:presLayoutVars>
          <dgm:bulletEnabled val="1"/>
        </dgm:presLayoutVars>
      </dgm:prSet>
      <dgm:spPr/>
    </dgm:pt>
    <dgm:pt modelId="{B0712510-2E1C-4AEC-968B-6E1CE5618BE2}" type="pres">
      <dgm:prSet presAssocID="{81C7944E-98E4-4EB2-ABB6-C507998CEEA0}" presName="arrow" presStyleLbl="node1" presStyleIdx="1" presStyleCnt="2">
        <dgm:presLayoutVars>
          <dgm:bulletEnabled val="1"/>
        </dgm:presLayoutVars>
      </dgm:prSet>
      <dgm:spPr/>
    </dgm:pt>
  </dgm:ptLst>
  <dgm:cxnLst>
    <dgm:cxn modelId="{416F5318-747A-4945-BD76-E756E69859A8}" type="presOf" srcId="{ED146977-A3A1-4EC9-8094-DEAC7425B80B}" destId="{2F295BB0-7F0D-4A56-B593-F61CF16FE583}" srcOrd="0" destOrd="0" presId="urn:microsoft.com/office/officeart/2005/8/layout/arrow5"/>
    <dgm:cxn modelId="{A3A48A64-9F94-43FC-A731-90C65486E040}" srcId="{F78A77DF-5CCC-4F36-B468-2B0A6EB28DFF}" destId="{ED146977-A3A1-4EC9-8094-DEAC7425B80B}" srcOrd="0" destOrd="0" parTransId="{0D7852F5-623C-4112-9AA0-E1A119EE68AC}" sibTransId="{60C19BA3-5229-48C0-A77D-1EE027BDA983}"/>
    <dgm:cxn modelId="{4EE2A070-2261-40EE-AA66-6A266348CB7B}" type="presOf" srcId="{F78A77DF-5CCC-4F36-B468-2B0A6EB28DFF}" destId="{EF6D09CA-32E6-4995-A166-9E8C206DE84B}" srcOrd="0" destOrd="0" presId="urn:microsoft.com/office/officeart/2005/8/layout/arrow5"/>
    <dgm:cxn modelId="{4E1765E9-07B5-43B6-9809-0C3B73FEDDDA}" type="presOf" srcId="{81C7944E-98E4-4EB2-ABB6-C507998CEEA0}" destId="{B0712510-2E1C-4AEC-968B-6E1CE5618BE2}" srcOrd="0" destOrd="0" presId="urn:microsoft.com/office/officeart/2005/8/layout/arrow5"/>
    <dgm:cxn modelId="{A68EA3FA-9071-4AEE-BA1E-F4519D3BC74B}" srcId="{F78A77DF-5CCC-4F36-B468-2B0A6EB28DFF}" destId="{81C7944E-98E4-4EB2-ABB6-C507998CEEA0}" srcOrd="1" destOrd="0" parTransId="{46A81A80-7570-479A-89CA-F0A1344726E2}" sibTransId="{AC9FDEC1-82A6-4B81-8885-7E8772AD2D42}"/>
    <dgm:cxn modelId="{2ECDD5D6-5D1F-43B4-83ED-702583B16599}" type="presParOf" srcId="{EF6D09CA-32E6-4995-A166-9E8C206DE84B}" destId="{2F295BB0-7F0D-4A56-B593-F61CF16FE583}" srcOrd="0" destOrd="0" presId="urn:microsoft.com/office/officeart/2005/8/layout/arrow5"/>
    <dgm:cxn modelId="{A1DA5AF7-EF4E-46E1-B9D2-805B7C5F6A39}" type="presParOf" srcId="{EF6D09CA-32E6-4995-A166-9E8C206DE84B}" destId="{B0712510-2E1C-4AEC-968B-6E1CE5618BE2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C44BF0-072F-4050-BF4D-2BB23C2B690E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E69892-270A-4EC5-B5EC-3BF47D4F8F9C}">
      <dgm:prSet/>
      <dgm:spPr/>
      <dgm:t>
        <a:bodyPr/>
        <a:lstStyle/>
        <a:p>
          <a:r>
            <a:rPr lang="en-US" b="1" i="0"/>
            <a:t>Key Stage 1</a:t>
          </a:r>
          <a:r>
            <a:rPr lang="en-US" b="0" i="0"/>
            <a:t>: development of co-ordinated play</a:t>
          </a:r>
          <a:endParaRPr lang="en-US"/>
        </a:p>
      </dgm:t>
    </dgm:pt>
    <dgm:pt modelId="{02126D61-6597-494F-B5DB-19334B6F83A9}" type="parTrans" cxnId="{50B4AF0B-2769-41DB-B767-E45ECBBDF420}">
      <dgm:prSet/>
      <dgm:spPr/>
      <dgm:t>
        <a:bodyPr/>
        <a:lstStyle/>
        <a:p>
          <a:endParaRPr lang="en-US"/>
        </a:p>
      </dgm:t>
    </dgm:pt>
    <dgm:pt modelId="{60101B7E-71AF-44F3-8735-44AD4B6B15CD}" type="sibTrans" cxnId="{50B4AF0B-2769-41DB-B767-E45ECBBDF420}">
      <dgm:prSet/>
      <dgm:spPr/>
      <dgm:t>
        <a:bodyPr/>
        <a:lstStyle/>
        <a:p>
          <a:endParaRPr lang="en-US"/>
        </a:p>
      </dgm:t>
    </dgm:pt>
    <dgm:pt modelId="{E22D4832-B2B9-42FE-8985-C49CD92A9106}">
      <dgm:prSet/>
      <dgm:spPr/>
      <dgm:t>
        <a:bodyPr/>
        <a:lstStyle/>
        <a:p>
          <a:r>
            <a:rPr lang="en-US" b="0" i="0"/>
            <a:t>Peers are help givers and companions.</a:t>
          </a:r>
          <a:endParaRPr lang="en-US"/>
        </a:p>
      </dgm:t>
    </dgm:pt>
    <dgm:pt modelId="{7C479081-9D6E-4A0C-A0E2-A61C5CFF3289}" type="parTrans" cxnId="{0F75C596-07E8-4C1A-8C01-AD48A2D157AB}">
      <dgm:prSet/>
      <dgm:spPr/>
      <dgm:t>
        <a:bodyPr/>
        <a:lstStyle/>
        <a:p>
          <a:endParaRPr lang="en-US"/>
        </a:p>
      </dgm:t>
    </dgm:pt>
    <dgm:pt modelId="{05314236-3EEE-47E8-8A20-5A2634E0CF08}" type="sibTrans" cxnId="{0F75C596-07E8-4C1A-8C01-AD48A2D157AB}">
      <dgm:prSet/>
      <dgm:spPr/>
      <dgm:t>
        <a:bodyPr/>
        <a:lstStyle/>
        <a:p>
          <a:endParaRPr lang="en-US"/>
        </a:p>
      </dgm:t>
    </dgm:pt>
    <dgm:pt modelId="{1DDA4AA7-B794-4B7B-A8D6-9D29B0864517}">
      <dgm:prSet/>
      <dgm:spPr/>
      <dgm:t>
        <a:bodyPr/>
        <a:lstStyle/>
        <a:p>
          <a:r>
            <a:rPr lang="en-US" b="1" i="0"/>
            <a:t>Key Stage 2</a:t>
          </a:r>
          <a:r>
            <a:rPr lang="en-US" b="0" i="0"/>
            <a:t>: Group Acceptance</a:t>
          </a:r>
          <a:endParaRPr lang="en-US"/>
        </a:p>
      </dgm:t>
    </dgm:pt>
    <dgm:pt modelId="{A443A38F-6C89-4F53-A291-7D09A5C70EAA}" type="parTrans" cxnId="{C45371A5-074C-4A9E-AF83-7A32167C80B6}">
      <dgm:prSet/>
      <dgm:spPr/>
      <dgm:t>
        <a:bodyPr/>
        <a:lstStyle/>
        <a:p>
          <a:endParaRPr lang="en-US"/>
        </a:p>
      </dgm:t>
    </dgm:pt>
    <dgm:pt modelId="{A15E8937-AFF5-4911-9F1E-36363251ABD3}" type="sibTrans" cxnId="{C45371A5-074C-4A9E-AF83-7A32167C80B6}">
      <dgm:prSet/>
      <dgm:spPr/>
      <dgm:t>
        <a:bodyPr/>
        <a:lstStyle/>
        <a:p>
          <a:endParaRPr lang="en-US"/>
        </a:p>
      </dgm:t>
    </dgm:pt>
    <dgm:pt modelId="{A694D469-3D42-4C2D-A335-2DB744139A16}">
      <dgm:prSet/>
      <dgm:spPr/>
      <dgm:t>
        <a:bodyPr/>
        <a:lstStyle/>
        <a:p>
          <a:r>
            <a:rPr lang="en-US" b="0" i="0"/>
            <a:t>Peers are evaluators and social comparison becomes more important. </a:t>
          </a:r>
          <a:endParaRPr lang="en-US"/>
        </a:p>
      </dgm:t>
    </dgm:pt>
    <dgm:pt modelId="{9D43B0A8-FF51-4202-8AA7-1BB2E2A10823}" type="parTrans" cxnId="{FDC38EEA-0E18-4F25-8295-164AFCF9CBD1}">
      <dgm:prSet/>
      <dgm:spPr/>
      <dgm:t>
        <a:bodyPr/>
        <a:lstStyle/>
        <a:p>
          <a:endParaRPr lang="en-US"/>
        </a:p>
      </dgm:t>
    </dgm:pt>
    <dgm:pt modelId="{07F6D657-285F-4332-AE46-C02F834B449A}" type="sibTrans" cxnId="{FDC38EEA-0E18-4F25-8295-164AFCF9CBD1}">
      <dgm:prSet/>
      <dgm:spPr/>
      <dgm:t>
        <a:bodyPr/>
        <a:lstStyle/>
        <a:p>
          <a:endParaRPr lang="en-US"/>
        </a:p>
      </dgm:t>
    </dgm:pt>
    <dgm:pt modelId="{5664746B-0146-4FAB-9E54-F346DEA4AD60}">
      <dgm:prSet/>
      <dgm:spPr/>
      <dgm:t>
        <a:bodyPr/>
        <a:lstStyle/>
        <a:p>
          <a:r>
            <a:rPr lang="en-US" b="1" i="0"/>
            <a:t>Adolescence</a:t>
          </a:r>
          <a:r>
            <a:rPr lang="en-US" b="0" i="0"/>
            <a:t>: Intimacy and self-disclosure. </a:t>
          </a:r>
          <a:endParaRPr lang="en-US"/>
        </a:p>
      </dgm:t>
    </dgm:pt>
    <dgm:pt modelId="{1A40A992-9D90-46DD-AFB7-0D76E6C15B4A}" type="parTrans" cxnId="{A3DB1D19-B169-4FDC-91DB-A256A11A9FA1}">
      <dgm:prSet/>
      <dgm:spPr/>
      <dgm:t>
        <a:bodyPr/>
        <a:lstStyle/>
        <a:p>
          <a:endParaRPr lang="en-US"/>
        </a:p>
      </dgm:t>
    </dgm:pt>
    <dgm:pt modelId="{2E42E71B-3FB7-49F3-8332-92D095E199B2}" type="sibTrans" cxnId="{A3DB1D19-B169-4FDC-91DB-A256A11A9FA1}">
      <dgm:prSet/>
      <dgm:spPr/>
      <dgm:t>
        <a:bodyPr/>
        <a:lstStyle/>
        <a:p>
          <a:endParaRPr lang="en-US"/>
        </a:p>
      </dgm:t>
    </dgm:pt>
    <dgm:pt modelId="{A586D4B3-9AD0-454A-924E-1DF7216E52BF}">
      <dgm:prSet/>
      <dgm:spPr/>
      <dgm:t>
        <a:bodyPr/>
        <a:lstStyle/>
        <a:p>
          <a:r>
            <a:rPr lang="en-US" b="0" i="0"/>
            <a:t>- Peers take over from parents as main confidant. </a:t>
          </a:r>
          <a:endParaRPr lang="en-US"/>
        </a:p>
      </dgm:t>
    </dgm:pt>
    <dgm:pt modelId="{D9AFE7D2-51D5-462E-A85C-702858ED626A}" type="parTrans" cxnId="{B2AFA81E-1E64-49FC-B702-C2340879686F}">
      <dgm:prSet/>
      <dgm:spPr/>
      <dgm:t>
        <a:bodyPr/>
        <a:lstStyle/>
        <a:p>
          <a:endParaRPr lang="en-US"/>
        </a:p>
      </dgm:t>
    </dgm:pt>
    <dgm:pt modelId="{62159212-A22B-4B78-9172-0BA0ABE512B0}" type="sibTrans" cxnId="{B2AFA81E-1E64-49FC-B702-C2340879686F}">
      <dgm:prSet/>
      <dgm:spPr/>
      <dgm:t>
        <a:bodyPr/>
        <a:lstStyle/>
        <a:p>
          <a:endParaRPr lang="en-US"/>
        </a:p>
      </dgm:t>
    </dgm:pt>
    <dgm:pt modelId="{B65D94E6-0984-46A8-A541-E15E72037267}" type="pres">
      <dgm:prSet presAssocID="{C4C44BF0-072F-4050-BF4D-2BB23C2B690E}" presName="diagram" presStyleCnt="0">
        <dgm:presLayoutVars>
          <dgm:dir/>
          <dgm:resizeHandles val="exact"/>
        </dgm:presLayoutVars>
      </dgm:prSet>
      <dgm:spPr/>
    </dgm:pt>
    <dgm:pt modelId="{03335D27-188D-49C2-90FB-63CD60DB45F8}" type="pres">
      <dgm:prSet presAssocID="{08E69892-270A-4EC5-B5EC-3BF47D4F8F9C}" presName="arrow" presStyleLbl="node1" presStyleIdx="0" presStyleCnt="6">
        <dgm:presLayoutVars>
          <dgm:bulletEnabled val="1"/>
        </dgm:presLayoutVars>
      </dgm:prSet>
      <dgm:spPr/>
    </dgm:pt>
    <dgm:pt modelId="{15D205BA-DDFA-4B3D-A948-884FFB1AECC1}" type="pres">
      <dgm:prSet presAssocID="{E22D4832-B2B9-42FE-8985-C49CD92A9106}" presName="arrow" presStyleLbl="node1" presStyleIdx="1" presStyleCnt="6">
        <dgm:presLayoutVars>
          <dgm:bulletEnabled val="1"/>
        </dgm:presLayoutVars>
      </dgm:prSet>
      <dgm:spPr/>
    </dgm:pt>
    <dgm:pt modelId="{2891D877-B927-4E47-828F-03978B0113CF}" type="pres">
      <dgm:prSet presAssocID="{1DDA4AA7-B794-4B7B-A8D6-9D29B0864517}" presName="arrow" presStyleLbl="node1" presStyleIdx="2" presStyleCnt="6">
        <dgm:presLayoutVars>
          <dgm:bulletEnabled val="1"/>
        </dgm:presLayoutVars>
      </dgm:prSet>
      <dgm:spPr/>
    </dgm:pt>
    <dgm:pt modelId="{B9EC2614-C48B-4431-AFDE-FF940B3D1EB2}" type="pres">
      <dgm:prSet presAssocID="{A694D469-3D42-4C2D-A335-2DB744139A16}" presName="arrow" presStyleLbl="node1" presStyleIdx="3" presStyleCnt="6">
        <dgm:presLayoutVars>
          <dgm:bulletEnabled val="1"/>
        </dgm:presLayoutVars>
      </dgm:prSet>
      <dgm:spPr/>
    </dgm:pt>
    <dgm:pt modelId="{8E6D4480-169D-4443-833C-5BF426E7A3B9}" type="pres">
      <dgm:prSet presAssocID="{5664746B-0146-4FAB-9E54-F346DEA4AD60}" presName="arrow" presStyleLbl="node1" presStyleIdx="4" presStyleCnt="6">
        <dgm:presLayoutVars>
          <dgm:bulletEnabled val="1"/>
        </dgm:presLayoutVars>
      </dgm:prSet>
      <dgm:spPr/>
    </dgm:pt>
    <dgm:pt modelId="{9AD471B8-6D08-4FC7-A3F8-DA5335B89C5B}" type="pres">
      <dgm:prSet presAssocID="{A586D4B3-9AD0-454A-924E-1DF7216E52BF}" presName="arrow" presStyleLbl="node1" presStyleIdx="5" presStyleCnt="6">
        <dgm:presLayoutVars>
          <dgm:bulletEnabled val="1"/>
        </dgm:presLayoutVars>
      </dgm:prSet>
      <dgm:spPr/>
    </dgm:pt>
  </dgm:ptLst>
  <dgm:cxnLst>
    <dgm:cxn modelId="{F866030B-A388-4033-B407-186432CD676F}" type="presOf" srcId="{A586D4B3-9AD0-454A-924E-1DF7216E52BF}" destId="{9AD471B8-6D08-4FC7-A3F8-DA5335B89C5B}" srcOrd="0" destOrd="0" presId="urn:microsoft.com/office/officeart/2005/8/layout/arrow5"/>
    <dgm:cxn modelId="{50B4AF0B-2769-41DB-B767-E45ECBBDF420}" srcId="{C4C44BF0-072F-4050-BF4D-2BB23C2B690E}" destId="{08E69892-270A-4EC5-B5EC-3BF47D4F8F9C}" srcOrd="0" destOrd="0" parTransId="{02126D61-6597-494F-B5DB-19334B6F83A9}" sibTransId="{60101B7E-71AF-44F3-8735-44AD4B6B15CD}"/>
    <dgm:cxn modelId="{A3DB1D19-B169-4FDC-91DB-A256A11A9FA1}" srcId="{C4C44BF0-072F-4050-BF4D-2BB23C2B690E}" destId="{5664746B-0146-4FAB-9E54-F346DEA4AD60}" srcOrd="4" destOrd="0" parTransId="{1A40A992-9D90-46DD-AFB7-0D76E6C15B4A}" sibTransId="{2E42E71B-3FB7-49F3-8332-92D095E199B2}"/>
    <dgm:cxn modelId="{B2AFA81E-1E64-49FC-B702-C2340879686F}" srcId="{C4C44BF0-072F-4050-BF4D-2BB23C2B690E}" destId="{A586D4B3-9AD0-454A-924E-1DF7216E52BF}" srcOrd="5" destOrd="0" parTransId="{D9AFE7D2-51D5-462E-A85C-702858ED626A}" sibTransId="{62159212-A22B-4B78-9172-0BA0ABE512B0}"/>
    <dgm:cxn modelId="{88058125-FCBB-48EC-BE7B-CF90292C9A2F}" type="presOf" srcId="{5664746B-0146-4FAB-9E54-F346DEA4AD60}" destId="{8E6D4480-169D-4443-833C-5BF426E7A3B9}" srcOrd="0" destOrd="0" presId="urn:microsoft.com/office/officeart/2005/8/layout/arrow5"/>
    <dgm:cxn modelId="{EF360630-D4A5-43E6-B2A6-23B7BB158646}" type="presOf" srcId="{E22D4832-B2B9-42FE-8985-C49CD92A9106}" destId="{15D205BA-DDFA-4B3D-A948-884FFB1AECC1}" srcOrd="0" destOrd="0" presId="urn:microsoft.com/office/officeart/2005/8/layout/arrow5"/>
    <dgm:cxn modelId="{D071D64A-6FB8-44C3-AC8E-6DE42FAE24BB}" type="presOf" srcId="{1DDA4AA7-B794-4B7B-A8D6-9D29B0864517}" destId="{2891D877-B927-4E47-828F-03978B0113CF}" srcOrd="0" destOrd="0" presId="urn:microsoft.com/office/officeart/2005/8/layout/arrow5"/>
    <dgm:cxn modelId="{0F75C596-07E8-4C1A-8C01-AD48A2D157AB}" srcId="{C4C44BF0-072F-4050-BF4D-2BB23C2B690E}" destId="{E22D4832-B2B9-42FE-8985-C49CD92A9106}" srcOrd="1" destOrd="0" parTransId="{7C479081-9D6E-4A0C-A0E2-A61C5CFF3289}" sibTransId="{05314236-3EEE-47E8-8A20-5A2634E0CF08}"/>
    <dgm:cxn modelId="{22B0EAA3-BF62-4EBC-B926-838F2B9B5929}" type="presOf" srcId="{C4C44BF0-072F-4050-BF4D-2BB23C2B690E}" destId="{B65D94E6-0984-46A8-A541-E15E72037267}" srcOrd="0" destOrd="0" presId="urn:microsoft.com/office/officeart/2005/8/layout/arrow5"/>
    <dgm:cxn modelId="{C45371A5-074C-4A9E-AF83-7A32167C80B6}" srcId="{C4C44BF0-072F-4050-BF4D-2BB23C2B690E}" destId="{1DDA4AA7-B794-4B7B-A8D6-9D29B0864517}" srcOrd="2" destOrd="0" parTransId="{A443A38F-6C89-4F53-A291-7D09A5C70EAA}" sibTransId="{A15E8937-AFF5-4911-9F1E-36363251ABD3}"/>
    <dgm:cxn modelId="{4BD976DE-EEEC-4BE0-B0DE-92D3A1653C60}" type="presOf" srcId="{08E69892-270A-4EC5-B5EC-3BF47D4F8F9C}" destId="{03335D27-188D-49C2-90FB-63CD60DB45F8}" srcOrd="0" destOrd="0" presId="urn:microsoft.com/office/officeart/2005/8/layout/arrow5"/>
    <dgm:cxn modelId="{FDC38EEA-0E18-4F25-8295-164AFCF9CBD1}" srcId="{C4C44BF0-072F-4050-BF4D-2BB23C2B690E}" destId="{A694D469-3D42-4C2D-A335-2DB744139A16}" srcOrd="3" destOrd="0" parTransId="{9D43B0A8-FF51-4202-8AA7-1BB2E2A10823}" sibTransId="{07F6D657-285F-4332-AE46-C02F834B449A}"/>
    <dgm:cxn modelId="{4945FFF2-93D0-45FD-904B-B7B397025ACA}" type="presOf" srcId="{A694D469-3D42-4C2D-A335-2DB744139A16}" destId="{B9EC2614-C48B-4431-AFDE-FF940B3D1EB2}" srcOrd="0" destOrd="0" presId="urn:microsoft.com/office/officeart/2005/8/layout/arrow5"/>
    <dgm:cxn modelId="{378BD0AD-0F93-4326-A4D9-F0FF5F7371F0}" type="presParOf" srcId="{B65D94E6-0984-46A8-A541-E15E72037267}" destId="{03335D27-188D-49C2-90FB-63CD60DB45F8}" srcOrd="0" destOrd="0" presId="urn:microsoft.com/office/officeart/2005/8/layout/arrow5"/>
    <dgm:cxn modelId="{32CAB6B2-0B3E-426A-A58E-FB336E7DD2A3}" type="presParOf" srcId="{B65D94E6-0984-46A8-A541-E15E72037267}" destId="{15D205BA-DDFA-4B3D-A948-884FFB1AECC1}" srcOrd="1" destOrd="0" presId="urn:microsoft.com/office/officeart/2005/8/layout/arrow5"/>
    <dgm:cxn modelId="{C0BC4B41-BDAF-47D2-A617-8F1836A335F1}" type="presParOf" srcId="{B65D94E6-0984-46A8-A541-E15E72037267}" destId="{2891D877-B927-4E47-828F-03978B0113CF}" srcOrd="2" destOrd="0" presId="urn:microsoft.com/office/officeart/2005/8/layout/arrow5"/>
    <dgm:cxn modelId="{AAEAF1D8-A6FD-4C63-B1A4-657C96EA16B9}" type="presParOf" srcId="{B65D94E6-0984-46A8-A541-E15E72037267}" destId="{B9EC2614-C48B-4431-AFDE-FF940B3D1EB2}" srcOrd="3" destOrd="0" presId="urn:microsoft.com/office/officeart/2005/8/layout/arrow5"/>
    <dgm:cxn modelId="{7C90287A-DCE2-41E0-9273-3793D15D31D4}" type="presParOf" srcId="{B65D94E6-0984-46A8-A541-E15E72037267}" destId="{8E6D4480-169D-4443-833C-5BF426E7A3B9}" srcOrd="4" destOrd="0" presId="urn:microsoft.com/office/officeart/2005/8/layout/arrow5"/>
    <dgm:cxn modelId="{E3CC07F3-4614-4BB4-903C-4AAD736DA7C0}" type="presParOf" srcId="{B65D94E6-0984-46A8-A541-E15E72037267}" destId="{9AD471B8-6D08-4FC7-A3F8-DA5335B89C5B}" srcOrd="5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7F96D4-112C-4253-9FA3-37CC99D171D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97E4499-7ED9-4914-A023-9D3B3A778878}">
      <dgm:prSet/>
      <dgm:spPr/>
      <dgm:t>
        <a:bodyPr/>
        <a:lstStyle/>
        <a:p>
          <a:r>
            <a:rPr lang="en-US" b="0" i="0"/>
            <a:t>Social and Emotional Learning Programmes </a:t>
          </a:r>
          <a:endParaRPr lang="en-US"/>
        </a:p>
      </dgm:t>
    </dgm:pt>
    <dgm:pt modelId="{E3D72E4B-202E-40A4-B670-9515B6F42B64}" type="parTrans" cxnId="{7C74B170-DE9F-45C7-B8C2-97A7F0ED86FF}">
      <dgm:prSet/>
      <dgm:spPr/>
      <dgm:t>
        <a:bodyPr/>
        <a:lstStyle/>
        <a:p>
          <a:endParaRPr lang="en-US"/>
        </a:p>
      </dgm:t>
    </dgm:pt>
    <dgm:pt modelId="{707F74F6-F66D-467D-BF47-C7F501D13028}" type="sibTrans" cxnId="{7C74B170-DE9F-45C7-B8C2-97A7F0ED86FF}">
      <dgm:prSet/>
      <dgm:spPr/>
      <dgm:t>
        <a:bodyPr/>
        <a:lstStyle/>
        <a:p>
          <a:endParaRPr lang="en-US"/>
        </a:p>
      </dgm:t>
    </dgm:pt>
    <dgm:pt modelId="{7522A087-2BAB-46BF-A271-251F2D96675F}">
      <dgm:prSet/>
      <dgm:spPr/>
      <dgm:t>
        <a:bodyPr/>
        <a:lstStyle/>
        <a:p>
          <a:r>
            <a:rPr lang="en-US" b="0" i="0"/>
            <a:t>(e.g. SEAL, FRIENDS) can lead to significant </a:t>
          </a:r>
          <a:endParaRPr lang="en-US"/>
        </a:p>
      </dgm:t>
    </dgm:pt>
    <dgm:pt modelId="{0EA910DD-E4E2-4419-9F17-083935FE12E8}" type="parTrans" cxnId="{B1489758-F438-4E0D-8351-AA0CA7ED9E75}">
      <dgm:prSet/>
      <dgm:spPr/>
      <dgm:t>
        <a:bodyPr/>
        <a:lstStyle/>
        <a:p>
          <a:endParaRPr lang="en-US"/>
        </a:p>
      </dgm:t>
    </dgm:pt>
    <dgm:pt modelId="{7D8BBC6F-9E23-4AA0-B306-0386C3E196F7}" type="sibTrans" cxnId="{B1489758-F438-4E0D-8351-AA0CA7ED9E75}">
      <dgm:prSet/>
      <dgm:spPr/>
      <dgm:t>
        <a:bodyPr/>
        <a:lstStyle/>
        <a:p>
          <a:endParaRPr lang="en-US"/>
        </a:p>
      </dgm:t>
    </dgm:pt>
    <dgm:pt modelId="{7380388B-6E0A-4417-A74A-456E597E537A}">
      <dgm:prSet/>
      <dgm:spPr/>
      <dgm:t>
        <a:bodyPr/>
        <a:lstStyle/>
        <a:p>
          <a:r>
            <a:rPr lang="en-US" b="0" i="0"/>
            <a:t>improvements in:</a:t>
          </a:r>
          <a:endParaRPr lang="en-US"/>
        </a:p>
      </dgm:t>
    </dgm:pt>
    <dgm:pt modelId="{66BD4947-F15A-46CC-AB7D-93DC22B298BF}" type="parTrans" cxnId="{54542D9D-053C-4B95-A95E-7EDCEE6E4F4A}">
      <dgm:prSet/>
      <dgm:spPr/>
      <dgm:t>
        <a:bodyPr/>
        <a:lstStyle/>
        <a:p>
          <a:endParaRPr lang="en-US"/>
        </a:p>
      </dgm:t>
    </dgm:pt>
    <dgm:pt modelId="{337E0476-B6EB-4138-A878-99FF2A2A23DB}" type="sibTrans" cxnId="{54542D9D-053C-4B95-A95E-7EDCEE6E4F4A}">
      <dgm:prSet/>
      <dgm:spPr/>
      <dgm:t>
        <a:bodyPr/>
        <a:lstStyle/>
        <a:p>
          <a:endParaRPr lang="en-US"/>
        </a:p>
      </dgm:t>
    </dgm:pt>
    <dgm:pt modelId="{8A344762-0E5D-42B3-BA84-ACC104BA4B45}">
      <dgm:prSet/>
      <dgm:spPr/>
      <dgm:t>
        <a:bodyPr/>
        <a:lstStyle/>
        <a:p>
          <a:r>
            <a:rPr lang="en-US" b="0" i="0"/>
            <a:t>Social and emotional skills</a:t>
          </a:r>
          <a:endParaRPr lang="en-US"/>
        </a:p>
      </dgm:t>
    </dgm:pt>
    <dgm:pt modelId="{FAB07FFE-F182-4236-860E-CD1D20A0A94C}" type="parTrans" cxnId="{48DA2C1E-5AF5-4B43-AF61-56EF78C89ABC}">
      <dgm:prSet/>
      <dgm:spPr/>
      <dgm:t>
        <a:bodyPr/>
        <a:lstStyle/>
        <a:p>
          <a:endParaRPr lang="en-US"/>
        </a:p>
      </dgm:t>
    </dgm:pt>
    <dgm:pt modelId="{8CCC613F-6634-4EF9-A94F-5DC2C31B6721}" type="sibTrans" cxnId="{48DA2C1E-5AF5-4B43-AF61-56EF78C89ABC}">
      <dgm:prSet/>
      <dgm:spPr/>
      <dgm:t>
        <a:bodyPr/>
        <a:lstStyle/>
        <a:p>
          <a:endParaRPr lang="en-US"/>
        </a:p>
      </dgm:t>
    </dgm:pt>
    <dgm:pt modelId="{5860A00F-CBA4-4CEB-8542-7A1E65D03F64}">
      <dgm:prSet/>
      <dgm:spPr/>
      <dgm:t>
        <a:bodyPr/>
        <a:lstStyle/>
        <a:p>
          <a:r>
            <a:rPr lang="en-US" b="0" i="0"/>
            <a:t>Attitudes about self, others and school</a:t>
          </a:r>
          <a:endParaRPr lang="en-US"/>
        </a:p>
      </dgm:t>
    </dgm:pt>
    <dgm:pt modelId="{EB6C1C47-FD45-45C8-8B60-008085D07205}" type="parTrans" cxnId="{E559DED3-034E-447E-A20A-969DDE439CCD}">
      <dgm:prSet/>
      <dgm:spPr/>
      <dgm:t>
        <a:bodyPr/>
        <a:lstStyle/>
        <a:p>
          <a:endParaRPr lang="en-US"/>
        </a:p>
      </dgm:t>
    </dgm:pt>
    <dgm:pt modelId="{1FA41C8B-3205-4F8B-8F26-B7DAB255BB73}" type="sibTrans" cxnId="{E559DED3-034E-447E-A20A-969DDE439CCD}">
      <dgm:prSet/>
      <dgm:spPr/>
      <dgm:t>
        <a:bodyPr/>
        <a:lstStyle/>
        <a:p>
          <a:endParaRPr lang="en-US"/>
        </a:p>
      </dgm:t>
    </dgm:pt>
    <dgm:pt modelId="{54B47B00-31E0-4585-947D-82092BE0D790}">
      <dgm:prSet/>
      <dgm:spPr/>
      <dgm:t>
        <a:bodyPr/>
        <a:lstStyle/>
        <a:p>
          <a:r>
            <a:rPr lang="en-US" b="0" i="0"/>
            <a:t>Classroom behaviour</a:t>
          </a:r>
          <a:endParaRPr lang="en-US"/>
        </a:p>
      </dgm:t>
    </dgm:pt>
    <dgm:pt modelId="{0924D605-2C8D-4AB0-902C-C930E3D7056A}" type="parTrans" cxnId="{E696F2BE-4CAA-45E3-990E-625860A7384A}">
      <dgm:prSet/>
      <dgm:spPr/>
      <dgm:t>
        <a:bodyPr/>
        <a:lstStyle/>
        <a:p>
          <a:endParaRPr lang="en-US"/>
        </a:p>
      </dgm:t>
    </dgm:pt>
    <dgm:pt modelId="{A5A41C98-1C01-4195-8CC9-475EDAAEEF3A}" type="sibTrans" cxnId="{E696F2BE-4CAA-45E3-990E-625860A7384A}">
      <dgm:prSet/>
      <dgm:spPr/>
      <dgm:t>
        <a:bodyPr/>
        <a:lstStyle/>
        <a:p>
          <a:endParaRPr lang="en-US"/>
        </a:p>
      </dgm:t>
    </dgm:pt>
    <dgm:pt modelId="{0AEA470C-A847-49F8-A3D7-02C9375582FD}">
      <dgm:prSet/>
      <dgm:spPr/>
      <dgm:t>
        <a:bodyPr/>
        <a:lstStyle/>
        <a:p>
          <a:r>
            <a:rPr lang="en-US" b="0" i="0"/>
            <a:t>Emotional distress</a:t>
          </a:r>
          <a:endParaRPr lang="en-US"/>
        </a:p>
      </dgm:t>
    </dgm:pt>
    <dgm:pt modelId="{9D25D9D8-E645-414A-98B9-FEF0376061DF}" type="parTrans" cxnId="{AFD982CF-A2D1-4853-852B-C7BE1A07A072}">
      <dgm:prSet/>
      <dgm:spPr/>
      <dgm:t>
        <a:bodyPr/>
        <a:lstStyle/>
        <a:p>
          <a:endParaRPr lang="en-US"/>
        </a:p>
      </dgm:t>
    </dgm:pt>
    <dgm:pt modelId="{CAC45C3B-E747-47CB-A722-B222EBFA7E21}" type="sibTrans" cxnId="{AFD982CF-A2D1-4853-852B-C7BE1A07A072}">
      <dgm:prSet/>
      <dgm:spPr/>
      <dgm:t>
        <a:bodyPr/>
        <a:lstStyle/>
        <a:p>
          <a:endParaRPr lang="en-US"/>
        </a:p>
      </dgm:t>
    </dgm:pt>
    <dgm:pt modelId="{60FC353A-6DDE-4352-8C47-BC9B34658EE4}">
      <dgm:prSet/>
      <dgm:spPr/>
      <dgm:t>
        <a:bodyPr/>
        <a:lstStyle/>
        <a:p>
          <a:r>
            <a:rPr lang="en-US" b="0" i="0"/>
            <a:t>Achievement </a:t>
          </a:r>
          <a:endParaRPr lang="en-US"/>
        </a:p>
      </dgm:t>
    </dgm:pt>
    <dgm:pt modelId="{A603C88A-F096-46E7-9A63-F208E7FEFA56}" type="parTrans" cxnId="{DCBB68A3-8843-413B-86DA-62A734EB8F79}">
      <dgm:prSet/>
      <dgm:spPr/>
      <dgm:t>
        <a:bodyPr/>
        <a:lstStyle/>
        <a:p>
          <a:endParaRPr lang="en-US"/>
        </a:p>
      </dgm:t>
    </dgm:pt>
    <dgm:pt modelId="{700EDB26-67E8-45E5-81F9-5D1D69B4A879}" type="sibTrans" cxnId="{DCBB68A3-8843-413B-86DA-62A734EB8F79}">
      <dgm:prSet/>
      <dgm:spPr/>
      <dgm:t>
        <a:bodyPr/>
        <a:lstStyle/>
        <a:p>
          <a:endParaRPr lang="en-US"/>
        </a:p>
      </dgm:t>
    </dgm:pt>
    <dgm:pt modelId="{25741622-9F97-44AD-AA3E-50ADBAF0A5BC}">
      <dgm:prSet/>
      <dgm:spPr/>
      <dgm:t>
        <a:bodyPr/>
        <a:lstStyle/>
        <a:p>
          <a:r>
            <a:rPr lang="en-US" b="0" i="0"/>
            <a:t>Sociometric measures can be used to identify</a:t>
          </a:r>
          <a:endParaRPr lang="en-US"/>
        </a:p>
      </dgm:t>
    </dgm:pt>
    <dgm:pt modelId="{69F96088-ED76-403E-B713-B2457C224ED7}" type="parTrans" cxnId="{1AD45849-AF2E-4BE0-9C27-EDDA1FBA11B0}">
      <dgm:prSet/>
      <dgm:spPr/>
      <dgm:t>
        <a:bodyPr/>
        <a:lstStyle/>
        <a:p>
          <a:endParaRPr lang="en-US"/>
        </a:p>
      </dgm:t>
    </dgm:pt>
    <dgm:pt modelId="{4F68861C-C9E9-4B82-B865-E283B58A1116}" type="sibTrans" cxnId="{1AD45849-AF2E-4BE0-9C27-EDDA1FBA11B0}">
      <dgm:prSet/>
      <dgm:spPr/>
      <dgm:t>
        <a:bodyPr/>
        <a:lstStyle/>
        <a:p>
          <a:endParaRPr lang="en-US"/>
        </a:p>
      </dgm:t>
    </dgm:pt>
    <dgm:pt modelId="{BB2B2335-09FE-4737-9753-504C75D7BE18}">
      <dgm:prSet/>
      <dgm:spPr/>
      <dgm:t>
        <a:bodyPr/>
        <a:lstStyle/>
        <a:p>
          <a:r>
            <a:rPr lang="en-US" b="0" i="0"/>
            <a:t>higher-risk children. </a:t>
          </a:r>
          <a:endParaRPr lang="en-US"/>
        </a:p>
      </dgm:t>
    </dgm:pt>
    <dgm:pt modelId="{BBDFE303-3BBD-4930-A2AF-70184C665EF8}" type="parTrans" cxnId="{BD8D8E07-9A40-48A4-ACC7-E56F5B2598BC}">
      <dgm:prSet/>
      <dgm:spPr/>
      <dgm:t>
        <a:bodyPr/>
        <a:lstStyle/>
        <a:p>
          <a:endParaRPr lang="en-US"/>
        </a:p>
      </dgm:t>
    </dgm:pt>
    <dgm:pt modelId="{E5C640B0-DD1B-4F0D-BABA-271A1A9DBB76}" type="sibTrans" cxnId="{BD8D8E07-9A40-48A4-ACC7-E56F5B2598BC}">
      <dgm:prSet/>
      <dgm:spPr/>
      <dgm:t>
        <a:bodyPr/>
        <a:lstStyle/>
        <a:p>
          <a:endParaRPr lang="en-US"/>
        </a:p>
      </dgm:t>
    </dgm:pt>
    <dgm:pt modelId="{405FAE17-AD9A-4EE5-941A-5301578E1664}" type="pres">
      <dgm:prSet presAssocID="{3B7F96D4-112C-4253-9FA3-37CC99D171D1}" presName="linear" presStyleCnt="0">
        <dgm:presLayoutVars>
          <dgm:dir/>
          <dgm:animLvl val="lvl"/>
          <dgm:resizeHandles val="exact"/>
        </dgm:presLayoutVars>
      </dgm:prSet>
      <dgm:spPr/>
    </dgm:pt>
    <dgm:pt modelId="{AE3B59B3-F259-43FD-A45E-D29C0E1AEE96}" type="pres">
      <dgm:prSet presAssocID="{E97E4499-7ED9-4914-A023-9D3B3A778878}" presName="parentLin" presStyleCnt="0"/>
      <dgm:spPr/>
    </dgm:pt>
    <dgm:pt modelId="{D194EE68-767D-43CE-97EA-DABBF7E82032}" type="pres">
      <dgm:prSet presAssocID="{E97E4499-7ED9-4914-A023-9D3B3A778878}" presName="parentLeftMargin" presStyleLbl="node1" presStyleIdx="0" presStyleCnt="5"/>
      <dgm:spPr/>
    </dgm:pt>
    <dgm:pt modelId="{2D01048C-3D54-4C82-9B8F-F2329BB752AD}" type="pres">
      <dgm:prSet presAssocID="{E97E4499-7ED9-4914-A023-9D3B3A77887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A3D08A7-AE20-436E-9E6A-3357DC660AB0}" type="pres">
      <dgm:prSet presAssocID="{E97E4499-7ED9-4914-A023-9D3B3A778878}" presName="negativeSpace" presStyleCnt="0"/>
      <dgm:spPr/>
    </dgm:pt>
    <dgm:pt modelId="{1263795C-3399-4989-A1E8-43ED783510C8}" type="pres">
      <dgm:prSet presAssocID="{E97E4499-7ED9-4914-A023-9D3B3A778878}" presName="childText" presStyleLbl="conFgAcc1" presStyleIdx="0" presStyleCnt="5">
        <dgm:presLayoutVars>
          <dgm:bulletEnabled val="1"/>
        </dgm:presLayoutVars>
      </dgm:prSet>
      <dgm:spPr/>
    </dgm:pt>
    <dgm:pt modelId="{35DCBD14-9A32-49A3-B6AB-4B5ADA9F0BD3}" type="pres">
      <dgm:prSet presAssocID="{707F74F6-F66D-467D-BF47-C7F501D13028}" presName="spaceBetweenRectangles" presStyleCnt="0"/>
      <dgm:spPr/>
    </dgm:pt>
    <dgm:pt modelId="{1C98CD0C-5D10-43B0-BCE3-3C7BCEB58595}" type="pres">
      <dgm:prSet presAssocID="{7522A087-2BAB-46BF-A271-251F2D96675F}" presName="parentLin" presStyleCnt="0"/>
      <dgm:spPr/>
    </dgm:pt>
    <dgm:pt modelId="{1CCB834F-C235-49CC-8170-B05D6266F08C}" type="pres">
      <dgm:prSet presAssocID="{7522A087-2BAB-46BF-A271-251F2D96675F}" presName="parentLeftMargin" presStyleLbl="node1" presStyleIdx="0" presStyleCnt="5"/>
      <dgm:spPr/>
    </dgm:pt>
    <dgm:pt modelId="{79B4AAB1-AF8D-413B-89D1-63DAF5E81CA7}" type="pres">
      <dgm:prSet presAssocID="{7522A087-2BAB-46BF-A271-251F2D96675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76C000E-0AD5-4841-BB0F-DEA77ED17B99}" type="pres">
      <dgm:prSet presAssocID="{7522A087-2BAB-46BF-A271-251F2D96675F}" presName="negativeSpace" presStyleCnt="0"/>
      <dgm:spPr/>
    </dgm:pt>
    <dgm:pt modelId="{D840B3C6-EBCB-48E3-9E59-E88066962852}" type="pres">
      <dgm:prSet presAssocID="{7522A087-2BAB-46BF-A271-251F2D96675F}" presName="childText" presStyleLbl="conFgAcc1" presStyleIdx="1" presStyleCnt="5">
        <dgm:presLayoutVars>
          <dgm:bulletEnabled val="1"/>
        </dgm:presLayoutVars>
      </dgm:prSet>
      <dgm:spPr/>
    </dgm:pt>
    <dgm:pt modelId="{E2EDA43D-5FC0-4B53-8D2A-A63B811BCD01}" type="pres">
      <dgm:prSet presAssocID="{7D8BBC6F-9E23-4AA0-B306-0386C3E196F7}" presName="spaceBetweenRectangles" presStyleCnt="0"/>
      <dgm:spPr/>
    </dgm:pt>
    <dgm:pt modelId="{26B6A6B8-298E-405E-BAD0-9B97D8A1A2A2}" type="pres">
      <dgm:prSet presAssocID="{7380388B-6E0A-4417-A74A-456E597E537A}" presName="parentLin" presStyleCnt="0"/>
      <dgm:spPr/>
    </dgm:pt>
    <dgm:pt modelId="{4BF57B67-87A6-40CA-A538-3B5FEB05BCB6}" type="pres">
      <dgm:prSet presAssocID="{7380388B-6E0A-4417-A74A-456E597E537A}" presName="parentLeftMargin" presStyleLbl="node1" presStyleIdx="1" presStyleCnt="5"/>
      <dgm:spPr/>
    </dgm:pt>
    <dgm:pt modelId="{6A9913A5-9742-4D3C-BAEE-266AFBA30BBD}" type="pres">
      <dgm:prSet presAssocID="{7380388B-6E0A-4417-A74A-456E597E537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CD93237-9427-4F00-A59B-EAF188643D4C}" type="pres">
      <dgm:prSet presAssocID="{7380388B-6E0A-4417-A74A-456E597E537A}" presName="negativeSpace" presStyleCnt="0"/>
      <dgm:spPr/>
    </dgm:pt>
    <dgm:pt modelId="{A8B64347-84BF-4DF8-A13B-F6FC96ADBD15}" type="pres">
      <dgm:prSet presAssocID="{7380388B-6E0A-4417-A74A-456E597E537A}" presName="childText" presStyleLbl="conFgAcc1" presStyleIdx="2" presStyleCnt="5">
        <dgm:presLayoutVars>
          <dgm:bulletEnabled val="1"/>
        </dgm:presLayoutVars>
      </dgm:prSet>
      <dgm:spPr/>
    </dgm:pt>
    <dgm:pt modelId="{3C1C3AD2-4081-4DB1-B178-D976F4D45263}" type="pres">
      <dgm:prSet presAssocID="{337E0476-B6EB-4138-A878-99FF2A2A23DB}" presName="spaceBetweenRectangles" presStyleCnt="0"/>
      <dgm:spPr/>
    </dgm:pt>
    <dgm:pt modelId="{C9AF5419-CC0E-47B7-A3F8-F8CBC9D5B981}" type="pres">
      <dgm:prSet presAssocID="{25741622-9F97-44AD-AA3E-50ADBAF0A5BC}" presName="parentLin" presStyleCnt="0"/>
      <dgm:spPr/>
    </dgm:pt>
    <dgm:pt modelId="{BF34C99E-75D4-47B0-B6B4-1FD946753A5A}" type="pres">
      <dgm:prSet presAssocID="{25741622-9F97-44AD-AA3E-50ADBAF0A5BC}" presName="parentLeftMargin" presStyleLbl="node1" presStyleIdx="2" presStyleCnt="5"/>
      <dgm:spPr/>
    </dgm:pt>
    <dgm:pt modelId="{9900B541-A7A4-46B0-8719-D75FE61830FE}" type="pres">
      <dgm:prSet presAssocID="{25741622-9F97-44AD-AA3E-50ADBAF0A5B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D0C58BF-A243-4DF4-BC97-84E7EC1A8657}" type="pres">
      <dgm:prSet presAssocID="{25741622-9F97-44AD-AA3E-50ADBAF0A5BC}" presName="negativeSpace" presStyleCnt="0"/>
      <dgm:spPr/>
    </dgm:pt>
    <dgm:pt modelId="{0766AFB2-F9FF-4AD5-B411-91F7DDC75BEA}" type="pres">
      <dgm:prSet presAssocID="{25741622-9F97-44AD-AA3E-50ADBAF0A5BC}" presName="childText" presStyleLbl="conFgAcc1" presStyleIdx="3" presStyleCnt="5">
        <dgm:presLayoutVars>
          <dgm:bulletEnabled val="1"/>
        </dgm:presLayoutVars>
      </dgm:prSet>
      <dgm:spPr/>
    </dgm:pt>
    <dgm:pt modelId="{492D1819-7C8A-4D32-B6A6-8DC1E203A37F}" type="pres">
      <dgm:prSet presAssocID="{4F68861C-C9E9-4B82-B865-E283B58A1116}" presName="spaceBetweenRectangles" presStyleCnt="0"/>
      <dgm:spPr/>
    </dgm:pt>
    <dgm:pt modelId="{EFF92D65-2B4D-402B-9051-CA09A242B06A}" type="pres">
      <dgm:prSet presAssocID="{BB2B2335-09FE-4737-9753-504C75D7BE18}" presName="parentLin" presStyleCnt="0"/>
      <dgm:spPr/>
    </dgm:pt>
    <dgm:pt modelId="{9F28D6B6-9103-4CE1-AA8F-E0A9F4641F79}" type="pres">
      <dgm:prSet presAssocID="{BB2B2335-09FE-4737-9753-504C75D7BE18}" presName="parentLeftMargin" presStyleLbl="node1" presStyleIdx="3" presStyleCnt="5"/>
      <dgm:spPr/>
    </dgm:pt>
    <dgm:pt modelId="{553218E0-C948-4051-910B-DD6BF176953F}" type="pres">
      <dgm:prSet presAssocID="{BB2B2335-09FE-4737-9753-504C75D7BE1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96507A2-9FAF-41B6-B65F-0B53AC5D2143}" type="pres">
      <dgm:prSet presAssocID="{BB2B2335-09FE-4737-9753-504C75D7BE18}" presName="negativeSpace" presStyleCnt="0"/>
      <dgm:spPr/>
    </dgm:pt>
    <dgm:pt modelId="{FE9B4383-68FE-4E28-B8CE-047ECA879481}" type="pres">
      <dgm:prSet presAssocID="{BB2B2335-09FE-4737-9753-504C75D7BE1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D8D8E07-9A40-48A4-ACC7-E56F5B2598BC}" srcId="{3B7F96D4-112C-4253-9FA3-37CC99D171D1}" destId="{BB2B2335-09FE-4737-9753-504C75D7BE18}" srcOrd="4" destOrd="0" parTransId="{BBDFE303-3BBD-4930-A2AF-70184C665EF8}" sibTransId="{E5C640B0-DD1B-4F0D-BABA-271A1A9DBB76}"/>
    <dgm:cxn modelId="{48DA2C1E-5AF5-4B43-AF61-56EF78C89ABC}" srcId="{7380388B-6E0A-4417-A74A-456E597E537A}" destId="{8A344762-0E5D-42B3-BA84-ACC104BA4B45}" srcOrd="0" destOrd="0" parTransId="{FAB07FFE-F182-4236-860E-CD1D20A0A94C}" sibTransId="{8CCC613F-6634-4EF9-A94F-5DC2C31B6721}"/>
    <dgm:cxn modelId="{0C526E29-9298-453F-AE06-DE0EEA505040}" type="presOf" srcId="{BB2B2335-09FE-4737-9753-504C75D7BE18}" destId="{553218E0-C948-4051-910B-DD6BF176953F}" srcOrd="1" destOrd="0" presId="urn:microsoft.com/office/officeart/2005/8/layout/list1"/>
    <dgm:cxn modelId="{14CDC738-3C6F-4111-A3D6-50064788CE86}" type="presOf" srcId="{BB2B2335-09FE-4737-9753-504C75D7BE18}" destId="{9F28D6B6-9103-4CE1-AA8F-E0A9F4641F79}" srcOrd="0" destOrd="0" presId="urn:microsoft.com/office/officeart/2005/8/layout/list1"/>
    <dgm:cxn modelId="{31DD7239-1067-45FC-966B-1FBF04D74FE2}" type="presOf" srcId="{E97E4499-7ED9-4914-A023-9D3B3A778878}" destId="{2D01048C-3D54-4C82-9B8F-F2329BB752AD}" srcOrd="1" destOrd="0" presId="urn:microsoft.com/office/officeart/2005/8/layout/list1"/>
    <dgm:cxn modelId="{7DBB203D-96F3-4A08-A5A3-6054FB1C089D}" type="presOf" srcId="{8A344762-0E5D-42B3-BA84-ACC104BA4B45}" destId="{A8B64347-84BF-4DF8-A13B-F6FC96ADBD15}" srcOrd="0" destOrd="0" presId="urn:microsoft.com/office/officeart/2005/8/layout/list1"/>
    <dgm:cxn modelId="{A665D047-E9D7-4BBF-ADBE-51F10CC43972}" type="presOf" srcId="{E97E4499-7ED9-4914-A023-9D3B3A778878}" destId="{D194EE68-767D-43CE-97EA-DABBF7E82032}" srcOrd="0" destOrd="0" presId="urn:microsoft.com/office/officeart/2005/8/layout/list1"/>
    <dgm:cxn modelId="{1AD45849-AF2E-4BE0-9C27-EDDA1FBA11B0}" srcId="{3B7F96D4-112C-4253-9FA3-37CC99D171D1}" destId="{25741622-9F97-44AD-AA3E-50ADBAF0A5BC}" srcOrd="3" destOrd="0" parTransId="{69F96088-ED76-403E-B713-B2457C224ED7}" sibTransId="{4F68861C-C9E9-4B82-B865-E283B58A1116}"/>
    <dgm:cxn modelId="{7984746A-3E0F-4797-9935-FDD8E23CF023}" type="presOf" srcId="{3B7F96D4-112C-4253-9FA3-37CC99D171D1}" destId="{405FAE17-AD9A-4EE5-941A-5301578E1664}" srcOrd="0" destOrd="0" presId="urn:microsoft.com/office/officeart/2005/8/layout/list1"/>
    <dgm:cxn modelId="{5745944A-5506-46AB-ADE4-304545CC7805}" type="presOf" srcId="{0AEA470C-A847-49F8-A3D7-02C9375582FD}" destId="{A8B64347-84BF-4DF8-A13B-F6FC96ADBD15}" srcOrd="0" destOrd="3" presId="urn:microsoft.com/office/officeart/2005/8/layout/list1"/>
    <dgm:cxn modelId="{DA32E54E-AE37-4677-8837-BBACBBB0A90E}" type="presOf" srcId="{5860A00F-CBA4-4CEB-8542-7A1E65D03F64}" destId="{A8B64347-84BF-4DF8-A13B-F6FC96ADBD15}" srcOrd="0" destOrd="1" presId="urn:microsoft.com/office/officeart/2005/8/layout/list1"/>
    <dgm:cxn modelId="{7C74B170-DE9F-45C7-B8C2-97A7F0ED86FF}" srcId="{3B7F96D4-112C-4253-9FA3-37CC99D171D1}" destId="{E97E4499-7ED9-4914-A023-9D3B3A778878}" srcOrd="0" destOrd="0" parTransId="{E3D72E4B-202E-40A4-B670-9515B6F42B64}" sibTransId="{707F74F6-F66D-467D-BF47-C7F501D13028}"/>
    <dgm:cxn modelId="{B1489758-F438-4E0D-8351-AA0CA7ED9E75}" srcId="{3B7F96D4-112C-4253-9FA3-37CC99D171D1}" destId="{7522A087-2BAB-46BF-A271-251F2D96675F}" srcOrd="1" destOrd="0" parTransId="{0EA910DD-E4E2-4419-9F17-083935FE12E8}" sibTransId="{7D8BBC6F-9E23-4AA0-B306-0386C3E196F7}"/>
    <dgm:cxn modelId="{42D56D7C-828A-4B20-B2B2-2D777E2789F6}" type="presOf" srcId="{7522A087-2BAB-46BF-A271-251F2D96675F}" destId="{79B4AAB1-AF8D-413B-89D1-63DAF5E81CA7}" srcOrd="1" destOrd="0" presId="urn:microsoft.com/office/officeart/2005/8/layout/list1"/>
    <dgm:cxn modelId="{48FB1685-4AF2-48C9-91C0-E7E7402957E4}" type="presOf" srcId="{25741622-9F97-44AD-AA3E-50ADBAF0A5BC}" destId="{9900B541-A7A4-46B0-8719-D75FE61830FE}" srcOrd="1" destOrd="0" presId="urn:microsoft.com/office/officeart/2005/8/layout/list1"/>
    <dgm:cxn modelId="{54542D9D-053C-4B95-A95E-7EDCEE6E4F4A}" srcId="{3B7F96D4-112C-4253-9FA3-37CC99D171D1}" destId="{7380388B-6E0A-4417-A74A-456E597E537A}" srcOrd="2" destOrd="0" parTransId="{66BD4947-F15A-46CC-AB7D-93DC22B298BF}" sibTransId="{337E0476-B6EB-4138-A878-99FF2A2A23DB}"/>
    <dgm:cxn modelId="{DCBB68A3-8843-413B-86DA-62A734EB8F79}" srcId="{7380388B-6E0A-4417-A74A-456E597E537A}" destId="{60FC353A-6DDE-4352-8C47-BC9B34658EE4}" srcOrd="4" destOrd="0" parTransId="{A603C88A-F096-46E7-9A63-F208E7FEFA56}" sibTransId="{700EDB26-67E8-45E5-81F9-5D1D69B4A879}"/>
    <dgm:cxn modelId="{2C208BA3-0053-44CB-8D7F-DF8E3EB30C1F}" type="presOf" srcId="{7380388B-6E0A-4417-A74A-456E597E537A}" destId="{4BF57B67-87A6-40CA-A538-3B5FEB05BCB6}" srcOrd="0" destOrd="0" presId="urn:microsoft.com/office/officeart/2005/8/layout/list1"/>
    <dgm:cxn modelId="{73B99BA9-C318-411F-9A8A-B6F130F8CBB9}" type="presOf" srcId="{54B47B00-31E0-4585-947D-82092BE0D790}" destId="{A8B64347-84BF-4DF8-A13B-F6FC96ADBD15}" srcOrd="0" destOrd="2" presId="urn:microsoft.com/office/officeart/2005/8/layout/list1"/>
    <dgm:cxn modelId="{E696F2BE-4CAA-45E3-990E-625860A7384A}" srcId="{7380388B-6E0A-4417-A74A-456E597E537A}" destId="{54B47B00-31E0-4585-947D-82092BE0D790}" srcOrd="2" destOrd="0" parTransId="{0924D605-2C8D-4AB0-902C-C930E3D7056A}" sibTransId="{A5A41C98-1C01-4195-8CC9-475EDAAEEF3A}"/>
    <dgm:cxn modelId="{2E60F7BE-9712-4DCE-A7DA-FBF94B9EA3F5}" type="presOf" srcId="{25741622-9F97-44AD-AA3E-50ADBAF0A5BC}" destId="{BF34C99E-75D4-47B0-B6B4-1FD946753A5A}" srcOrd="0" destOrd="0" presId="urn:microsoft.com/office/officeart/2005/8/layout/list1"/>
    <dgm:cxn modelId="{3FE8ADBF-4C8B-4ACD-8D80-FF722E1423E9}" type="presOf" srcId="{7522A087-2BAB-46BF-A271-251F2D96675F}" destId="{1CCB834F-C235-49CC-8170-B05D6266F08C}" srcOrd="0" destOrd="0" presId="urn:microsoft.com/office/officeart/2005/8/layout/list1"/>
    <dgm:cxn modelId="{6E9179CD-0ECD-42C3-9EED-0E76DBAD1585}" type="presOf" srcId="{7380388B-6E0A-4417-A74A-456E597E537A}" destId="{6A9913A5-9742-4D3C-BAEE-266AFBA30BBD}" srcOrd="1" destOrd="0" presId="urn:microsoft.com/office/officeart/2005/8/layout/list1"/>
    <dgm:cxn modelId="{AFD982CF-A2D1-4853-852B-C7BE1A07A072}" srcId="{7380388B-6E0A-4417-A74A-456E597E537A}" destId="{0AEA470C-A847-49F8-A3D7-02C9375582FD}" srcOrd="3" destOrd="0" parTransId="{9D25D9D8-E645-414A-98B9-FEF0376061DF}" sibTransId="{CAC45C3B-E747-47CB-A722-B222EBFA7E21}"/>
    <dgm:cxn modelId="{45D3E2CF-8D57-454F-835E-CA8CE7F7DC91}" type="presOf" srcId="{60FC353A-6DDE-4352-8C47-BC9B34658EE4}" destId="{A8B64347-84BF-4DF8-A13B-F6FC96ADBD15}" srcOrd="0" destOrd="4" presId="urn:microsoft.com/office/officeart/2005/8/layout/list1"/>
    <dgm:cxn modelId="{E559DED3-034E-447E-A20A-969DDE439CCD}" srcId="{7380388B-6E0A-4417-A74A-456E597E537A}" destId="{5860A00F-CBA4-4CEB-8542-7A1E65D03F64}" srcOrd="1" destOrd="0" parTransId="{EB6C1C47-FD45-45C8-8B60-008085D07205}" sibTransId="{1FA41C8B-3205-4F8B-8F26-B7DAB255BB73}"/>
    <dgm:cxn modelId="{68F542D4-FF8C-4145-9257-8ACD1BA27DEB}" type="presParOf" srcId="{405FAE17-AD9A-4EE5-941A-5301578E1664}" destId="{AE3B59B3-F259-43FD-A45E-D29C0E1AEE96}" srcOrd="0" destOrd="0" presId="urn:microsoft.com/office/officeart/2005/8/layout/list1"/>
    <dgm:cxn modelId="{CF6182F9-3706-4FE7-A25E-CD0C83F8EE85}" type="presParOf" srcId="{AE3B59B3-F259-43FD-A45E-D29C0E1AEE96}" destId="{D194EE68-767D-43CE-97EA-DABBF7E82032}" srcOrd="0" destOrd="0" presId="urn:microsoft.com/office/officeart/2005/8/layout/list1"/>
    <dgm:cxn modelId="{25A28E08-559E-434E-8279-F0E91F9EAB76}" type="presParOf" srcId="{AE3B59B3-F259-43FD-A45E-D29C0E1AEE96}" destId="{2D01048C-3D54-4C82-9B8F-F2329BB752AD}" srcOrd="1" destOrd="0" presId="urn:microsoft.com/office/officeart/2005/8/layout/list1"/>
    <dgm:cxn modelId="{93B4DB4E-AAA7-47BC-B5AD-DCE595BFCE35}" type="presParOf" srcId="{405FAE17-AD9A-4EE5-941A-5301578E1664}" destId="{3A3D08A7-AE20-436E-9E6A-3357DC660AB0}" srcOrd="1" destOrd="0" presId="urn:microsoft.com/office/officeart/2005/8/layout/list1"/>
    <dgm:cxn modelId="{85A29033-B133-4445-B9E7-A4E4589DB4F6}" type="presParOf" srcId="{405FAE17-AD9A-4EE5-941A-5301578E1664}" destId="{1263795C-3399-4989-A1E8-43ED783510C8}" srcOrd="2" destOrd="0" presId="urn:microsoft.com/office/officeart/2005/8/layout/list1"/>
    <dgm:cxn modelId="{854732F8-A661-415D-AF4F-E6D88269589B}" type="presParOf" srcId="{405FAE17-AD9A-4EE5-941A-5301578E1664}" destId="{35DCBD14-9A32-49A3-B6AB-4B5ADA9F0BD3}" srcOrd="3" destOrd="0" presId="urn:microsoft.com/office/officeart/2005/8/layout/list1"/>
    <dgm:cxn modelId="{FEB7B2AE-D1D4-4F0D-8FB7-DD1AB3AE077E}" type="presParOf" srcId="{405FAE17-AD9A-4EE5-941A-5301578E1664}" destId="{1C98CD0C-5D10-43B0-BCE3-3C7BCEB58595}" srcOrd="4" destOrd="0" presId="urn:microsoft.com/office/officeart/2005/8/layout/list1"/>
    <dgm:cxn modelId="{7534BFF8-B528-49FF-A05E-6AB20507035F}" type="presParOf" srcId="{1C98CD0C-5D10-43B0-BCE3-3C7BCEB58595}" destId="{1CCB834F-C235-49CC-8170-B05D6266F08C}" srcOrd="0" destOrd="0" presId="urn:microsoft.com/office/officeart/2005/8/layout/list1"/>
    <dgm:cxn modelId="{9A331FE8-64BF-4749-B6F1-4813168B4667}" type="presParOf" srcId="{1C98CD0C-5D10-43B0-BCE3-3C7BCEB58595}" destId="{79B4AAB1-AF8D-413B-89D1-63DAF5E81CA7}" srcOrd="1" destOrd="0" presId="urn:microsoft.com/office/officeart/2005/8/layout/list1"/>
    <dgm:cxn modelId="{CC763C2A-CAD3-42CC-8A4F-76BCA4EC2B91}" type="presParOf" srcId="{405FAE17-AD9A-4EE5-941A-5301578E1664}" destId="{B76C000E-0AD5-4841-BB0F-DEA77ED17B99}" srcOrd="5" destOrd="0" presId="urn:microsoft.com/office/officeart/2005/8/layout/list1"/>
    <dgm:cxn modelId="{D068BDA5-BA5C-443A-874E-6ECDEB7A2AF6}" type="presParOf" srcId="{405FAE17-AD9A-4EE5-941A-5301578E1664}" destId="{D840B3C6-EBCB-48E3-9E59-E88066962852}" srcOrd="6" destOrd="0" presId="urn:microsoft.com/office/officeart/2005/8/layout/list1"/>
    <dgm:cxn modelId="{9A0FF696-93BB-4FFA-B95D-B6FA4E87C033}" type="presParOf" srcId="{405FAE17-AD9A-4EE5-941A-5301578E1664}" destId="{E2EDA43D-5FC0-4B53-8D2A-A63B811BCD01}" srcOrd="7" destOrd="0" presId="urn:microsoft.com/office/officeart/2005/8/layout/list1"/>
    <dgm:cxn modelId="{B7F5A2B3-7A93-4D5A-98B5-CCA0B5BDF506}" type="presParOf" srcId="{405FAE17-AD9A-4EE5-941A-5301578E1664}" destId="{26B6A6B8-298E-405E-BAD0-9B97D8A1A2A2}" srcOrd="8" destOrd="0" presId="urn:microsoft.com/office/officeart/2005/8/layout/list1"/>
    <dgm:cxn modelId="{CF2B9F30-340C-424D-B63D-0EE1A198BBF1}" type="presParOf" srcId="{26B6A6B8-298E-405E-BAD0-9B97D8A1A2A2}" destId="{4BF57B67-87A6-40CA-A538-3B5FEB05BCB6}" srcOrd="0" destOrd="0" presId="urn:microsoft.com/office/officeart/2005/8/layout/list1"/>
    <dgm:cxn modelId="{D65F03E4-1626-42EE-B14C-F8C1E41267E9}" type="presParOf" srcId="{26B6A6B8-298E-405E-BAD0-9B97D8A1A2A2}" destId="{6A9913A5-9742-4D3C-BAEE-266AFBA30BBD}" srcOrd="1" destOrd="0" presId="urn:microsoft.com/office/officeart/2005/8/layout/list1"/>
    <dgm:cxn modelId="{65FDA2D4-1FDB-4411-BB03-85250D57816E}" type="presParOf" srcId="{405FAE17-AD9A-4EE5-941A-5301578E1664}" destId="{3CD93237-9427-4F00-A59B-EAF188643D4C}" srcOrd="9" destOrd="0" presId="urn:microsoft.com/office/officeart/2005/8/layout/list1"/>
    <dgm:cxn modelId="{F291729A-69FA-444C-A3BB-BF2FEEAB8CBC}" type="presParOf" srcId="{405FAE17-AD9A-4EE5-941A-5301578E1664}" destId="{A8B64347-84BF-4DF8-A13B-F6FC96ADBD15}" srcOrd="10" destOrd="0" presId="urn:microsoft.com/office/officeart/2005/8/layout/list1"/>
    <dgm:cxn modelId="{4C90CDF9-0399-4E78-9944-9D84C9930713}" type="presParOf" srcId="{405FAE17-AD9A-4EE5-941A-5301578E1664}" destId="{3C1C3AD2-4081-4DB1-B178-D976F4D45263}" srcOrd="11" destOrd="0" presId="urn:microsoft.com/office/officeart/2005/8/layout/list1"/>
    <dgm:cxn modelId="{4710AE2A-7544-4D24-A980-436F2FCD3A39}" type="presParOf" srcId="{405FAE17-AD9A-4EE5-941A-5301578E1664}" destId="{C9AF5419-CC0E-47B7-A3F8-F8CBC9D5B981}" srcOrd="12" destOrd="0" presId="urn:microsoft.com/office/officeart/2005/8/layout/list1"/>
    <dgm:cxn modelId="{15A9DCE3-D457-4D16-9EB6-AD62F3948B88}" type="presParOf" srcId="{C9AF5419-CC0E-47B7-A3F8-F8CBC9D5B981}" destId="{BF34C99E-75D4-47B0-B6B4-1FD946753A5A}" srcOrd="0" destOrd="0" presId="urn:microsoft.com/office/officeart/2005/8/layout/list1"/>
    <dgm:cxn modelId="{16BE6D0A-8CF0-40F4-BF47-54DE64EA2F6D}" type="presParOf" srcId="{C9AF5419-CC0E-47B7-A3F8-F8CBC9D5B981}" destId="{9900B541-A7A4-46B0-8719-D75FE61830FE}" srcOrd="1" destOrd="0" presId="urn:microsoft.com/office/officeart/2005/8/layout/list1"/>
    <dgm:cxn modelId="{51E884C3-2A59-4A8F-B8E6-9876643865F9}" type="presParOf" srcId="{405FAE17-AD9A-4EE5-941A-5301578E1664}" destId="{FD0C58BF-A243-4DF4-BC97-84E7EC1A8657}" srcOrd="13" destOrd="0" presId="urn:microsoft.com/office/officeart/2005/8/layout/list1"/>
    <dgm:cxn modelId="{4FC2D746-EFB3-4063-AB47-C32886444544}" type="presParOf" srcId="{405FAE17-AD9A-4EE5-941A-5301578E1664}" destId="{0766AFB2-F9FF-4AD5-B411-91F7DDC75BEA}" srcOrd="14" destOrd="0" presId="urn:microsoft.com/office/officeart/2005/8/layout/list1"/>
    <dgm:cxn modelId="{9A735478-50DE-4208-BECB-F977D72AD0F0}" type="presParOf" srcId="{405FAE17-AD9A-4EE5-941A-5301578E1664}" destId="{492D1819-7C8A-4D32-B6A6-8DC1E203A37F}" srcOrd="15" destOrd="0" presId="urn:microsoft.com/office/officeart/2005/8/layout/list1"/>
    <dgm:cxn modelId="{B555EB82-FFFC-46B5-B270-EEB277728274}" type="presParOf" srcId="{405FAE17-AD9A-4EE5-941A-5301578E1664}" destId="{EFF92D65-2B4D-402B-9051-CA09A242B06A}" srcOrd="16" destOrd="0" presId="urn:microsoft.com/office/officeart/2005/8/layout/list1"/>
    <dgm:cxn modelId="{9A1C18D4-0A6F-4011-B4E3-2C5DDE93DE38}" type="presParOf" srcId="{EFF92D65-2B4D-402B-9051-CA09A242B06A}" destId="{9F28D6B6-9103-4CE1-AA8F-E0A9F4641F79}" srcOrd="0" destOrd="0" presId="urn:microsoft.com/office/officeart/2005/8/layout/list1"/>
    <dgm:cxn modelId="{C13434EE-E0B5-4757-B010-5345A6D2EFAD}" type="presParOf" srcId="{EFF92D65-2B4D-402B-9051-CA09A242B06A}" destId="{553218E0-C948-4051-910B-DD6BF176953F}" srcOrd="1" destOrd="0" presId="urn:microsoft.com/office/officeart/2005/8/layout/list1"/>
    <dgm:cxn modelId="{8C7F2E72-CE7E-469E-8C29-C6B83CDF4FAB}" type="presParOf" srcId="{405FAE17-AD9A-4EE5-941A-5301578E1664}" destId="{296507A2-9FAF-41B6-B65F-0B53AC5D2143}" srcOrd="17" destOrd="0" presId="urn:microsoft.com/office/officeart/2005/8/layout/list1"/>
    <dgm:cxn modelId="{0743EAD8-E1FE-423A-B146-3A45C49BBDB9}" type="presParOf" srcId="{405FAE17-AD9A-4EE5-941A-5301578E1664}" destId="{FE9B4383-68FE-4E28-B8CE-047ECA87948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3A730B3-69F8-4005-ACC4-526CA12FE81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5D646D-80C6-463A-AE94-A8EFA8255B7A}">
      <dgm:prSet/>
      <dgm:spPr/>
      <dgm:t>
        <a:bodyPr/>
        <a:lstStyle/>
        <a:p>
          <a:r>
            <a:rPr lang="en-US" b="0" i="0"/>
            <a:t>In groups look at the 3 sociograms, </a:t>
          </a:r>
          <a:endParaRPr lang="en-US"/>
        </a:p>
      </dgm:t>
    </dgm:pt>
    <dgm:pt modelId="{CEC4E9B3-46DD-4882-A527-6F6262234F9E}" type="parTrans" cxnId="{3AAFE4E2-981E-4E9B-8DF8-70CD7FA13A95}">
      <dgm:prSet/>
      <dgm:spPr/>
      <dgm:t>
        <a:bodyPr/>
        <a:lstStyle/>
        <a:p>
          <a:endParaRPr lang="en-US"/>
        </a:p>
      </dgm:t>
    </dgm:pt>
    <dgm:pt modelId="{2A7D0771-6CAE-4333-B9C2-F66E8D6AAE49}" type="sibTrans" cxnId="{3AAFE4E2-981E-4E9B-8DF8-70CD7FA13A95}">
      <dgm:prSet/>
      <dgm:spPr/>
      <dgm:t>
        <a:bodyPr/>
        <a:lstStyle/>
        <a:p>
          <a:endParaRPr lang="en-US"/>
        </a:p>
      </dgm:t>
    </dgm:pt>
    <dgm:pt modelId="{4E5E910F-46FC-4873-93C2-777F887B67C5}">
      <dgm:prSet/>
      <dgm:spPr/>
      <dgm:t>
        <a:bodyPr/>
        <a:lstStyle/>
        <a:p>
          <a:r>
            <a:rPr lang="en-US" b="0" i="0"/>
            <a:t>completed for a class over the period of 1 </a:t>
          </a:r>
          <a:endParaRPr lang="en-US"/>
        </a:p>
      </dgm:t>
    </dgm:pt>
    <dgm:pt modelId="{088CC2F4-34B3-47D3-A4FB-67C6767E5391}" type="parTrans" cxnId="{9D1D821E-BC88-4B1D-B3AC-4F5AE2B5C04C}">
      <dgm:prSet/>
      <dgm:spPr/>
      <dgm:t>
        <a:bodyPr/>
        <a:lstStyle/>
        <a:p>
          <a:endParaRPr lang="en-US"/>
        </a:p>
      </dgm:t>
    </dgm:pt>
    <dgm:pt modelId="{028B0A97-2A95-4372-A900-59DDAC58DE78}" type="sibTrans" cxnId="{9D1D821E-BC88-4B1D-B3AC-4F5AE2B5C04C}">
      <dgm:prSet/>
      <dgm:spPr/>
      <dgm:t>
        <a:bodyPr/>
        <a:lstStyle/>
        <a:p>
          <a:endParaRPr lang="en-US"/>
        </a:p>
      </dgm:t>
    </dgm:pt>
    <dgm:pt modelId="{1AA2251E-04BF-41EE-A966-B4C1C9BF4AC2}">
      <dgm:prSet/>
      <dgm:spPr/>
      <dgm:t>
        <a:bodyPr/>
        <a:lstStyle/>
        <a:p>
          <a:r>
            <a:rPr lang="en-US" b="0" i="0"/>
            <a:t>year.</a:t>
          </a:r>
          <a:endParaRPr lang="en-US"/>
        </a:p>
      </dgm:t>
    </dgm:pt>
    <dgm:pt modelId="{56FEC1E9-3C96-468A-B3CC-1668A1D37A41}" type="parTrans" cxnId="{3B788688-CBB4-4A75-B827-2BC9786BEFE7}">
      <dgm:prSet/>
      <dgm:spPr/>
      <dgm:t>
        <a:bodyPr/>
        <a:lstStyle/>
        <a:p>
          <a:endParaRPr lang="en-US"/>
        </a:p>
      </dgm:t>
    </dgm:pt>
    <dgm:pt modelId="{B232E821-8BEC-4A6D-AE9A-E3AEF42E38B2}" type="sibTrans" cxnId="{3B788688-CBB4-4A75-B827-2BC9786BEFE7}">
      <dgm:prSet/>
      <dgm:spPr/>
      <dgm:t>
        <a:bodyPr/>
        <a:lstStyle/>
        <a:p>
          <a:endParaRPr lang="en-US"/>
        </a:p>
      </dgm:t>
    </dgm:pt>
    <dgm:pt modelId="{14C30E69-3FA1-4B31-8790-110E497695ED}">
      <dgm:prSet/>
      <dgm:spPr/>
      <dgm:t>
        <a:bodyPr/>
        <a:lstStyle/>
        <a:p>
          <a:r>
            <a:rPr lang="en-US" b="0" i="0"/>
            <a:t>What general trends can you notice</a:t>
          </a:r>
          <a:endParaRPr lang="en-US"/>
        </a:p>
      </dgm:t>
    </dgm:pt>
    <dgm:pt modelId="{1DC1D8D5-2314-45AD-BB89-C05BD0D2627C}" type="parTrans" cxnId="{BDD42192-9FD7-43B8-BFD4-A9B3E22071D7}">
      <dgm:prSet/>
      <dgm:spPr/>
      <dgm:t>
        <a:bodyPr/>
        <a:lstStyle/>
        <a:p>
          <a:endParaRPr lang="en-US"/>
        </a:p>
      </dgm:t>
    </dgm:pt>
    <dgm:pt modelId="{A2886553-C628-4310-B922-4821AD42A503}" type="sibTrans" cxnId="{BDD42192-9FD7-43B8-BFD4-A9B3E22071D7}">
      <dgm:prSet/>
      <dgm:spPr/>
      <dgm:t>
        <a:bodyPr/>
        <a:lstStyle/>
        <a:p>
          <a:endParaRPr lang="en-US"/>
        </a:p>
      </dgm:t>
    </dgm:pt>
    <dgm:pt modelId="{7FB4B8BE-3E94-4476-AADF-C01A0BA00570}">
      <dgm:prSet/>
      <dgm:spPr/>
      <dgm:t>
        <a:bodyPr/>
        <a:lstStyle/>
        <a:p>
          <a:r>
            <a:rPr lang="en-US" b="0" i="0"/>
            <a:t>Look at a couple of children and track those whose status has changed for each sociogram – can you suggest why?</a:t>
          </a:r>
          <a:endParaRPr lang="en-US"/>
        </a:p>
      </dgm:t>
    </dgm:pt>
    <dgm:pt modelId="{4605E3E4-8083-40EC-B350-047C70265D7F}" type="parTrans" cxnId="{A442C68A-D8C6-4CC2-990E-471A0C7F52A3}">
      <dgm:prSet/>
      <dgm:spPr/>
      <dgm:t>
        <a:bodyPr/>
        <a:lstStyle/>
        <a:p>
          <a:endParaRPr lang="en-US"/>
        </a:p>
      </dgm:t>
    </dgm:pt>
    <dgm:pt modelId="{A4B8D8B4-B151-48C4-B3D5-A3E2E5C79D05}" type="sibTrans" cxnId="{A442C68A-D8C6-4CC2-990E-471A0C7F52A3}">
      <dgm:prSet/>
      <dgm:spPr/>
      <dgm:t>
        <a:bodyPr/>
        <a:lstStyle/>
        <a:p>
          <a:endParaRPr lang="en-US"/>
        </a:p>
      </dgm:t>
    </dgm:pt>
    <dgm:pt modelId="{580D6719-CE5F-4C8C-8A56-09E3276EA9AD}" type="pres">
      <dgm:prSet presAssocID="{C3A730B3-69F8-4005-ACC4-526CA12FE816}" presName="vert0" presStyleCnt="0">
        <dgm:presLayoutVars>
          <dgm:dir/>
          <dgm:animOne val="branch"/>
          <dgm:animLvl val="lvl"/>
        </dgm:presLayoutVars>
      </dgm:prSet>
      <dgm:spPr/>
    </dgm:pt>
    <dgm:pt modelId="{992CE25D-C688-4182-80B9-0D35132D48E8}" type="pres">
      <dgm:prSet presAssocID="{355D646D-80C6-463A-AE94-A8EFA8255B7A}" presName="thickLine" presStyleLbl="alignNode1" presStyleIdx="0" presStyleCnt="5"/>
      <dgm:spPr/>
    </dgm:pt>
    <dgm:pt modelId="{7E290BB9-689B-4AA5-9072-9D2E98821094}" type="pres">
      <dgm:prSet presAssocID="{355D646D-80C6-463A-AE94-A8EFA8255B7A}" presName="horz1" presStyleCnt="0"/>
      <dgm:spPr/>
    </dgm:pt>
    <dgm:pt modelId="{4B3393CC-0513-4899-81D0-3B099ADFB41B}" type="pres">
      <dgm:prSet presAssocID="{355D646D-80C6-463A-AE94-A8EFA8255B7A}" presName="tx1" presStyleLbl="revTx" presStyleIdx="0" presStyleCnt="5"/>
      <dgm:spPr/>
    </dgm:pt>
    <dgm:pt modelId="{84040B22-313F-491C-8A66-332B83C9E9B4}" type="pres">
      <dgm:prSet presAssocID="{355D646D-80C6-463A-AE94-A8EFA8255B7A}" presName="vert1" presStyleCnt="0"/>
      <dgm:spPr/>
    </dgm:pt>
    <dgm:pt modelId="{09A916FD-D234-4375-9B65-48594E420452}" type="pres">
      <dgm:prSet presAssocID="{4E5E910F-46FC-4873-93C2-777F887B67C5}" presName="thickLine" presStyleLbl="alignNode1" presStyleIdx="1" presStyleCnt="5"/>
      <dgm:spPr/>
    </dgm:pt>
    <dgm:pt modelId="{D7206B0D-747F-4EF4-95A9-1AE76AC08FB6}" type="pres">
      <dgm:prSet presAssocID="{4E5E910F-46FC-4873-93C2-777F887B67C5}" presName="horz1" presStyleCnt="0"/>
      <dgm:spPr/>
    </dgm:pt>
    <dgm:pt modelId="{137FFCBB-A0CB-48D8-BC54-0FBE3DE9D5DB}" type="pres">
      <dgm:prSet presAssocID="{4E5E910F-46FC-4873-93C2-777F887B67C5}" presName="tx1" presStyleLbl="revTx" presStyleIdx="1" presStyleCnt="5"/>
      <dgm:spPr/>
    </dgm:pt>
    <dgm:pt modelId="{238B93BD-8496-489F-857A-0AD1D6404295}" type="pres">
      <dgm:prSet presAssocID="{4E5E910F-46FC-4873-93C2-777F887B67C5}" presName="vert1" presStyleCnt="0"/>
      <dgm:spPr/>
    </dgm:pt>
    <dgm:pt modelId="{6EA91C06-09C4-4A11-A2B7-2F27091BDFE7}" type="pres">
      <dgm:prSet presAssocID="{1AA2251E-04BF-41EE-A966-B4C1C9BF4AC2}" presName="thickLine" presStyleLbl="alignNode1" presStyleIdx="2" presStyleCnt="5"/>
      <dgm:spPr/>
    </dgm:pt>
    <dgm:pt modelId="{C0118C14-E881-43CC-AE58-EBE13EB3CD15}" type="pres">
      <dgm:prSet presAssocID="{1AA2251E-04BF-41EE-A966-B4C1C9BF4AC2}" presName="horz1" presStyleCnt="0"/>
      <dgm:spPr/>
    </dgm:pt>
    <dgm:pt modelId="{DFE9A780-6375-4F7C-A985-2F67C2EB1251}" type="pres">
      <dgm:prSet presAssocID="{1AA2251E-04BF-41EE-A966-B4C1C9BF4AC2}" presName="tx1" presStyleLbl="revTx" presStyleIdx="2" presStyleCnt="5"/>
      <dgm:spPr/>
    </dgm:pt>
    <dgm:pt modelId="{C8FFE7A5-FD79-429D-A537-DFC9328CB046}" type="pres">
      <dgm:prSet presAssocID="{1AA2251E-04BF-41EE-A966-B4C1C9BF4AC2}" presName="vert1" presStyleCnt="0"/>
      <dgm:spPr/>
    </dgm:pt>
    <dgm:pt modelId="{CBB2A58C-F705-4F29-B0D0-5A769C12E16E}" type="pres">
      <dgm:prSet presAssocID="{14C30E69-3FA1-4B31-8790-110E497695ED}" presName="thickLine" presStyleLbl="alignNode1" presStyleIdx="3" presStyleCnt="5"/>
      <dgm:spPr/>
    </dgm:pt>
    <dgm:pt modelId="{1EAF64EC-2DF7-4112-873A-2A0E9BDC6345}" type="pres">
      <dgm:prSet presAssocID="{14C30E69-3FA1-4B31-8790-110E497695ED}" presName="horz1" presStyleCnt="0"/>
      <dgm:spPr/>
    </dgm:pt>
    <dgm:pt modelId="{B91A6C5D-A9E2-4FF2-BA43-7FBB9BC90175}" type="pres">
      <dgm:prSet presAssocID="{14C30E69-3FA1-4B31-8790-110E497695ED}" presName="tx1" presStyleLbl="revTx" presStyleIdx="3" presStyleCnt="5"/>
      <dgm:spPr/>
    </dgm:pt>
    <dgm:pt modelId="{8935D506-7371-4667-980C-FC4673067CA5}" type="pres">
      <dgm:prSet presAssocID="{14C30E69-3FA1-4B31-8790-110E497695ED}" presName="vert1" presStyleCnt="0"/>
      <dgm:spPr/>
    </dgm:pt>
    <dgm:pt modelId="{45B01675-AE4C-48F7-93EF-28D2D81CCFAA}" type="pres">
      <dgm:prSet presAssocID="{7FB4B8BE-3E94-4476-AADF-C01A0BA00570}" presName="thickLine" presStyleLbl="alignNode1" presStyleIdx="4" presStyleCnt="5"/>
      <dgm:spPr/>
    </dgm:pt>
    <dgm:pt modelId="{8FF29446-F3CF-46B4-8FA2-2ACE042D7F10}" type="pres">
      <dgm:prSet presAssocID="{7FB4B8BE-3E94-4476-AADF-C01A0BA00570}" presName="horz1" presStyleCnt="0"/>
      <dgm:spPr/>
    </dgm:pt>
    <dgm:pt modelId="{548CA8C3-939B-4238-A55E-5A1367B0FF94}" type="pres">
      <dgm:prSet presAssocID="{7FB4B8BE-3E94-4476-AADF-C01A0BA00570}" presName="tx1" presStyleLbl="revTx" presStyleIdx="4" presStyleCnt="5"/>
      <dgm:spPr/>
    </dgm:pt>
    <dgm:pt modelId="{7A3F3A5A-24CC-4811-B1E4-313B1C088EA7}" type="pres">
      <dgm:prSet presAssocID="{7FB4B8BE-3E94-4476-AADF-C01A0BA00570}" presName="vert1" presStyleCnt="0"/>
      <dgm:spPr/>
    </dgm:pt>
  </dgm:ptLst>
  <dgm:cxnLst>
    <dgm:cxn modelId="{AA41CE0A-A454-41F5-8F23-3E30C3B5D125}" type="presOf" srcId="{7FB4B8BE-3E94-4476-AADF-C01A0BA00570}" destId="{548CA8C3-939B-4238-A55E-5A1367B0FF94}" srcOrd="0" destOrd="0" presId="urn:microsoft.com/office/officeart/2008/layout/LinedList"/>
    <dgm:cxn modelId="{9D1D821E-BC88-4B1D-B3AC-4F5AE2B5C04C}" srcId="{C3A730B3-69F8-4005-ACC4-526CA12FE816}" destId="{4E5E910F-46FC-4873-93C2-777F887B67C5}" srcOrd="1" destOrd="0" parTransId="{088CC2F4-34B3-47D3-A4FB-67C6767E5391}" sibTransId="{028B0A97-2A95-4372-A900-59DDAC58DE78}"/>
    <dgm:cxn modelId="{F1832364-2CC6-44E8-A201-C4CC1D22A2A8}" type="presOf" srcId="{355D646D-80C6-463A-AE94-A8EFA8255B7A}" destId="{4B3393CC-0513-4899-81D0-3B099ADFB41B}" srcOrd="0" destOrd="0" presId="urn:microsoft.com/office/officeart/2008/layout/LinedList"/>
    <dgm:cxn modelId="{FFDBC87A-F216-4343-9BC6-54FC06641002}" type="presOf" srcId="{14C30E69-3FA1-4B31-8790-110E497695ED}" destId="{B91A6C5D-A9E2-4FF2-BA43-7FBB9BC90175}" srcOrd="0" destOrd="0" presId="urn:microsoft.com/office/officeart/2008/layout/LinedList"/>
    <dgm:cxn modelId="{3B788688-CBB4-4A75-B827-2BC9786BEFE7}" srcId="{C3A730B3-69F8-4005-ACC4-526CA12FE816}" destId="{1AA2251E-04BF-41EE-A966-B4C1C9BF4AC2}" srcOrd="2" destOrd="0" parTransId="{56FEC1E9-3C96-468A-B3CC-1668A1D37A41}" sibTransId="{B232E821-8BEC-4A6D-AE9A-E3AEF42E38B2}"/>
    <dgm:cxn modelId="{A442C68A-D8C6-4CC2-990E-471A0C7F52A3}" srcId="{C3A730B3-69F8-4005-ACC4-526CA12FE816}" destId="{7FB4B8BE-3E94-4476-AADF-C01A0BA00570}" srcOrd="4" destOrd="0" parTransId="{4605E3E4-8083-40EC-B350-047C70265D7F}" sibTransId="{A4B8D8B4-B151-48C4-B3D5-A3E2E5C79D05}"/>
    <dgm:cxn modelId="{BDD42192-9FD7-43B8-BFD4-A9B3E22071D7}" srcId="{C3A730B3-69F8-4005-ACC4-526CA12FE816}" destId="{14C30E69-3FA1-4B31-8790-110E497695ED}" srcOrd="3" destOrd="0" parTransId="{1DC1D8D5-2314-45AD-BB89-C05BD0D2627C}" sibTransId="{A2886553-C628-4310-B922-4821AD42A503}"/>
    <dgm:cxn modelId="{884E0FA5-9A86-434D-BD87-124F51DF7354}" type="presOf" srcId="{4E5E910F-46FC-4873-93C2-777F887B67C5}" destId="{137FFCBB-A0CB-48D8-BC54-0FBE3DE9D5DB}" srcOrd="0" destOrd="0" presId="urn:microsoft.com/office/officeart/2008/layout/LinedList"/>
    <dgm:cxn modelId="{BEE56CBF-AF44-489D-B2E9-3D38F42759CB}" type="presOf" srcId="{1AA2251E-04BF-41EE-A966-B4C1C9BF4AC2}" destId="{DFE9A780-6375-4F7C-A985-2F67C2EB1251}" srcOrd="0" destOrd="0" presId="urn:microsoft.com/office/officeart/2008/layout/LinedList"/>
    <dgm:cxn modelId="{3AAFE4E2-981E-4E9B-8DF8-70CD7FA13A95}" srcId="{C3A730B3-69F8-4005-ACC4-526CA12FE816}" destId="{355D646D-80C6-463A-AE94-A8EFA8255B7A}" srcOrd="0" destOrd="0" parTransId="{CEC4E9B3-46DD-4882-A527-6F6262234F9E}" sibTransId="{2A7D0771-6CAE-4333-B9C2-F66E8D6AAE49}"/>
    <dgm:cxn modelId="{DEA435F0-B0C4-459E-99A1-75D75DE6A20E}" type="presOf" srcId="{C3A730B3-69F8-4005-ACC4-526CA12FE816}" destId="{580D6719-CE5F-4C8C-8A56-09E3276EA9AD}" srcOrd="0" destOrd="0" presId="urn:microsoft.com/office/officeart/2008/layout/LinedList"/>
    <dgm:cxn modelId="{FB388D8A-0698-4656-8A7C-8A76C3C36989}" type="presParOf" srcId="{580D6719-CE5F-4C8C-8A56-09E3276EA9AD}" destId="{992CE25D-C688-4182-80B9-0D35132D48E8}" srcOrd="0" destOrd="0" presId="urn:microsoft.com/office/officeart/2008/layout/LinedList"/>
    <dgm:cxn modelId="{5FF511A9-08EA-4ED9-95E5-8078122D8782}" type="presParOf" srcId="{580D6719-CE5F-4C8C-8A56-09E3276EA9AD}" destId="{7E290BB9-689B-4AA5-9072-9D2E98821094}" srcOrd="1" destOrd="0" presId="urn:microsoft.com/office/officeart/2008/layout/LinedList"/>
    <dgm:cxn modelId="{9BBA7714-EF97-4673-ACA2-4171844CA4D7}" type="presParOf" srcId="{7E290BB9-689B-4AA5-9072-9D2E98821094}" destId="{4B3393CC-0513-4899-81D0-3B099ADFB41B}" srcOrd="0" destOrd="0" presId="urn:microsoft.com/office/officeart/2008/layout/LinedList"/>
    <dgm:cxn modelId="{CFFEF97B-7FBF-43A9-A0F9-DB788193CD37}" type="presParOf" srcId="{7E290BB9-689B-4AA5-9072-9D2E98821094}" destId="{84040B22-313F-491C-8A66-332B83C9E9B4}" srcOrd="1" destOrd="0" presId="urn:microsoft.com/office/officeart/2008/layout/LinedList"/>
    <dgm:cxn modelId="{9B1A2C60-952D-4DFC-A016-147F7AAF8A67}" type="presParOf" srcId="{580D6719-CE5F-4C8C-8A56-09E3276EA9AD}" destId="{09A916FD-D234-4375-9B65-48594E420452}" srcOrd="2" destOrd="0" presId="urn:microsoft.com/office/officeart/2008/layout/LinedList"/>
    <dgm:cxn modelId="{022FEC4C-E799-4CA4-A250-3E0AE33C99A9}" type="presParOf" srcId="{580D6719-CE5F-4C8C-8A56-09E3276EA9AD}" destId="{D7206B0D-747F-4EF4-95A9-1AE76AC08FB6}" srcOrd="3" destOrd="0" presId="urn:microsoft.com/office/officeart/2008/layout/LinedList"/>
    <dgm:cxn modelId="{1D87F148-C05D-431E-BA6C-AD7EF7822766}" type="presParOf" srcId="{D7206B0D-747F-4EF4-95A9-1AE76AC08FB6}" destId="{137FFCBB-A0CB-48D8-BC54-0FBE3DE9D5DB}" srcOrd="0" destOrd="0" presId="urn:microsoft.com/office/officeart/2008/layout/LinedList"/>
    <dgm:cxn modelId="{4B34E01E-EEC4-4F98-8326-16C1FC426228}" type="presParOf" srcId="{D7206B0D-747F-4EF4-95A9-1AE76AC08FB6}" destId="{238B93BD-8496-489F-857A-0AD1D6404295}" srcOrd="1" destOrd="0" presId="urn:microsoft.com/office/officeart/2008/layout/LinedList"/>
    <dgm:cxn modelId="{8F27B9C6-6092-44AB-ADF7-9A22E4B2C870}" type="presParOf" srcId="{580D6719-CE5F-4C8C-8A56-09E3276EA9AD}" destId="{6EA91C06-09C4-4A11-A2B7-2F27091BDFE7}" srcOrd="4" destOrd="0" presId="urn:microsoft.com/office/officeart/2008/layout/LinedList"/>
    <dgm:cxn modelId="{5AF9043B-EDB5-4EC4-B6AB-D9AB12A157F5}" type="presParOf" srcId="{580D6719-CE5F-4C8C-8A56-09E3276EA9AD}" destId="{C0118C14-E881-43CC-AE58-EBE13EB3CD15}" srcOrd="5" destOrd="0" presId="urn:microsoft.com/office/officeart/2008/layout/LinedList"/>
    <dgm:cxn modelId="{60E1E42B-D94D-4000-BB5A-CBE8B0F505FA}" type="presParOf" srcId="{C0118C14-E881-43CC-AE58-EBE13EB3CD15}" destId="{DFE9A780-6375-4F7C-A985-2F67C2EB1251}" srcOrd="0" destOrd="0" presId="urn:microsoft.com/office/officeart/2008/layout/LinedList"/>
    <dgm:cxn modelId="{F4896FF0-162E-4971-ACF2-DCE177D7D824}" type="presParOf" srcId="{C0118C14-E881-43CC-AE58-EBE13EB3CD15}" destId="{C8FFE7A5-FD79-429D-A537-DFC9328CB046}" srcOrd="1" destOrd="0" presId="urn:microsoft.com/office/officeart/2008/layout/LinedList"/>
    <dgm:cxn modelId="{817C416D-67D8-4093-9455-8A65A5B480AB}" type="presParOf" srcId="{580D6719-CE5F-4C8C-8A56-09E3276EA9AD}" destId="{CBB2A58C-F705-4F29-B0D0-5A769C12E16E}" srcOrd="6" destOrd="0" presId="urn:microsoft.com/office/officeart/2008/layout/LinedList"/>
    <dgm:cxn modelId="{E8D6F253-56EF-4378-9A94-A221ED7E95BF}" type="presParOf" srcId="{580D6719-CE5F-4C8C-8A56-09E3276EA9AD}" destId="{1EAF64EC-2DF7-4112-873A-2A0E9BDC6345}" srcOrd="7" destOrd="0" presId="urn:microsoft.com/office/officeart/2008/layout/LinedList"/>
    <dgm:cxn modelId="{5EA0FEE1-8752-435A-BA9B-C8FDA77F71CA}" type="presParOf" srcId="{1EAF64EC-2DF7-4112-873A-2A0E9BDC6345}" destId="{B91A6C5D-A9E2-4FF2-BA43-7FBB9BC90175}" srcOrd="0" destOrd="0" presId="urn:microsoft.com/office/officeart/2008/layout/LinedList"/>
    <dgm:cxn modelId="{6DBE007D-6F81-4BAC-A9F5-694D753BD806}" type="presParOf" srcId="{1EAF64EC-2DF7-4112-873A-2A0E9BDC6345}" destId="{8935D506-7371-4667-980C-FC4673067CA5}" srcOrd="1" destOrd="0" presId="urn:microsoft.com/office/officeart/2008/layout/LinedList"/>
    <dgm:cxn modelId="{422D01A6-A189-4B59-800F-353E5E05058B}" type="presParOf" srcId="{580D6719-CE5F-4C8C-8A56-09E3276EA9AD}" destId="{45B01675-AE4C-48F7-93EF-28D2D81CCFAA}" srcOrd="8" destOrd="0" presId="urn:microsoft.com/office/officeart/2008/layout/LinedList"/>
    <dgm:cxn modelId="{843B94D1-C699-4231-8DC8-76F9A7D2C1D9}" type="presParOf" srcId="{580D6719-CE5F-4C8C-8A56-09E3276EA9AD}" destId="{8FF29446-F3CF-46B4-8FA2-2ACE042D7F10}" srcOrd="9" destOrd="0" presId="urn:microsoft.com/office/officeart/2008/layout/LinedList"/>
    <dgm:cxn modelId="{FCF9D1A1-CFCE-4035-B545-B7BE5E92C2C2}" type="presParOf" srcId="{8FF29446-F3CF-46B4-8FA2-2ACE042D7F10}" destId="{548CA8C3-939B-4238-A55E-5A1367B0FF94}" srcOrd="0" destOrd="0" presId="urn:microsoft.com/office/officeart/2008/layout/LinedList"/>
    <dgm:cxn modelId="{79E6B9C0-6DBF-4C31-AF64-643288D1BD2E}" type="presParOf" srcId="{8FF29446-F3CF-46B4-8FA2-2ACE042D7F10}" destId="{7A3F3A5A-24CC-4811-B1E4-313B1C088E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1329C1-9A07-4D90-82A1-035A10B7BBC5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906845-A11E-4734-A001-E4BF8A3EAB0B}">
      <dgm:prSet/>
      <dgm:spPr/>
      <dgm:t>
        <a:bodyPr/>
        <a:lstStyle/>
        <a:p>
          <a:r>
            <a:rPr lang="en-US" b="0" i="0"/>
            <a:t>Select your group</a:t>
          </a:r>
          <a:endParaRPr lang="en-US"/>
        </a:p>
      </dgm:t>
    </dgm:pt>
    <dgm:pt modelId="{9DC01D26-2C0A-4EF0-9195-57C62C197BE1}" type="parTrans" cxnId="{A462E0E3-650A-4C7A-A4C8-4EA7D403A86E}">
      <dgm:prSet/>
      <dgm:spPr/>
      <dgm:t>
        <a:bodyPr/>
        <a:lstStyle/>
        <a:p>
          <a:endParaRPr lang="en-US"/>
        </a:p>
      </dgm:t>
    </dgm:pt>
    <dgm:pt modelId="{3E0B9D84-2FA3-4C03-A2E8-F45F5CB864D7}" type="sibTrans" cxnId="{A462E0E3-650A-4C7A-A4C8-4EA7D403A86E}">
      <dgm:prSet/>
      <dgm:spPr/>
      <dgm:t>
        <a:bodyPr/>
        <a:lstStyle/>
        <a:p>
          <a:endParaRPr lang="en-US"/>
        </a:p>
      </dgm:t>
    </dgm:pt>
    <dgm:pt modelId="{51A4F9E8-DBD6-4772-847A-47A0E0ABBD95}">
      <dgm:prSet/>
      <dgm:spPr/>
      <dgm:t>
        <a:bodyPr/>
        <a:lstStyle/>
        <a:p>
          <a:r>
            <a:rPr lang="en-US" b="0" i="1"/>
            <a:t>You will be asking them to tell you 3 children they like/don’t like and this is the data you will be feeding into the spread sheet on the website.</a:t>
          </a:r>
          <a:endParaRPr lang="en-US"/>
        </a:p>
      </dgm:t>
    </dgm:pt>
    <dgm:pt modelId="{455B1497-F65F-44AF-A382-91C24DEE942C}" type="parTrans" cxnId="{AC7F9FD1-869C-47EE-B2D0-F55ABBA5210A}">
      <dgm:prSet/>
      <dgm:spPr/>
      <dgm:t>
        <a:bodyPr/>
        <a:lstStyle/>
        <a:p>
          <a:endParaRPr lang="en-US"/>
        </a:p>
      </dgm:t>
    </dgm:pt>
    <dgm:pt modelId="{FB8C3E00-956A-4054-92D2-E0FBA5354F18}" type="sibTrans" cxnId="{AC7F9FD1-869C-47EE-B2D0-F55ABBA5210A}">
      <dgm:prSet/>
      <dgm:spPr/>
      <dgm:t>
        <a:bodyPr/>
        <a:lstStyle/>
        <a:p>
          <a:endParaRPr lang="en-US"/>
        </a:p>
      </dgm:t>
    </dgm:pt>
    <dgm:pt modelId="{A5C83358-9688-4AAB-A69E-7EB00A75A318}">
      <dgm:prSet/>
      <dgm:spPr/>
      <dgm:t>
        <a:bodyPr/>
        <a:lstStyle/>
        <a:p>
          <a:r>
            <a:rPr lang="en-US" b="0" i="0"/>
            <a:t>For young children you can show them the class pictures for them to pick children they like/don’t like to play with.</a:t>
          </a:r>
          <a:endParaRPr lang="en-US"/>
        </a:p>
      </dgm:t>
    </dgm:pt>
    <dgm:pt modelId="{DC0CB302-A5EC-40A5-9696-B5BFE2402D93}" type="parTrans" cxnId="{72255133-FCDA-4860-AC5D-29CF0444D556}">
      <dgm:prSet/>
      <dgm:spPr/>
      <dgm:t>
        <a:bodyPr/>
        <a:lstStyle/>
        <a:p>
          <a:endParaRPr lang="en-US"/>
        </a:p>
      </dgm:t>
    </dgm:pt>
    <dgm:pt modelId="{081D566E-5D4A-41F3-85ED-BA89341C4E05}" type="sibTrans" cxnId="{72255133-FCDA-4860-AC5D-29CF0444D556}">
      <dgm:prSet/>
      <dgm:spPr/>
      <dgm:t>
        <a:bodyPr/>
        <a:lstStyle/>
        <a:p>
          <a:endParaRPr lang="en-US"/>
        </a:p>
      </dgm:t>
    </dgm:pt>
    <dgm:pt modelId="{305E8213-8E11-4262-BA55-0A72675A1813}">
      <dgm:prSet/>
      <dgm:spPr/>
      <dgm:t>
        <a:bodyPr/>
        <a:lstStyle/>
        <a:p>
          <a:r>
            <a:rPr lang="en-US" b="0" i="0"/>
            <a:t>For older children they can complete a sheet.</a:t>
          </a:r>
          <a:endParaRPr lang="en-US"/>
        </a:p>
      </dgm:t>
    </dgm:pt>
    <dgm:pt modelId="{E9A87BBA-557C-4B1C-A538-69865A133F7D}" type="parTrans" cxnId="{EC313EA0-3C69-4E4A-9C76-9C2F6CB2B098}">
      <dgm:prSet/>
      <dgm:spPr/>
      <dgm:t>
        <a:bodyPr/>
        <a:lstStyle/>
        <a:p>
          <a:endParaRPr lang="en-US"/>
        </a:p>
      </dgm:t>
    </dgm:pt>
    <dgm:pt modelId="{BF17EBC1-C3D7-40B4-A534-A0952312B7E8}" type="sibTrans" cxnId="{EC313EA0-3C69-4E4A-9C76-9C2F6CB2B098}">
      <dgm:prSet/>
      <dgm:spPr/>
      <dgm:t>
        <a:bodyPr/>
        <a:lstStyle/>
        <a:p>
          <a:endParaRPr lang="en-US"/>
        </a:p>
      </dgm:t>
    </dgm:pt>
    <dgm:pt modelId="{C2CD3194-42E2-49E7-88D5-26F1B773CCC6}" type="pres">
      <dgm:prSet presAssocID="{ED1329C1-9A07-4D90-82A1-035A10B7BBC5}" presName="diagram" presStyleCnt="0">
        <dgm:presLayoutVars>
          <dgm:dir/>
          <dgm:resizeHandles val="exact"/>
        </dgm:presLayoutVars>
      </dgm:prSet>
      <dgm:spPr/>
    </dgm:pt>
    <dgm:pt modelId="{BB025ADA-8122-4F12-9D82-6BE02CE110DB}" type="pres">
      <dgm:prSet presAssocID="{88906845-A11E-4734-A001-E4BF8A3EAB0B}" presName="node" presStyleLbl="node1" presStyleIdx="0" presStyleCnt="4">
        <dgm:presLayoutVars>
          <dgm:bulletEnabled val="1"/>
        </dgm:presLayoutVars>
      </dgm:prSet>
      <dgm:spPr/>
    </dgm:pt>
    <dgm:pt modelId="{0A4C76B9-6A7E-462B-93FA-D4A7D3EBC224}" type="pres">
      <dgm:prSet presAssocID="{3E0B9D84-2FA3-4C03-A2E8-F45F5CB864D7}" presName="sibTrans" presStyleLbl="sibTrans2D1" presStyleIdx="0" presStyleCnt="3"/>
      <dgm:spPr/>
    </dgm:pt>
    <dgm:pt modelId="{74CF153D-6EA8-4D5E-872C-41D2A1440C27}" type="pres">
      <dgm:prSet presAssocID="{3E0B9D84-2FA3-4C03-A2E8-F45F5CB864D7}" presName="connectorText" presStyleLbl="sibTrans2D1" presStyleIdx="0" presStyleCnt="3"/>
      <dgm:spPr/>
    </dgm:pt>
    <dgm:pt modelId="{FF2D0B9E-B2DF-48CE-AB7B-7C19A7BAE356}" type="pres">
      <dgm:prSet presAssocID="{51A4F9E8-DBD6-4772-847A-47A0E0ABBD95}" presName="node" presStyleLbl="node1" presStyleIdx="1" presStyleCnt="4">
        <dgm:presLayoutVars>
          <dgm:bulletEnabled val="1"/>
        </dgm:presLayoutVars>
      </dgm:prSet>
      <dgm:spPr/>
    </dgm:pt>
    <dgm:pt modelId="{7E96547E-F441-444E-9BB4-69C566B159CD}" type="pres">
      <dgm:prSet presAssocID="{FB8C3E00-956A-4054-92D2-E0FBA5354F18}" presName="sibTrans" presStyleLbl="sibTrans2D1" presStyleIdx="1" presStyleCnt="3"/>
      <dgm:spPr/>
    </dgm:pt>
    <dgm:pt modelId="{97DEA1D5-F7DE-443E-AF50-1F550A5E2449}" type="pres">
      <dgm:prSet presAssocID="{FB8C3E00-956A-4054-92D2-E0FBA5354F18}" presName="connectorText" presStyleLbl="sibTrans2D1" presStyleIdx="1" presStyleCnt="3"/>
      <dgm:spPr/>
    </dgm:pt>
    <dgm:pt modelId="{E06A1815-2E4C-4B9F-A37E-65BEEB4A07E1}" type="pres">
      <dgm:prSet presAssocID="{A5C83358-9688-4AAB-A69E-7EB00A75A318}" presName="node" presStyleLbl="node1" presStyleIdx="2" presStyleCnt="4">
        <dgm:presLayoutVars>
          <dgm:bulletEnabled val="1"/>
        </dgm:presLayoutVars>
      </dgm:prSet>
      <dgm:spPr/>
    </dgm:pt>
    <dgm:pt modelId="{49DC9B96-D2B9-47CF-A2F0-97131BDA4F3B}" type="pres">
      <dgm:prSet presAssocID="{081D566E-5D4A-41F3-85ED-BA89341C4E05}" presName="sibTrans" presStyleLbl="sibTrans2D1" presStyleIdx="2" presStyleCnt="3"/>
      <dgm:spPr/>
    </dgm:pt>
    <dgm:pt modelId="{A890FC50-743D-4163-942C-1113D5921075}" type="pres">
      <dgm:prSet presAssocID="{081D566E-5D4A-41F3-85ED-BA89341C4E05}" presName="connectorText" presStyleLbl="sibTrans2D1" presStyleIdx="2" presStyleCnt="3"/>
      <dgm:spPr/>
    </dgm:pt>
    <dgm:pt modelId="{94305361-F0F8-4EFE-8D09-EEA6DFDE7230}" type="pres">
      <dgm:prSet presAssocID="{305E8213-8E11-4262-BA55-0A72675A1813}" presName="node" presStyleLbl="node1" presStyleIdx="3" presStyleCnt="4">
        <dgm:presLayoutVars>
          <dgm:bulletEnabled val="1"/>
        </dgm:presLayoutVars>
      </dgm:prSet>
      <dgm:spPr/>
    </dgm:pt>
  </dgm:ptLst>
  <dgm:cxnLst>
    <dgm:cxn modelId="{E3D76A0B-5D08-4C1D-992B-D7AE4F906423}" type="presOf" srcId="{3E0B9D84-2FA3-4C03-A2E8-F45F5CB864D7}" destId="{74CF153D-6EA8-4D5E-872C-41D2A1440C27}" srcOrd="1" destOrd="0" presId="urn:microsoft.com/office/officeart/2005/8/layout/process5"/>
    <dgm:cxn modelId="{2BF0DF10-515F-429E-AECC-98C4874F9449}" type="presOf" srcId="{51A4F9E8-DBD6-4772-847A-47A0E0ABBD95}" destId="{FF2D0B9E-B2DF-48CE-AB7B-7C19A7BAE356}" srcOrd="0" destOrd="0" presId="urn:microsoft.com/office/officeart/2005/8/layout/process5"/>
    <dgm:cxn modelId="{8C728C28-2ACC-4040-8E0B-63CA73FD06E0}" type="presOf" srcId="{88906845-A11E-4734-A001-E4BF8A3EAB0B}" destId="{BB025ADA-8122-4F12-9D82-6BE02CE110DB}" srcOrd="0" destOrd="0" presId="urn:microsoft.com/office/officeart/2005/8/layout/process5"/>
    <dgm:cxn modelId="{72255133-FCDA-4860-AC5D-29CF0444D556}" srcId="{ED1329C1-9A07-4D90-82A1-035A10B7BBC5}" destId="{A5C83358-9688-4AAB-A69E-7EB00A75A318}" srcOrd="2" destOrd="0" parTransId="{DC0CB302-A5EC-40A5-9696-B5BFE2402D93}" sibTransId="{081D566E-5D4A-41F3-85ED-BA89341C4E05}"/>
    <dgm:cxn modelId="{5A0BF972-CD46-44D5-9057-56FEABC778BB}" type="presOf" srcId="{FB8C3E00-956A-4054-92D2-E0FBA5354F18}" destId="{97DEA1D5-F7DE-443E-AF50-1F550A5E2449}" srcOrd="1" destOrd="0" presId="urn:microsoft.com/office/officeart/2005/8/layout/process5"/>
    <dgm:cxn modelId="{7A89A178-E5DA-40F5-B8DD-3F3CFBC76A70}" type="presOf" srcId="{081D566E-5D4A-41F3-85ED-BA89341C4E05}" destId="{A890FC50-743D-4163-942C-1113D5921075}" srcOrd="1" destOrd="0" presId="urn:microsoft.com/office/officeart/2005/8/layout/process5"/>
    <dgm:cxn modelId="{6D84F98D-45FF-43D1-9AA3-29E503AB89B0}" type="presOf" srcId="{ED1329C1-9A07-4D90-82A1-035A10B7BBC5}" destId="{C2CD3194-42E2-49E7-88D5-26F1B773CCC6}" srcOrd="0" destOrd="0" presId="urn:microsoft.com/office/officeart/2005/8/layout/process5"/>
    <dgm:cxn modelId="{BF324991-9067-4230-9D7E-5E0BDE1D6886}" type="presOf" srcId="{FB8C3E00-956A-4054-92D2-E0FBA5354F18}" destId="{7E96547E-F441-444E-9BB4-69C566B159CD}" srcOrd="0" destOrd="0" presId="urn:microsoft.com/office/officeart/2005/8/layout/process5"/>
    <dgm:cxn modelId="{EC313EA0-3C69-4E4A-9C76-9C2F6CB2B098}" srcId="{ED1329C1-9A07-4D90-82A1-035A10B7BBC5}" destId="{305E8213-8E11-4262-BA55-0A72675A1813}" srcOrd="3" destOrd="0" parTransId="{E9A87BBA-557C-4B1C-A538-69865A133F7D}" sibTransId="{BF17EBC1-C3D7-40B4-A534-A0952312B7E8}"/>
    <dgm:cxn modelId="{464D14A9-1382-48E6-BF22-0D6D0116C7FC}" type="presOf" srcId="{305E8213-8E11-4262-BA55-0A72675A1813}" destId="{94305361-F0F8-4EFE-8D09-EEA6DFDE7230}" srcOrd="0" destOrd="0" presId="urn:microsoft.com/office/officeart/2005/8/layout/process5"/>
    <dgm:cxn modelId="{E87D94C7-5952-453C-A522-51E78E93B5E2}" type="presOf" srcId="{081D566E-5D4A-41F3-85ED-BA89341C4E05}" destId="{49DC9B96-D2B9-47CF-A2F0-97131BDA4F3B}" srcOrd="0" destOrd="0" presId="urn:microsoft.com/office/officeart/2005/8/layout/process5"/>
    <dgm:cxn modelId="{487143CC-306C-428F-97F4-FEE48547C82B}" type="presOf" srcId="{3E0B9D84-2FA3-4C03-A2E8-F45F5CB864D7}" destId="{0A4C76B9-6A7E-462B-93FA-D4A7D3EBC224}" srcOrd="0" destOrd="0" presId="urn:microsoft.com/office/officeart/2005/8/layout/process5"/>
    <dgm:cxn modelId="{AC7F9FD1-869C-47EE-B2D0-F55ABBA5210A}" srcId="{ED1329C1-9A07-4D90-82A1-035A10B7BBC5}" destId="{51A4F9E8-DBD6-4772-847A-47A0E0ABBD95}" srcOrd="1" destOrd="0" parTransId="{455B1497-F65F-44AF-A382-91C24DEE942C}" sibTransId="{FB8C3E00-956A-4054-92D2-E0FBA5354F18}"/>
    <dgm:cxn modelId="{A462E0E3-650A-4C7A-A4C8-4EA7D403A86E}" srcId="{ED1329C1-9A07-4D90-82A1-035A10B7BBC5}" destId="{88906845-A11E-4734-A001-E4BF8A3EAB0B}" srcOrd="0" destOrd="0" parTransId="{9DC01D26-2C0A-4EF0-9195-57C62C197BE1}" sibTransId="{3E0B9D84-2FA3-4C03-A2E8-F45F5CB864D7}"/>
    <dgm:cxn modelId="{379611FD-63F1-4FCC-A67A-EF0E900A181A}" type="presOf" srcId="{A5C83358-9688-4AAB-A69E-7EB00A75A318}" destId="{E06A1815-2E4C-4B9F-A37E-65BEEB4A07E1}" srcOrd="0" destOrd="0" presId="urn:microsoft.com/office/officeart/2005/8/layout/process5"/>
    <dgm:cxn modelId="{75220160-9289-4C09-868F-2CD438788F6C}" type="presParOf" srcId="{C2CD3194-42E2-49E7-88D5-26F1B773CCC6}" destId="{BB025ADA-8122-4F12-9D82-6BE02CE110DB}" srcOrd="0" destOrd="0" presId="urn:microsoft.com/office/officeart/2005/8/layout/process5"/>
    <dgm:cxn modelId="{827B848D-FF76-4BDF-8402-B5622A283297}" type="presParOf" srcId="{C2CD3194-42E2-49E7-88D5-26F1B773CCC6}" destId="{0A4C76B9-6A7E-462B-93FA-D4A7D3EBC224}" srcOrd="1" destOrd="0" presId="urn:microsoft.com/office/officeart/2005/8/layout/process5"/>
    <dgm:cxn modelId="{5FB192AD-1C10-4FF1-9917-A44D06C3DC1D}" type="presParOf" srcId="{0A4C76B9-6A7E-462B-93FA-D4A7D3EBC224}" destId="{74CF153D-6EA8-4D5E-872C-41D2A1440C27}" srcOrd="0" destOrd="0" presId="urn:microsoft.com/office/officeart/2005/8/layout/process5"/>
    <dgm:cxn modelId="{DAA1EADF-46A5-423D-B5FA-E985A9FB1A69}" type="presParOf" srcId="{C2CD3194-42E2-49E7-88D5-26F1B773CCC6}" destId="{FF2D0B9E-B2DF-48CE-AB7B-7C19A7BAE356}" srcOrd="2" destOrd="0" presId="urn:microsoft.com/office/officeart/2005/8/layout/process5"/>
    <dgm:cxn modelId="{A1B05C13-D4AA-4AC4-818A-05D18A5DF0E7}" type="presParOf" srcId="{C2CD3194-42E2-49E7-88D5-26F1B773CCC6}" destId="{7E96547E-F441-444E-9BB4-69C566B159CD}" srcOrd="3" destOrd="0" presId="urn:microsoft.com/office/officeart/2005/8/layout/process5"/>
    <dgm:cxn modelId="{41391C2E-A53F-4675-A7C2-6272B55417A0}" type="presParOf" srcId="{7E96547E-F441-444E-9BB4-69C566B159CD}" destId="{97DEA1D5-F7DE-443E-AF50-1F550A5E2449}" srcOrd="0" destOrd="0" presId="urn:microsoft.com/office/officeart/2005/8/layout/process5"/>
    <dgm:cxn modelId="{931F52EE-3459-46E2-B6E5-014F59C64B37}" type="presParOf" srcId="{C2CD3194-42E2-49E7-88D5-26F1B773CCC6}" destId="{E06A1815-2E4C-4B9F-A37E-65BEEB4A07E1}" srcOrd="4" destOrd="0" presId="urn:microsoft.com/office/officeart/2005/8/layout/process5"/>
    <dgm:cxn modelId="{9C1F82D7-9A7E-42AE-8D2A-5CA8BEBA26D5}" type="presParOf" srcId="{C2CD3194-42E2-49E7-88D5-26F1B773CCC6}" destId="{49DC9B96-D2B9-47CF-A2F0-97131BDA4F3B}" srcOrd="5" destOrd="0" presId="urn:microsoft.com/office/officeart/2005/8/layout/process5"/>
    <dgm:cxn modelId="{F99C137F-D887-4463-A296-726B10F97A26}" type="presParOf" srcId="{49DC9B96-D2B9-47CF-A2F0-97131BDA4F3B}" destId="{A890FC50-743D-4163-942C-1113D5921075}" srcOrd="0" destOrd="0" presId="urn:microsoft.com/office/officeart/2005/8/layout/process5"/>
    <dgm:cxn modelId="{3CC2EB6E-2C0D-48C8-8857-4A64D8FECA41}" type="presParOf" srcId="{C2CD3194-42E2-49E7-88D5-26F1B773CCC6}" destId="{94305361-F0F8-4EFE-8D09-EEA6DFDE7230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D9C39-D6CA-47BE-A7E5-0FEB554248DE}">
      <dsp:nvSpPr>
        <dsp:cNvPr id="0" name=""/>
        <dsp:cNvSpPr/>
      </dsp:nvSpPr>
      <dsp:spPr>
        <a:xfrm>
          <a:off x="610" y="889863"/>
          <a:ext cx="4998903" cy="152466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0" i="0" kern="1200"/>
            <a:t>Sociograms</a:t>
          </a:r>
          <a:endParaRPr lang="en-US" sz="5500" kern="1200"/>
        </a:p>
      </dsp:txBody>
      <dsp:txXfrm>
        <a:off x="610" y="889863"/>
        <a:ext cx="4998903" cy="1524665"/>
      </dsp:txXfrm>
    </dsp:sp>
    <dsp:sp modelId="{39A6D5C1-D42A-4A78-8437-D468E6AD2E7B}">
      <dsp:nvSpPr>
        <dsp:cNvPr id="0" name=""/>
        <dsp:cNvSpPr/>
      </dsp:nvSpPr>
      <dsp:spPr>
        <a:xfrm>
          <a:off x="610" y="3039391"/>
          <a:ext cx="4998903" cy="152466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0" i="0" kern="1200"/>
            <a:t>Mapping Peer Relationships</a:t>
          </a:r>
          <a:endParaRPr lang="en-US" sz="5500" kern="1200"/>
        </a:p>
      </dsp:txBody>
      <dsp:txXfrm>
        <a:off x="610" y="3039391"/>
        <a:ext cx="4998903" cy="15246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DF978-04B3-4AA1-82A2-52FF8D7BE3D9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FCA09-8568-4249-90CD-5140BD2F7D79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A sociogram is a visual representation of interpersonal relationships within a group.  </a:t>
          </a:r>
          <a:br>
            <a:rPr lang="en-US" sz="1500" b="0" i="0" kern="1200"/>
          </a:br>
          <a:endParaRPr lang="en-US" sz="1500" kern="1200"/>
        </a:p>
      </dsp:txBody>
      <dsp:txXfrm>
        <a:off x="433546" y="784100"/>
        <a:ext cx="3211056" cy="1993740"/>
      </dsp:txXfrm>
    </dsp:sp>
    <dsp:sp modelId="{F01F9246-7494-40F6-A09D-DFC6947E2D05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1B90F-FA8C-46CF-8839-8193D90765AD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It can be especially useful in an educational context, in order to help teachers and other staff understand more about pupils' peer relationships.  It is often a useful starting point for identifying and addressing the social and emotional needs of pupils.</a:t>
          </a:r>
          <a:br>
            <a:rPr lang="en-US" sz="1500" b="0" i="0" kern="1200"/>
          </a:br>
          <a:endParaRPr lang="en-US" sz="1500" kern="1200"/>
        </a:p>
      </dsp:txBody>
      <dsp:txXfrm>
        <a:off x="4509795" y="784100"/>
        <a:ext cx="3211056" cy="19937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04ADC-05C0-4EC3-A15F-60C9472E91F6}">
      <dsp:nvSpPr>
        <dsp:cNvPr id="0" name=""/>
        <dsp:cNvSpPr/>
      </dsp:nvSpPr>
      <dsp:spPr>
        <a:xfrm>
          <a:off x="0" y="0"/>
          <a:ext cx="6606540" cy="1234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Sociograms are made on the basis of pupils' nominations of classmates in response to questions.  Pupils nominate three classmates with whom they </a:t>
          </a:r>
          <a:r>
            <a:rPr lang="en-US" sz="1500" b="1" i="1" kern="1200"/>
            <a:t>most</a:t>
          </a:r>
          <a:r>
            <a:rPr lang="en-US" sz="1500" b="0" i="0" kern="1200"/>
            <a:t> like to play/spend free time and three  classmates with whom they </a:t>
          </a:r>
          <a:r>
            <a:rPr lang="en-US" sz="1500" b="1" i="1" kern="1200"/>
            <a:t>least</a:t>
          </a:r>
          <a:r>
            <a:rPr lang="en-US" sz="1500" b="0" i="0" kern="1200"/>
            <a:t> like to play/spend free time (wording can vary). </a:t>
          </a:r>
          <a:endParaRPr lang="en-US" sz="1500" kern="1200"/>
        </a:p>
      </dsp:txBody>
      <dsp:txXfrm>
        <a:off x="36156" y="36156"/>
        <a:ext cx="5274481" cy="1162128"/>
      </dsp:txXfrm>
    </dsp:sp>
    <dsp:sp modelId="{F1F0B2F8-1148-40A0-956D-1D0F164CE6D1}">
      <dsp:nvSpPr>
        <dsp:cNvPr id="0" name=""/>
        <dsp:cNvSpPr/>
      </dsp:nvSpPr>
      <dsp:spPr>
        <a:xfrm>
          <a:off x="582929" y="1440179"/>
          <a:ext cx="6606540" cy="1234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Recording the positive and negative nominations received by each pupil helps staff to be aware of patterns of acceptance and rejection within the peer group.  </a:t>
          </a:r>
          <a:endParaRPr lang="en-US" sz="1500" kern="1200"/>
        </a:p>
      </dsp:txBody>
      <dsp:txXfrm>
        <a:off x="619085" y="1476335"/>
        <a:ext cx="5148912" cy="1162128"/>
      </dsp:txXfrm>
    </dsp:sp>
    <dsp:sp modelId="{7CAA906F-B1A1-4B92-9434-6C6A62275B35}">
      <dsp:nvSpPr>
        <dsp:cNvPr id="0" name=""/>
        <dsp:cNvSpPr/>
      </dsp:nvSpPr>
      <dsp:spPr>
        <a:xfrm>
          <a:off x="1165859" y="2880359"/>
          <a:ext cx="6606540" cy="1234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The sociogram reveals the peer group dynamics of a class or other pupil group in a visual and accessible way.  </a:t>
          </a:r>
          <a:br>
            <a:rPr lang="en-US" sz="1500" b="0" i="0" kern="1200"/>
          </a:br>
          <a:endParaRPr lang="en-US" sz="1500" kern="1200"/>
        </a:p>
      </dsp:txBody>
      <dsp:txXfrm>
        <a:off x="1202015" y="2916515"/>
        <a:ext cx="5148912" cy="1162128"/>
      </dsp:txXfrm>
    </dsp:sp>
    <dsp:sp modelId="{F3179E7A-4E83-4EC1-8700-055DA25859C8}">
      <dsp:nvSpPr>
        <dsp:cNvPr id="0" name=""/>
        <dsp:cNvSpPr/>
      </dsp:nvSpPr>
      <dsp:spPr>
        <a:xfrm>
          <a:off x="5804154" y="936117"/>
          <a:ext cx="802386" cy="80238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984691" y="936117"/>
        <a:ext cx="441312" cy="603795"/>
      </dsp:txXfrm>
    </dsp:sp>
    <dsp:sp modelId="{FE78003B-AD75-4B5A-AF4F-A8907706B35A}">
      <dsp:nvSpPr>
        <dsp:cNvPr id="0" name=""/>
        <dsp:cNvSpPr/>
      </dsp:nvSpPr>
      <dsp:spPr>
        <a:xfrm>
          <a:off x="6387084" y="2368067"/>
          <a:ext cx="802386" cy="80238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567621" y="2368067"/>
        <a:ext cx="441312" cy="6037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95BB0-7F0D-4A56-B593-F61CF16FE583}">
      <dsp:nvSpPr>
        <dsp:cNvPr id="0" name=""/>
        <dsp:cNvSpPr/>
      </dsp:nvSpPr>
      <dsp:spPr>
        <a:xfrm rot="16200000">
          <a:off x="1028" y="529112"/>
          <a:ext cx="2381887" cy="238188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Poor peer acceptance is linked to loneliness and social dissatisfaction.</a:t>
          </a:r>
          <a:endParaRPr lang="en-US" sz="1200" kern="1200"/>
        </a:p>
      </dsp:txBody>
      <dsp:txXfrm rot="5400000">
        <a:off x="1028" y="1124584"/>
        <a:ext cx="1965057" cy="1190943"/>
      </dsp:txXfrm>
    </dsp:sp>
    <dsp:sp modelId="{B0712510-2E1C-4AEC-968B-6E1CE5618BE2}">
      <dsp:nvSpPr>
        <dsp:cNvPr id="0" name=""/>
        <dsp:cNvSpPr/>
      </dsp:nvSpPr>
      <dsp:spPr>
        <a:xfrm rot="5400000">
          <a:off x="2549445" y="529112"/>
          <a:ext cx="2381887" cy="238188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In the longer term, poor peer relationships are linked to problematic behaviours, aggression, depression and academic achievement. </a:t>
          </a:r>
          <a:endParaRPr lang="en-US" sz="1200" kern="1200"/>
        </a:p>
      </dsp:txBody>
      <dsp:txXfrm rot="-5400000">
        <a:off x="2966275" y="1124584"/>
        <a:ext cx="1965057" cy="11909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35D27-188D-49C2-90FB-63CD60DB45F8}">
      <dsp:nvSpPr>
        <dsp:cNvPr id="0" name=""/>
        <dsp:cNvSpPr/>
      </dsp:nvSpPr>
      <dsp:spPr>
        <a:xfrm>
          <a:off x="3224900" y="746"/>
          <a:ext cx="1322598" cy="132259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i="0" kern="1200"/>
            <a:t>Key Stage 1</a:t>
          </a:r>
          <a:r>
            <a:rPr lang="en-US" sz="700" b="0" i="0" kern="1200"/>
            <a:t>: development of co-ordinated play</a:t>
          </a:r>
          <a:endParaRPr lang="en-US" sz="700" kern="1200"/>
        </a:p>
      </dsp:txBody>
      <dsp:txXfrm>
        <a:off x="3555550" y="746"/>
        <a:ext cx="661299" cy="1091143"/>
      </dsp:txXfrm>
    </dsp:sp>
    <dsp:sp modelId="{15D205BA-DDFA-4B3D-A948-884FFB1AECC1}">
      <dsp:nvSpPr>
        <dsp:cNvPr id="0" name=""/>
        <dsp:cNvSpPr/>
      </dsp:nvSpPr>
      <dsp:spPr>
        <a:xfrm rot="3600000">
          <a:off x="4433313" y="698423"/>
          <a:ext cx="1322598" cy="132259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/>
            <a:t>Peers are help givers and companions.</a:t>
          </a:r>
          <a:endParaRPr lang="en-US" sz="700" kern="1200"/>
        </a:p>
      </dsp:txBody>
      <dsp:txXfrm rot="-5400000">
        <a:off x="4649264" y="971209"/>
        <a:ext cx="1091143" cy="661299"/>
      </dsp:txXfrm>
    </dsp:sp>
    <dsp:sp modelId="{2891D877-B927-4E47-828F-03978B0113CF}">
      <dsp:nvSpPr>
        <dsp:cNvPr id="0" name=""/>
        <dsp:cNvSpPr/>
      </dsp:nvSpPr>
      <dsp:spPr>
        <a:xfrm rot="7200000">
          <a:off x="4433313" y="2093778"/>
          <a:ext cx="1322598" cy="132259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i="0" kern="1200"/>
            <a:t>Key Stage 2</a:t>
          </a:r>
          <a:r>
            <a:rPr lang="en-US" sz="700" b="0" i="0" kern="1200"/>
            <a:t>: Group Acceptance</a:t>
          </a:r>
          <a:endParaRPr lang="en-US" sz="700" kern="1200"/>
        </a:p>
      </dsp:txBody>
      <dsp:txXfrm rot="-5400000">
        <a:off x="4649263" y="2482292"/>
        <a:ext cx="1091143" cy="661299"/>
      </dsp:txXfrm>
    </dsp:sp>
    <dsp:sp modelId="{B9EC2614-C48B-4431-AFDE-FF940B3D1EB2}">
      <dsp:nvSpPr>
        <dsp:cNvPr id="0" name=""/>
        <dsp:cNvSpPr/>
      </dsp:nvSpPr>
      <dsp:spPr>
        <a:xfrm rot="10800000">
          <a:off x="3224900" y="2791455"/>
          <a:ext cx="1322598" cy="132259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/>
            <a:t>Peers are evaluators and social comparison becomes more important. </a:t>
          </a:r>
          <a:endParaRPr lang="en-US" sz="700" kern="1200"/>
        </a:p>
      </dsp:txBody>
      <dsp:txXfrm rot="10800000">
        <a:off x="3555549" y="3022910"/>
        <a:ext cx="661299" cy="1091143"/>
      </dsp:txXfrm>
    </dsp:sp>
    <dsp:sp modelId="{8E6D4480-169D-4443-833C-5BF426E7A3B9}">
      <dsp:nvSpPr>
        <dsp:cNvPr id="0" name=""/>
        <dsp:cNvSpPr/>
      </dsp:nvSpPr>
      <dsp:spPr>
        <a:xfrm rot="14400000">
          <a:off x="2016488" y="2093778"/>
          <a:ext cx="1322598" cy="132259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i="0" kern="1200"/>
            <a:t>Adolescence</a:t>
          </a:r>
          <a:r>
            <a:rPr lang="en-US" sz="700" b="0" i="0" kern="1200"/>
            <a:t>: Intimacy and self-disclosure. </a:t>
          </a:r>
          <a:endParaRPr lang="en-US" sz="700" kern="1200"/>
        </a:p>
      </dsp:txBody>
      <dsp:txXfrm rot="5400000">
        <a:off x="2031992" y="2482291"/>
        <a:ext cx="1091143" cy="661299"/>
      </dsp:txXfrm>
    </dsp:sp>
    <dsp:sp modelId="{9AD471B8-6D08-4FC7-A3F8-DA5335B89C5B}">
      <dsp:nvSpPr>
        <dsp:cNvPr id="0" name=""/>
        <dsp:cNvSpPr/>
      </dsp:nvSpPr>
      <dsp:spPr>
        <a:xfrm rot="18000000">
          <a:off x="2016488" y="698423"/>
          <a:ext cx="1322598" cy="132259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/>
            <a:t>- Peers take over from parents as main confidant. </a:t>
          </a:r>
          <a:endParaRPr lang="en-US" sz="700" kern="1200"/>
        </a:p>
      </dsp:txBody>
      <dsp:txXfrm rot="5400000">
        <a:off x="2031993" y="971208"/>
        <a:ext cx="1091143" cy="6612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63795C-3399-4989-A1E8-43ED783510C8}">
      <dsp:nvSpPr>
        <dsp:cNvPr id="0" name=""/>
        <dsp:cNvSpPr/>
      </dsp:nvSpPr>
      <dsp:spPr>
        <a:xfrm>
          <a:off x="0" y="298305"/>
          <a:ext cx="77724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01048C-3D54-4C82-9B8F-F2329BB752AD}">
      <dsp:nvSpPr>
        <dsp:cNvPr id="0" name=""/>
        <dsp:cNvSpPr/>
      </dsp:nvSpPr>
      <dsp:spPr>
        <a:xfrm>
          <a:off x="388620" y="106425"/>
          <a:ext cx="544068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Social and Emotional Learning Programmes </a:t>
          </a:r>
          <a:endParaRPr lang="en-US" sz="1300" kern="1200"/>
        </a:p>
      </dsp:txBody>
      <dsp:txXfrm>
        <a:off x="407354" y="125159"/>
        <a:ext cx="5403212" cy="346292"/>
      </dsp:txXfrm>
    </dsp:sp>
    <dsp:sp modelId="{D840B3C6-EBCB-48E3-9E59-E88066962852}">
      <dsp:nvSpPr>
        <dsp:cNvPr id="0" name=""/>
        <dsp:cNvSpPr/>
      </dsp:nvSpPr>
      <dsp:spPr>
        <a:xfrm>
          <a:off x="0" y="887985"/>
          <a:ext cx="77724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4AAB1-AF8D-413B-89D1-63DAF5E81CA7}">
      <dsp:nvSpPr>
        <dsp:cNvPr id="0" name=""/>
        <dsp:cNvSpPr/>
      </dsp:nvSpPr>
      <dsp:spPr>
        <a:xfrm>
          <a:off x="388620" y="696105"/>
          <a:ext cx="544068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(e.g. SEAL, FRIENDS) can lead to significant </a:t>
          </a:r>
          <a:endParaRPr lang="en-US" sz="1300" kern="1200"/>
        </a:p>
      </dsp:txBody>
      <dsp:txXfrm>
        <a:off x="407354" y="714839"/>
        <a:ext cx="5403212" cy="346292"/>
      </dsp:txXfrm>
    </dsp:sp>
    <dsp:sp modelId="{A8B64347-84BF-4DF8-A13B-F6FC96ADBD15}">
      <dsp:nvSpPr>
        <dsp:cNvPr id="0" name=""/>
        <dsp:cNvSpPr/>
      </dsp:nvSpPr>
      <dsp:spPr>
        <a:xfrm>
          <a:off x="0" y="1477665"/>
          <a:ext cx="7772400" cy="1351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3225" tIns="270764" rIns="60322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Social and emotional skills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Attitudes about self, others and school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Classroom behaviour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Emotional distress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Achievement </a:t>
          </a:r>
          <a:endParaRPr lang="en-US" sz="1300" kern="1200"/>
        </a:p>
      </dsp:txBody>
      <dsp:txXfrm>
        <a:off x="0" y="1477665"/>
        <a:ext cx="7772400" cy="1351350"/>
      </dsp:txXfrm>
    </dsp:sp>
    <dsp:sp modelId="{6A9913A5-9742-4D3C-BAEE-266AFBA30BBD}">
      <dsp:nvSpPr>
        <dsp:cNvPr id="0" name=""/>
        <dsp:cNvSpPr/>
      </dsp:nvSpPr>
      <dsp:spPr>
        <a:xfrm>
          <a:off x="388620" y="1285785"/>
          <a:ext cx="544068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improvements in:</a:t>
          </a:r>
          <a:endParaRPr lang="en-US" sz="1300" kern="1200"/>
        </a:p>
      </dsp:txBody>
      <dsp:txXfrm>
        <a:off x="407354" y="1304519"/>
        <a:ext cx="5403212" cy="346292"/>
      </dsp:txXfrm>
    </dsp:sp>
    <dsp:sp modelId="{0766AFB2-F9FF-4AD5-B411-91F7DDC75BEA}">
      <dsp:nvSpPr>
        <dsp:cNvPr id="0" name=""/>
        <dsp:cNvSpPr/>
      </dsp:nvSpPr>
      <dsp:spPr>
        <a:xfrm>
          <a:off x="0" y="3091095"/>
          <a:ext cx="77724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00B541-A7A4-46B0-8719-D75FE61830FE}">
      <dsp:nvSpPr>
        <dsp:cNvPr id="0" name=""/>
        <dsp:cNvSpPr/>
      </dsp:nvSpPr>
      <dsp:spPr>
        <a:xfrm>
          <a:off x="388620" y="2899215"/>
          <a:ext cx="544068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Sociometric measures can be used to identify</a:t>
          </a:r>
          <a:endParaRPr lang="en-US" sz="1300" kern="1200"/>
        </a:p>
      </dsp:txBody>
      <dsp:txXfrm>
        <a:off x="407354" y="2917949"/>
        <a:ext cx="5403212" cy="346292"/>
      </dsp:txXfrm>
    </dsp:sp>
    <dsp:sp modelId="{FE9B4383-68FE-4E28-B8CE-047ECA879481}">
      <dsp:nvSpPr>
        <dsp:cNvPr id="0" name=""/>
        <dsp:cNvSpPr/>
      </dsp:nvSpPr>
      <dsp:spPr>
        <a:xfrm>
          <a:off x="0" y="3680775"/>
          <a:ext cx="77724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218E0-C948-4051-910B-DD6BF176953F}">
      <dsp:nvSpPr>
        <dsp:cNvPr id="0" name=""/>
        <dsp:cNvSpPr/>
      </dsp:nvSpPr>
      <dsp:spPr>
        <a:xfrm>
          <a:off x="388620" y="3488895"/>
          <a:ext cx="544068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higher-risk children. </a:t>
          </a:r>
          <a:endParaRPr lang="en-US" sz="1300" kern="1200"/>
        </a:p>
      </dsp:txBody>
      <dsp:txXfrm>
        <a:off x="407354" y="3507629"/>
        <a:ext cx="5403212" cy="3462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CE25D-C688-4182-80B9-0D35132D48E8}">
      <dsp:nvSpPr>
        <dsp:cNvPr id="0" name=""/>
        <dsp:cNvSpPr/>
      </dsp:nvSpPr>
      <dsp:spPr>
        <a:xfrm>
          <a:off x="0" y="562"/>
          <a:ext cx="777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393CC-0513-4899-81D0-3B099ADFB41B}">
      <dsp:nvSpPr>
        <dsp:cNvPr id="0" name=""/>
        <dsp:cNvSpPr/>
      </dsp:nvSpPr>
      <dsp:spPr>
        <a:xfrm>
          <a:off x="0" y="562"/>
          <a:ext cx="7772400" cy="921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In groups look at the 3 sociograms, </a:t>
          </a:r>
          <a:endParaRPr lang="en-US" sz="2300" kern="1200"/>
        </a:p>
      </dsp:txBody>
      <dsp:txXfrm>
        <a:off x="0" y="562"/>
        <a:ext cx="7772400" cy="921477"/>
      </dsp:txXfrm>
    </dsp:sp>
    <dsp:sp modelId="{09A916FD-D234-4375-9B65-48594E420452}">
      <dsp:nvSpPr>
        <dsp:cNvPr id="0" name=""/>
        <dsp:cNvSpPr/>
      </dsp:nvSpPr>
      <dsp:spPr>
        <a:xfrm>
          <a:off x="0" y="922039"/>
          <a:ext cx="777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FFCBB-A0CB-48D8-BC54-0FBE3DE9D5DB}">
      <dsp:nvSpPr>
        <dsp:cNvPr id="0" name=""/>
        <dsp:cNvSpPr/>
      </dsp:nvSpPr>
      <dsp:spPr>
        <a:xfrm>
          <a:off x="0" y="922039"/>
          <a:ext cx="7772400" cy="921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completed for a class over the period of 1 </a:t>
          </a:r>
          <a:endParaRPr lang="en-US" sz="2300" kern="1200"/>
        </a:p>
      </dsp:txBody>
      <dsp:txXfrm>
        <a:off x="0" y="922039"/>
        <a:ext cx="7772400" cy="921477"/>
      </dsp:txXfrm>
    </dsp:sp>
    <dsp:sp modelId="{6EA91C06-09C4-4A11-A2B7-2F27091BDFE7}">
      <dsp:nvSpPr>
        <dsp:cNvPr id="0" name=""/>
        <dsp:cNvSpPr/>
      </dsp:nvSpPr>
      <dsp:spPr>
        <a:xfrm>
          <a:off x="0" y="1843517"/>
          <a:ext cx="777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9A780-6375-4F7C-A985-2F67C2EB1251}">
      <dsp:nvSpPr>
        <dsp:cNvPr id="0" name=""/>
        <dsp:cNvSpPr/>
      </dsp:nvSpPr>
      <dsp:spPr>
        <a:xfrm>
          <a:off x="0" y="1843517"/>
          <a:ext cx="7772400" cy="921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year.</a:t>
          </a:r>
          <a:endParaRPr lang="en-US" sz="2300" kern="1200"/>
        </a:p>
      </dsp:txBody>
      <dsp:txXfrm>
        <a:off x="0" y="1843517"/>
        <a:ext cx="7772400" cy="921477"/>
      </dsp:txXfrm>
    </dsp:sp>
    <dsp:sp modelId="{CBB2A58C-F705-4F29-B0D0-5A769C12E16E}">
      <dsp:nvSpPr>
        <dsp:cNvPr id="0" name=""/>
        <dsp:cNvSpPr/>
      </dsp:nvSpPr>
      <dsp:spPr>
        <a:xfrm>
          <a:off x="0" y="2764994"/>
          <a:ext cx="777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A6C5D-A9E2-4FF2-BA43-7FBB9BC90175}">
      <dsp:nvSpPr>
        <dsp:cNvPr id="0" name=""/>
        <dsp:cNvSpPr/>
      </dsp:nvSpPr>
      <dsp:spPr>
        <a:xfrm>
          <a:off x="0" y="2764994"/>
          <a:ext cx="7772400" cy="921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What general trends can you notice</a:t>
          </a:r>
          <a:endParaRPr lang="en-US" sz="2300" kern="1200"/>
        </a:p>
      </dsp:txBody>
      <dsp:txXfrm>
        <a:off x="0" y="2764994"/>
        <a:ext cx="7772400" cy="921477"/>
      </dsp:txXfrm>
    </dsp:sp>
    <dsp:sp modelId="{45B01675-AE4C-48F7-93EF-28D2D81CCFAA}">
      <dsp:nvSpPr>
        <dsp:cNvPr id="0" name=""/>
        <dsp:cNvSpPr/>
      </dsp:nvSpPr>
      <dsp:spPr>
        <a:xfrm>
          <a:off x="0" y="3686472"/>
          <a:ext cx="777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CA8C3-939B-4238-A55E-5A1367B0FF94}">
      <dsp:nvSpPr>
        <dsp:cNvPr id="0" name=""/>
        <dsp:cNvSpPr/>
      </dsp:nvSpPr>
      <dsp:spPr>
        <a:xfrm>
          <a:off x="0" y="3686472"/>
          <a:ext cx="7772400" cy="921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Look at a couple of children and track those whose status has changed for each sociogram – can you suggest why?</a:t>
          </a:r>
          <a:endParaRPr lang="en-US" sz="2300" kern="1200"/>
        </a:p>
      </dsp:txBody>
      <dsp:txXfrm>
        <a:off x="0" y="3686472"/>
        <a:ext cx="7772400" cy="92147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25ADA-8122-4F12-9D82-6BE02CE110DB}">
      <dsp:nvSpPr>
        <dsp:cNvPr id="0" name=""/>
        <dsp:cNvSpPr/>
      </dsp:nvSpPr>
      <dsp:spPr>
        <a:xfrm>
          <a:off x="803046" y="1964"/>
          <a:ext cx="2569294" cy="15415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Select your group</a:t>
          </a:r>
          <a:endParaRPr lang="en-US" sz="1600" kern="1200"/>
        </a:p>
      </dsp:txBody>
      <dsp:txXfrm>
        <a:off x="848197" y="47115"/>
        <a:ext cx="2478992" cy="1451274"/>
      </dsp:txXfrm>
    </dsp:sp>
    <dsp:sp modelId="{0A4C76B9-6A7E-462B-93FA-D4A7D3EBC224}">
      <dsp:nvSpPr>
        <dsp:cNvPr id="0" name=""/>
        <dsp:cNvSpPr/>
      </dsp:nvSpPr>
      <dsp:spPr>
        <a:xfrm>
          <a:off x="3598439" y="454160"/>
          <a:ext cx="544690" cy="637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598439" y="581597"/>
        <a:ext cx="381283" cy="382310"/>
      </dsp:txXfrm>
    </dsp:sp>
    <dsp:sp modelId="{FF2D0B9E-B2DF-48CE-AB7B-7C19A7BAE356}">
      <dsp:nvSpPr>
        <dsp:cNvPr id="0" name=""/>
        <dsp:cNvSpPr/>
      </dsp:nvSpPr>
      <dsp:spPr>
        <a:xfrm>
          <a:off x="4400058" y="1964"/>
          <a:ext cx="2569294" cy="15415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1" kern="1200"/>
            <a:t>You will be asking them to tell you 3 children they like/don’t like and this is the data you will be feeding into the spread sheet on the website.</a:t>
          </a:r>
          <a:endParaRPr lang="en-US" sz="1600" kern="1200"/>
        </a:p>
      </dsp:txBody>
      <dsp:txXfrm>
        <a:off x="4445209" y="47115"/>
        <a:ext cx="2478992" cy="1451274"/>
      </dsp:txXfrm>
    </dsp:sp>
    <dsp:sp modelId="{7E96547E-F441-444E-9BB4-69C566B159CD}">
      <dsp:nvSpPr>
        <dsp:cNvPr id="0" name=""/>
        <dsp:cNvSpPr/>
      </dsp:nvSpPr>
      <dsp:spPr>
        <a:xfrm rot="5400000">
          <a:off x="5412360" y="1723391"/>
          <a:ext cx="544690" cy="637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5493551" y="1769638"/>
        <a:ext cx="382310" cy="381283"/>
      </dsp:txXfrm>
    </dsp:sp>
    <dsp:sp modelId="{E06A1815-2E4C-4B9F-A37E-65BEEB4A07E1}">
      <dsp:nvSpPr>
        <dsp:cNvPr id="0" name=""/>
        <dsp:cNvSpPr/>
      </dsp:nvSpPr>
      <dsp:spPr>
        <a:xfrm>
          <a:off x="4400058" y="2571258"/>
          <a:ext cx="2569294" cy="15415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For young children you can show them the class pictures for them to pick children they like/don’t like to play with.</a:t>
          </a:r>
          <a:endParaRPr lang="en-US" sz="1600" kern="1200"/>
        </a:p>
      </dsp:txBody>
      <dsp:txXfrm>
        <a:off x="4445209" y="2616409"/>
        <a:ext cx="2478992" cy="1451274"/>
      </dsp:txXfrm>
    </dsp:sp>
    <dsp:sp modelId="{49DC9B96-D2B9-47CF-A2F0-97131BDA4F3B}">
      <dsp:nvSpPr>
        <dsp:cNvPr id="0" name=""/>
        <dsp:cNvSpPr/>
      </dsp:nvSpPr>
      <dsp:spPr>
        <a:xfrm rot="10800000">
          <a:off x="3629270" y="3023454"/>
          <a:ext cx="544690" cy="637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3792677" y="3150891"/>
        <a:ext cx="381283" cy="382310"/>
      </dsp:txXfrm>
    </dsp:sp>
    <dsp:sp modelId="{94305361-F0F8-4EFE-8D09-EEA6DFDE7230}">
      <dsp:nvSpPr>
        <dsp:cNvPr id="0" name=""/>
        <dsp:cNvSpPr/>
      </dsp:nvSpPr>
      <dsp:spPr>
        <a:xfrm>
          <a:off x="803046" y="2571258"/>
          <a:ext cx="2569294" cy="15415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For older children they can complete a sheet.</a:t>
          </a:r>
          <a:endParaRPr lang="en-US" sz="1600" kern="1200"/>
        </a:p>
      </dsp:txBody>
      <dsp:txXfrm>
        <a:off x="848197" y="2616409"/>
        <a:ext cx="2478992" cy="1451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925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8250" y="0"/>
            <a:ext cx="288925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65187" y="739775"/>
            <a:ext cx="4938712" cy="37036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7362"/>
            <a:ext cx="288925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8250" y="9377362"/>
            <a:ext cx="288925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:notes"/>
          <p:cNvSpPr txBox="1">
            <a:spLocks noGrp="1"/>
          </p:cNvSpPr>
          <p:nvPr>
            <p:ph type="body" idx="1"/>
          </p:nvPr>
        </p:nvSpPr>
        <p:spPr>
          <a:xfrm>
            <a:off x="666750" y="4689475"/>
            <a:ext cx="5335587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5188" y="739775"/>
            <a:ext cx="4938712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>
            <a:spLocks noGrp="1"/>
          </p:cNvSpPr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body" idx="1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body" idx="1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73" name="Google Shape;73;p40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2.jp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3.png"/><Relationship Id="rId9" Type="http://schemas.microsoft.com/office/2007/relationships/diagramDrawing" Target="../diagrams/drawin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4" name="Rectangle 1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Freeform: Shape 10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Google Shape;93;p1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" name="Google Shape;96;p1">
            <a:extLst>
              <a:ext uri="{FF2B5EF4-FFF2-40B4-BE49-F238E27FC236}">
                <a16:creationId xmlns:a16="http://schemas.microsoft.com/office/drawing/2014/main" id="{B020722C-1E58-0AC3-031E-77C328CB97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852934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Google Shape;106;p2"/>
          <p:cNvSpPr txBox="1"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200" b="0" i="0" u="none">
                <a:latin typeface="Arial"/>
                <a:ea typeface="Arial"/>
                <a:cs typeface="Arial"/>
                <a:sym typeface="Arial"/>
              </a:rPr>
              <a:t>What is a sociogram?</a:t>
            </a:r>
            <a:endParaRPr lang="en-US" sz="4200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Google Shape;102;p2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07;p2">
            <a:extLst>
              <a:ext uri="{FF2B5EF4-FFF2-40B4-BE49-F238E27FC236}">
                <a16:creationId xmlns:a16="http://schemas.microsoft.com/office/drawing/2014/main" id="{BA5EEEE2-187D-7503-E700-2072FEC448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677791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 D U C A T I O N A L   P S Y C H O L O G Y   S E R V I C E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a sociogram?</a:t>
            </a:r>
            <a:endParaRPr/>
          </a:p>
        </p:txBody>
      </p:sp>
      <p:graphicFrame>
        <p:nvGraphicFramePr>
          <p:cNvPr id="124" name="Google Shape;118;p3">
            <a:extLst>
              <a:ext uri="{FF2B5EF4-FFF2-40B4-BE49-F238E27FC236}">
                <a16:creationId xmlns:a16="http://schemas.microsoft.com/office/drawing/2014/main" id="{4E92EC91-F261-8F0A-E577-F876B55D28D9}"/>
              </a:ext>
            </a:extLst>
          </p:cNvPr>
          <p:cNvGraphicFramePr/>
          <p:nvPr/>
        </p:nvGraphicFramePr>
        <p:xfrm>
          <a:off x="684212" y="1700212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focus on peer relationships?</a:t>
            </a:r>
            <a:endParaRPr/>
          </a:p>
        </p:txBody>
      </p:sp>
      <p:pic>
        <p:nvPicPr>
          <p:cNvPr id="129" name="Google Shape;129;p4" descr="socio-alexander 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1187" y="1916112"/>
            <a:ext cx="2819400" cy="24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468312" y="5270500"/>
            <a:ext cx="6480175" cy="1370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Peer contact and friendship is linked to resilience in the face of adversity.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" name="Google Shape;130;p4">
            <a:extLst>
              <a:ext uri="{FF2B5EF4-FFF2-40B4-BE49-F238E27FC236}">
                <a16:creationId xmlns:a16="http://schemas.microsoft.com/office/drawing/2014/main" id="{B77D3622-A74A-2B35-D82A-C25E4BE06B60}"/>
              </a:ext>
            </a:extLst>
          </p:cNvPr>
          <p:cNvGraphicFramePr/>
          <p:nvPr/>
        </p:nvGraphicFramePr>
        <p:xfrm>
          <a:off x="3779837" y="1628775"/>
          <a:ext cx="4932362" cy="3440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" descr="blocksrgb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8850" y="5445125"/>
            <a:ext cx="1547812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lang="en-US" sz="1400" b="0" i="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id="139" name="Google Shape;139;p5" descr="Image windsor and Maidenhea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Goals of Peer Interaction</a:t>
            </a:r>
            <a:endParaRPr/>
          </a:p>
        </p:txBody>
      </p:sp>
      <p:graphicFrame>
        <p:nvGraphicFramePr>
          <p:cNvPr id="144" name="Google Shape;142;p5">
            <a:extLst>
              <a:ext uri="{FF2B5EF4-FFF2-40B4-BE49-F238E27FC236}">
                <a16:creationId xmlns:a16="http://schemas.microsoft.com/office/drawing/2014/main" id="{42DAAD19-CDCE-7E80-F85F-11F2F8D6B17F}"/>
              </a:ext>
            </a:extLst>
          </p:cNvPr>
          <p:cNvGraphicFramePr/>
          <p:nvPr/>
        </p:nvGraphicFramePr>
        <p:xfrm>
          <a:off x="685800" y="1981200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01700" y="8255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Schools can make a difference</a:t>
            </a:r>
            <a:endParaRPr/>
          </a:p>
        </p:txBody>
      </p:sp>
      <p:graphicFrame>
        <p:nvGraphicFramePr>
          <p:cNvPr id="157" name="Google Shape;153;p6">
            <a:extLst>
              <a:ext uri="{FF2B5EF4-FFF2-40B4-BE49-F238E27FC236}">
                <a16:creationId xmlns:a16="http://schemas.microsoft.com/office/drawing/2014/main" id="{A09D9F35-D03D-CE01-5B8C-8BF0FB5FAA57}"/>
              </a:ext>
            </a:extLst>
          </p:cNvPr>
          <p:cNvGraphicFramePr/>
          <p:nvPr/>
        </p:nvGraphicFramePr>
        <p:xfrm>
          <a:off x="901700" y="2197100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Interpreting a Sociogram</a:t>
            </a:r>
            <a:endParaRPr/>
          </a:p>
        </p:txBody>
      </p:sp>
      <p:sp>
        <p:nvSpPr>
          <p:cNvPr id="164" name="Google Shape;164;p7"/>
          <p:cNvSpPr txBox="1">
            <a:spLocks noGrp="1"/>
          </p:cNvSpPr>
          <p:nvPr>
            <p:ph type="body" idx="1"/>
          </p:nvPr>
        </p:nvSpPr>
        <p:spPr>
          <a:xfrm>
            <a:off x="1619250" y="1981200"/>
            <a:ext cx="683895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few positive and a few negative nominations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lots of positive nominations and a few negative nominations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Controversial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lots of positive and lots of negative nominations.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Neglected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very few nominations in either category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Rejected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lots of negative nominations and few positive nominations.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39750" y="2060575"/>
            <a:ext cx="792162" cy="50482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39750" y="2852737"/>
            <a:ext cx="792162" cy="504825"/>
          </a:xfrm>
          <a:prstGeom prst="ellipse">
            <a:avLst/>
          </a:prstGeom>
          <a:solidFill>
            <a:srgbClr val="00CC6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39750" y="4437062"/>
            <a:ext cx="792162" cy="504825"/>
          </a:xfrm>
          <a:prstGeom prst="ellipse">
            <a:avLst/>
          </a:prstGeom>
          <a:solidFill>
            <a:srgbClr val="FF66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39750" y="5229225"/>
            <a:ext cx="792162" cy="504825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39750" y="3644900"/>
            <a:ext cx="792162" cy="504825"/>
          </a:xfrm>
          <a:prstGeom prst="ellipse">
            <a:avLst/>
          </a:prstGeom>
          <a:solidFill>
            <a:srgbClr val="FF9933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" name="Google Shape;178;p8"/>
          <p:cNvGraphicFramePr/>
          <p:nvPr/>
        </p:nvGraphicFramePr>
        <p:xfrm>
          <a:off x="1187450" y="1268412"/>
          <a:ext cx="7056437" cy="453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56437" imgH="4537075" progId="Excel.Chart.8">
                  <p:embed/>
                </p:oleObj>
              </mc:Choice>
              <mc:Fallback>
                <p:oleObj r:id="rId3" imgW="7056437" imgH="4537075" progId="Excel.Chart.8">
                  <p:embed/>
                  <p:pic>
                    <p:nvPicPr>
                      <p:cNvPr id="178" name="Google Shape;178;p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187450" y="1268412"/>
                        <a:ext cx="7056437" cy="453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" name="Google Shape;179;p8"/>
          <p:cNvSpPr txBox="1"/>
          <p:nvPr/>
        </p:nvSpPr>
        <p:spPr>
          <a:xfrm>
            <a:off x="684212" y="333375"/>
            <a:ext cx="7559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Peer Status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6" name="Rectangle 195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Freeform: Shape 197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Google Shape;190;p9"/>
          <p:cNvSpPr txBox="1"/>
          <p:nvPr/>
        </p:nvSpPr>
        <p:spPr>
          <a:xfrm>
            <a:off x="941295" y="5279511"/>
            <a:ext cx="7261411" cy="7398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2"/>
              </a:buClr>
              <a:buSzPts val="4400"/>
            </a:pPr>
            <a:r>
              <a:rPr lang="en-US" sz="3100" b="0" i="0" u="none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Behavioural Reputation</a:t>
            </a:r>
            <a:endParaRPr lang="en-US" sz="3100" kern="12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" name="Google Shape;191;p9"/>
          <p:cNvGraphicFramePr/>
          <p:nvPr>
            <p:extLst>
              <p:ext uri="{D42A27DB-BD31-4B8C-83A1-F6EECF244321}">
                <p14:modId xmlns:p14="http://schemas.microsoft.com/office/powerpoint/2010/main" val="2195619051"/>
              </p:ext>
            </p:extLst>
          </p:nvPr>
        </p:nvGraphicFramePr>
        <p:xfrm>
          <a:off x="467315" y="1381907"/>
          <a:ext cx="8209370" cy="2619626"/>
        </p:xfrm>
        <a:graphic>
          <a:graphicData uri="http://schemas.openxmlformats.org/drawingml/2006/table">
            <a:tbl>
              <a:tblPr>
                <a:noFill/>
                <a:tableStyleId>{B7943C7C-CA58-4B96-B1C6-D2BB5A9DF406}</a:tableStyleId>
              </a:tblPr>
              <a:tblGrid>
                <a:gridCol w="316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96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1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Popular</a:t>
                      </a:r>
                      <a:endParaRPr lang="en-GB" sz="14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More cooperative</a:t>
                      </a:r>
                      <a:endParaRPr lang="en-GB" sz="14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disruptive</a:t>
                      </a:r>
                      <a:endParaRPr lang="en-GB" sz="14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aggressive</a:t>
                      </a:r>
                      <a:endParaRPr lang="en-GB" sz="14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Seen as a leader</a:t>
                      </a:r>
                      <a:endParaRPr lang="en-GB" sz="1400"/>
                    </a:p>
                  </a:txBody>
                  <a:tcPr marL="93346" marR="93346" marT="46673" marB="46673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1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Rejected</a:t>
                      </a:r>
                      <a:endParaRPr lang="en-GB" sz="14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cooperative</a:t>
                      </a:r>
                      <a:endParaRPr lang="en-GB" sz="14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Seen less as a leader</a:t>
                      </a:r>
                      <a:endParaRPr lang="en-GB" sz="1400"/>
                    </a:p>
                  </a:txBody>
                  <a:tcPr marL="93346" marR="93346" marT="46673" marB="4667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1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Controversial</a:t>
                      </a:r>
                      <a:endParaRPr lang="en-GB" sz="14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 disruptive</a:t>
                      </a:r>
                      <a:endParaRPr lang="en-GB" sz="14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GB" sz="2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 aggressive</a:t>
                      </a:r>
                      <a:endParaRPr lang="en-GB" sz="1400"/>
                    </a:p>
                  </a:txBody>
                  <a:tcPr marL="93346" marR="93346" marT="46673" marB="4667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Activity </a:t>
            </a:r>
            <a:endParaRPr/>
          </a:p>
        </p:txBody>
      </p:sp>
      <p:graphicFrame>
        <p:nvGraphicFramePr>
          <p:cNvPr id="208" name="Google Shape;201;p10">
            <a:extLst>
              <a:ext uri="{FF2B5EF4-FFF2-40B4-BE49-F238E27FC236}">
                <a16:creationId xmlns:a16="http://schemas.microsoft.com/office/drawing/2014/main" id="{D391616E-18C6-AD27-FBF7-98E2C8C6BDD3}"/>
              </a:ext>
            </a:extLst>
          </p:cNvPr>
          <p:cNvGraphicFramePr/>
          <p:nvPr/>
        </p:nvGraphicFramePr>
        <p:xfrm>
          <a:off x="684212" y="1557337"/>
          <a:ext cx="7772400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 txBox="1">
            <a:spLocks noGrp="1"/>
          </p:cNvSpPr>
          <p:nvPr>
            <p:ph type="title"/>
          </p:nvPr>
        </p:nvSpPr>
        <p:spPr>
          <a:xfrm>
            <a:off x="684212" y="620712"/>
            <a:ext cx="7773987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</a:pPr>
            <a:br>
              <a:rPr lang="en-US" sz="5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5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Getting started….</a:t>
            </a:r>
            <a:br>
              <a:rPr lang="en-US" sz="5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graphicFrame>
        <p:nvGraphicFramePr>
          <p:cNvPr id="217" name="Google Shape;212;p11">
            <a:extLst>
              <a:ext uri="{FF2B5EF4-FFF2-40B4-BE49-F238E27FC236}">
                <a16:creationId xmlns:a16="http://schemas.microsoft.com/office/drawing/2014/main" id="{8B1A0DE9-648B-CE63-4541-7D6F42836D27}"/>
              </a:ext>
            </a:extLst>
          </p:cNvPr>
          <p:cNvGraphicFramePr/>
          <p:nvPr/>
        </p:nvGraphicFramePr>
        <p:xfrm>
          <a:off x="685800" y="1981200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9" name="Rectangle 22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1" name="Rectangle 23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Google Shape;223;p12"/>
          <p:cNvSpPr txBox="1"/>
          <p:nvPr/>
        </p:nvSpPr>
        <p:spPr>
          <a:xfrm>
            <a:off x="350041" y="586855"/>
            <a:ext cx="2401025" cy="338749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342900" marR="0" lvl="0" indent="-34290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400"/>
            </a:pPr>
            <a:r>
              <a:rPr lang="en-US" sz="3500" b="0" i="0" u="none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How to collect your data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marL="0" marR="0" lv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500" b="0" i="0" u="none" kern="1200">
              <a:solidFill>
                <a:srgbClr val="FFFFFF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342900" marR="0" lvl="0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sz="1700" b="0" i="0" u="none" kern="120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  <a:p>
            <a:pPr marL="342900" marR="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Class:                                 School:                            Date: 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My Code:                            boy  or   girl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700" b="0" i="1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Use the code numbers on your class list to answer each question. 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sz="1700" b="0" i="1" u="none" kern="120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  <a:p>
            <a:pPr marL="342900" marR="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The three children in my class who I MOST like to play with  ___  ___  ___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171700" marR="0" lvl="4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7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				hang out with ______________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The three children in my class who I LEAST like to play with ___  ___  ___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hang out with ______________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" name="Rectangle 25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Google Shape;234;p13"/>
          <p:cNvSpPr txBox="1"/>
          <p:nvPr/>
        </p:nvSpPr>
        <p:spPr>
          <a:xfrm>
            <a:off x="479160" y="417576"/>
            <a:ext cx="818223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2"/>
              </a:buClr>
              <a:buSzPts val="4400"/>
            </a:pPr>
            <a:r>
              <a:rPr lang="en-US" sz="57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Info Tab</a:t>
            </a:r>
            <a:endParaRPr lang="en-US" sz="5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Google Shape;233;p13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13"/>
          <p:cNvGraphicFramePr/>
          <p:nvPr>
            <p:extLst>
              <p:ext uri="{D42A27DB-BD31-4B8C-83A1-F6EECF244321}">
                <p14:modId xmlns:p14="http://schemas.microsoft.com/office/powerpoint/2010/main" val="1169276342"/>
              </p:ext>
            </p:extLst>
          </p:nvPr>
        </p:nvGraphicFramePr>
        <p:xfrm>
          <a:off x="1512256" y="2633472"/>
          <a:ext cx="6117202" cy="3824999"/>
        </p:xfrm>
        <a:graphic>
          <a:graphicData uri="http://schemas.openxmlformats.org/drawingml/2006/table">
            <a:tbl>
              <a:tblPr>
                <a:noFill/>
                <a:tableStyleId>{B7943C7C-CA58-4B96-B1C6-D2BB5A9DF406}</a:tableStyleId>
              </a:tblPr>
              <a:tblGrid>
                <a:gridCol w="2844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School:</a:t>
                      </a:r>
                      <a:endParaRPr lang="en-US" sz="1300"/>
                    </a:p>
                  </a:txBody>
                  <a:tcPr marL="88078" marR="88078" marT="44038" marB="44038" anchor="b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Class:</a:t>
                      </a:r>
                      <a:endParaRPr lang="en-US" sz="1300"/>
                    </a:p>
                  </a:txBody>
                  <a:tcPr marL="88078" marR="88078" marT="44038" marB="44038" anchor="b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Date:</a:t>
                      </a:r>
                      <a:endParaRPr lang="en-US" sz="1300"/>
                    </a:p>
                  </a:txBody>
                  <a:tcPr marL="88078" marR="88078" marT="44038" marB="44038" anchor="b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4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4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lang="en-US" sz="1300"/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lang="en-US" sz="1300"/>
                    </a:p>
                  </a:txBody>
                  <a:tcPr marL="88078" marR="88078" marT="44038" marB="44038" anchor="b">
                    <a:lnL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6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lang="en-US" sz="1300"/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lang="en-US" sz="1300"/>
                    </a:p>
                  </a:txBody>
                  <a:tcPr marL="88078" marR="88078" marT="44038" marB="44038" anchor="b">
                    <a:lnL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6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lang="en-US" sz="1300"/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lang="en-US" sz="1300"/>
                    </a:p>
                  </a:txBody>
                  <a:tcPr marL="88078" marR="88078" marT="44038" marB="44038" anchor="b">
                    <a:lnL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6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lang="en-US" sz="1300"/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lang="en-US" sz="1300"/>
                    </a:p>
                  </a:txBody>
                  <a:tcPr marL="88078" marR="88078" marT="44038" marB="44038" anchor="b">
                    <a:lnL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04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04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8078" marR="88078" marT="44038" marB="44038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1" name="Rectangle 25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Google Shape;245;p14"/>
          <p:cNvSpPr txBox="1"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GB" sz="4200" b="0" i="0" u="none">
                <a:latin typeface="Arial"/>
                <a:ea typeface="Arial"/>
                <a:cs typeface="Arial"/>
                <a:sym typeface="Arial"/>
              </a:rPr>
              <a:t>How to analyse your survey</a:t>
            </a:r>
            <a:endParaRPr lang="en-GB" sz="4200"/>
          </a:p>
        </p:txBody>
      </p:sp>
      <p:sp>
        <p:nvSpPr>
          <p:cNvPr id="246" name="Google Shape;246;p14"/>
          <p:cNvSpPr txBox="1">
            <a:spLocks noGrp="1"/>
          </p:cNvSpPr>
          <p:nvPr>
            <p:ph type="body" idx="1"/>
          </p:nvPr>
        </p:nvSpPr>
        <p:spPr>
          <a:xfrm>
            <a:off x="783771" y="3017522"/>
            <a:ext cx="7455989" cy="31246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609600" lvl="0" indent="-609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GB" sz="2100" b="0" i="0" u="none">
                <a:latin typeface="Arial"/>
                <a:ea typeface="Arial"/>
                <a:cs typeface="Arial"/>
                <a:sym typeface="Arial"/>
              </a:rPr>
              <a:t>Open the website: </a:t>
            </a:r>
            <a:endParaRPr lang="en-GB" sz="2100"/>
          </a:p>
          <a:p>
            <a:pPr marL="609600" lvl="0" indent="-6096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GB" sz="2100" b="0" i="0" u="none">
                <a:latin typeface="Arial"/>
                <a:ea typeface="Arial"/>
                <a:cs typeface="Arial"/>
                <a:sym typeface="Arial"/>
              </a:rPr>
              <a:t>http://www.sussex.ac.uk/Users/robinb/socio.html</a:t>
            </a:r>
            <a:endParaRPr lang="en-GB" sz="2100"/>
          </a:p>
          <a:p>
            <a:pPr marL="609600" lvl="0" indent="-6096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GB" sz="2100" b="0" i="0" u="none">
                <a:latin typeface="Arial"/>
                <a:ea typeface="Arial"/>
                <a:cs typeface="Arial"/>
                <a:sym typeface="Arial"/>
              </a:rPr>
              <a:t>Click ‘Recording and formatting sociometric data’ </a:t>
            </a:r>
            <a:endParaRPr lang="en-GB" sz="2100"/>
          </a:p>
          <a:p>
            <a:pPr marL="609600" lvl="0" indent="-6096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GB" sz="2100" b="0" i="0" u="none">
                <a:latin typeface="Arial"/>
                <a:ea typeface="Arial"/>
                <a:cs typeface="Arial"/>
                <a:sym typeface="Arial"/>
              </a:rPr>
              <a:t>Download the Excel spreadsheet (click ‘here’)</a:t>
            </a:r>
            <a:endParaRPr lang="en-GB" sz="2100"/>
          </a:p>
          <a:p>
            <a:pPr marL="342900" lvl="0" indent="-1397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lang="en-GB" sz="2100" b="0" i="0" u="non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Google Shape;241;p14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6" name="Rectangle 275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Google Shape;256;p15"/>
          <p:cNvSpPr txBox="1"/>
          <p:nvPr/>
        </p:nvSpPr>
        <p:spPr>
          <a:xfrm>
            <a:off x="388416" y="4883544"/>
            <a:ext cx="2907065" cy="155690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2"/>
              </a:buClr>
              <a:buSzPts val="4400"/>
            </a:pPr>
            <a:r>
              <a:rPr lang="en-US" sz="28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Data Tab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Google Shape;258;p15"/>
          <p:cNvSpPr txBox="1"/>
          <p:nvPr/>
        </p:nvSpPr>
        <p:spPr>
          <a:xfrm>
            <a:off x="3872039" y="4883544"/>
            <a:ext cx="4940186" cy="155690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After you have entered the data you will probably want to save the spreadsheet for future reference. </a:t>
            </a:r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15"/>
          <p:cNvGraphicFramePr/>
          <p:nvPr>
            <p:extLst>
              <p:ext uri="{D42A27DB-BD31-4B8C-83A1-F6EECF244321}">
                <p14:modId xmlns:p14="http://schemas.microsoft.com/office/powerpoint/2010/main" val="1005687793"/>
              </p:ext>
            </p:extLst>
          </p:nvPr>
        </p:nvGraphicFramePr>
        <p:xfrm>
          <a:off x="719403" y="745650"/>
          <a:ext cx="7777236" cy="3104980"/>
        </p:xfrm>
        <a:graphic>
          <a:graphicData uri="http://schemas.openxmlformats.org/drawingml/2006/table">
            <a:tbl>
              <a:tblPr firstRow="1" bandRow="1">
                <a:noFill/>
                <a:tableStyleId>{B7943C7C-CA58-4B96-B1C6-D2BB5A9DF406}</a:tableStyleId>
              </a:tblPr>
              <a:tblGrid>
                <a:gridCol w="967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4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3900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ML1</a:t>
                      </a:r>
                      <a:endParaRPr sz="1900"/>
                    </a:p>
                  </a:txBody>
                  <a:tcPr marL="121933" marR="121933" marT="60966" marB="60966" anchor="b">
                    <a:lnL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ML2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ML3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LL1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LL2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LL3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180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180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3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6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8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80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7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180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180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180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900"/>
                    </a:p>
                  </a:txBody>
                  <a:tcPr marL="121933" marR="121933" marT="60966" marB="60966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5" name="Rectangle 274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Google Shape;268;p16"/>
          <p:cNvSpPr txBox="1"/>
          <p:nvPr/>
        </p:nvSpPr>
        <p:spPr>
          <a:xfrm>
            <a:off x="388416" y="4883544"/>
            <a:ext cx="2907065" cy="155690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2"/>
              </a:buClr>
              <a:buSzPts val="4400"/>
            </a:pPr>
            <a:r>
              <a:rPr lang="en-US" sz="28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Matrix Tab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Google Shape;269;p16"/>
          <p:cNvSpPr txBox="1"/>
          <p:nvPr/>
        </p:nvSpPr>
        <p:spPr>
          <a:xfrm>
            <a:off x="3872039" y="4883544"/>
            <a:ext cx="4940186" cy="155690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342900" marR="0" lvl="0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This summarises the info. you have added. </a:t>
            </a:r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Each column maps the nominations for one child onto the other children in the class. </a:t>
            </a:r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The bottom row gives total number of ML and LL nominations for each child. </a:t>
            </a:r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b="0" i="0" u="none" kern="120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Google Shape;270;p16"/>
          <p:cNvGraphicFramePr/>
          <p:nvPr>
            <p:extLst>
              <p:ext uri="{D42A27DB-BD31-4B8C-83A1-F6EECF244321}">
                <p14:modId xmlns:p14="http://schemas.microsoft.com/office/powerpoint/2010/main" val="2086251559"/>
              </p:ext>
            </p:extLst>
          </p:nvPr>
        </p:nvGraphicFramePr>
        <p:xfrm>
          <a:off x="719403" y="1235903"/>
          <a:ext cx="7777237" cy="2169894"/>
        </p:xfrm>
        <a:graphic>
          <a:graphicData uri="http://schemas.openxmlformats.org/drawingml/2006/table">
            <a:tbl>
              <a:tblPr>
                <a:noFill/>
                <a:tableStyleId>{B7943C7C-CA58-4B96-B1C6-D2BB5A9DF406}</a:tableStyleId>
              </a:tblPr>
              <a:tblGrid>
                <a:gridCol w="115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9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79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79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79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0815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157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157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900" b="0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2900"/>
                    </a:p>
                  </a:txBody>
                  <a:tcPr marL="189700" marR="189700" marT="94850" marB="9485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" name="Rectangle 285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Google Shape;280;p17"/>
          <p:cNvSpPr txBox="1"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700" b="0" i="0" u="none">
                <a:latin typeface="Arial"/>
                <a:ea typeface="Arial"/>
                <a:cs typeface="Arial"/>
                <a:sym typeface="Arial"/>
              </a:rPr>
              <a:t>Text Tab</a:t>
            </a:r>
            <a:endParaRPr lang="en-US" sz="4700"/>
          </a:p>
        </p:txBody>
      </p: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2" name="Rectangle 29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Google Shape;281;p17"/>
          <p:cNvSpPr txBox="1">
            <a:spLocks noGrp="1"/>
          </p:cNvSpPr>
          <p:nvPr>
            <p:ph type="body" idx="1"/>
          </p:nvPr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100" b="0" i="0" u="none">
                <a:latin typeface="Arial"/>
                <a:ea typeface="Arial"/>
                <a:cs typeface="Arial"/>
                <a:sym typeface="Arial"/>
              </a:rPr>
              <a:t>Highlight data and copy (Edit Menu)</a:t>
            </a:r>
            <a:endParaRPr lang="en-GB" sz="2100"/>
          </a:p>
          <a:p>
            <a:pPr marL="342900" lvl="0" indent="-34290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100" b="0" i="0" u="none">
                <a:latin typeface="Arial"/>
                <a:ea typeface="Arial"/>
                <a:cs typeface="Arial"/>
                <a:sym typeface="Arial"/>
              </a:rPr>
              <a:t>Go back to website and download ‘socio file creator’ – choose the appropriate one (most likely ML and LL for Windows). </a:t>
            </a:r>
            <a:endParaRPr lang="en-GB" sz="2100"/>
          </a:p>
          <a:p>
            <a:pPr marL="342900" lvl="0" indent="-34290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100" b="0" i="0" u="none">
                <a:latin typeface="Arial"/>
                <a:ea typeface="Arial"/>
                <a:cs typeface="Arial"/>
                <a:sym typeface="Arial"/>
              </a:rPr>
              <a:t>Select ‘run’ if it asks. </a:t>
            </a:r>
            <a:endParaRPr lang="en-GB" sz="2100"/>
          </a:p>
          <a:p>
            <a:pPr marL="342900" lvl="0" indent="-34290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100" b="0" i="0" u="none">
                <a:latin typeface="Arial"/>
                <a:ea typeface="Arial"/>
                <a:cs typeface="Arial"/>
                <a:sym typeface="Arial"/>
              </a:rPr>
              <a:t>When the socio file creator opens press ‘click to paste your data’. The data you copied should go into the box.</a:t>
            </a:r>
            <a:endParaRPr lang="en-GB" sz="2100"/>
          </a:p>
        </p:txBody>
      </p:sp>
      <p:sp>
        <p:nvSpPr>
          <p:cNvPr id="276" name="Google Shape;276;p17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28650" y="50800"/>
            <a:ext cx="10401300" cy="6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8"/>
          <p:cNvSpPr txBox="1"/>
          <p:nvPr/>
        </p:nvSpPr>
        <p:spPr>
          <a:xfrm>
            <a:off x="395287" y="2565400"/>
            <a:ext cx="8424862" cy="34559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9" descr="socio file creator blank example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062" y="0"/>
            <a:ext cx="65246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9"/>
          <p:cNvSpPr/>
          <p:nvPr/>
        </p:nvSpPr>
        <p:spPr>
          <a:xfrm rot="1200000">
            <a:off x="474662" y="941387"/>
            <a:ext cx="1439862" cy="6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0" descr="socio file creator example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300" y="0"/>
            <a:ext cx="6597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0"/>
          <p:cNvSpPr/>
          <p:nvPr/>
        </p:nvSpPr>
        <p:spPr>
          <a:xfrm rot="1200000">
            <a:off x="2051050" y="5300662"/>
            <a:ext cx="1439862" cy="6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3" name="Rectangle 32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Google Shape;309;p21"/>
          <p:cNvSpPr txBox="1"/>
          <p:nvPr/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2"/>
              </a:buClr>
              <a:buSzPts val="4400"/>
            </a:pPr>
            <a:r>
              <a:rPr lang="en-US" sz="47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Creating your sociogram</a:t>
            </a:r>
            <a:endParaRPr lang="en-US" sz="4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7" name="Rectangle 32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Google Shape;310;p21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342900" marR="0" lvl="0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1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Press ‘create socio.dot file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1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You should get a message ‘socio.dot file has been created. Press OK to quit’. Press OK!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1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You then need to find out where the computer has saved the file!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lang="en-US" sz="2100" b="0" i="0" u="none" kern="120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  <a:p>
            <a:pPr marL="342900" marR="0" lvl="0" indent="-2286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Tip- use the ‘search’ function to look for files containing ‘socio.dot’. 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" y="44450"/>
            <a:ext cx="7962900" cy="67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/>
          <p:nvPr/>
        </p:nvSpPr>
        <p:spPr>
          <a:xfrm rot="8940000">
            <a:off x="3635375" y="3644900"/>
            <a:ext cx="1439862" cy="6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alpha val="34509"/>
            </a:schemeClr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5" name="Rectangle 364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6854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7" name="Picture 366" descr="Magnifying glass on clear background">
            <a:extLst>
              <a:ext uri="{FF2B5EF4-FFF2-40B4-BE49-F238E27FC236}">
                <a16:creationId xmlns:a16="http://schemas.microsoft.com/office/drawing/2014/main" id="{02F0F5D1-0755-70D4-94B5-3D57D9F0FE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23" r="21443" b="-1"/>
          <a:stretch/>
        </p:blipFill>
        <p:spPr>
          <a:xfrm>
            <a:off x="5976166" y="10"/>
            <a:ext cx="3167834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328" name="Google Shape;328;p23"/>
          <p:cNvSpPr txBox="1"/>
          <p:nvPr/>
        </p:nvSpPr>
        <p:spPr>
          <a:xfrm>
            <a:off x="852775" y="609600"/>
            <a:ext cx="5123391" cy="132288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2"/>
              </a:buClr>
              <a:buSzPts val="4400"/>
            </a:pPr>
            <a:r>
              <a:rPr lang="en-US" sz="41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Viewing the sociogram</a:t>
            </a: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8" name="Google Shape;329;p23"/>
          <p:cNvSpPr txBox="1"/>
          <p:nvPr/>
        </p:nvSpPr>
        <p:spPr>
          <a:xfrm>
            <a:off x="852776" y="2194102"/>
            <a:ext cx="4887162" cy="390858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342900" marR="0" lvl="0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Go back to the website and click ‘viewing your sociogram’. 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Select ‘browse’ and find your file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Select ‘upload’ 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You should get a message ‘generating graph’. This can take 1-2 mins. 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Your sociogram will appear below! (If not you might need to right click and choose ‘show picture’)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7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You can then right click on the sociogram and save it to look at later. 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8900" y="-882650"/>
            <a:ext cx="9321800" cy="86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/>
          <p:nvPr/>
        </p:nvSpPr>
        <p:spPr>
          <a:xfrm rot="8400000">
            <a:off x="1258887" y="4941887"/>
            <a:ext cx="1439862" cy="6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alpha val="18431"/>
            </a:schemeClr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Rectangle 34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40" name="Google Shape;340;p25" descr="sociogram example.dot.neato.png"/>
          <p:cNvPicPr preferRelativeResize="0"/>
          <p:nvPr/>
        </p:nvPicPr>
        <p:blipFill rotWithShape="1">
          <a:blip r:embed="rId3"/>
          <a:srcRect t="5655" r="-2" b="22327"/>
          <a:stretch/>
        </p:blipFill>
        <p:spPr>
          <a:xfrm>
            <a:off x="20" y="1282"/>
            <a:ext cx="9143980" cy="68567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59" name="Rectangle 35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Google Shape;350;p26"/>
          <p:cNvSpPr txBox="1"/>
          <p:nvPr/>
        </p:nvSpPr>
        <p:spPr>
          <a:xfrm>
            <a:off x="571352" y="350196"/>
            <a:ext cx="3485178" cy="162452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2"/>
              </a:buClr>
              <a:buSzPts val="4400"/>
            </a:pPr>
            <a:r>
              <a:rPr lang="en-US" sz="35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Interpreting your sociogram</a:t>
            </a:r>
            <a:endParaRPr lang="en-US" sz="3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1" name="Google Shape;351;p26"/>
          <p:cNvSpPr txBox="1"/>
          <p:nvPr/>
        </p:nvSpPr>
        <p:spPr>
          <a:xfrm>
            <a:off x="571351" y="2743200"/>
            <a:ext cx="3485179" cy="361314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342900" marR="0" lvl="0"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Each child in the class is a node. 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b="0" i="0" u="none" kern="120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  <a:p>
            <a:pPr marL="342900" marR="0" lvl="0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Arrows indicate ML nominations.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b="0" i="0" u="none" kern="120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  <a:p>
            <a:pPr marL="342900" marR="0" lvl="0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Double headed arrows indicate reciprocated ML nominations.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b="0" i="0" u="none" kern="120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  <a:p>
            <a:pPr marL="342900" marR="0" lvl="0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When this is linked to LL, the coloureds nodes suggest the following: 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Green = popular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Grey = rejected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Pink = neglected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Orange = controversial 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28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White = averag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53" name="Picture 352" descr="Question mark on green pastel background">
            <a:extLst>
              <a:ext uri="{FF2B5EF4-FFF2-40B4-BE49-F238E27FC236}">
                <a16:creationId xmlns:a16="http://schemas.microsoft.com/office/drawing/2014/main" id="{284DF0A7-E7EE-3290-0D9F-29190AF9ED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968" r="4976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346" name="Google Shape;346;p26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6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7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901700" y="8255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Things to look for…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901700" y="218211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profile and peer networks of individual children. 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for groups of pupils that stand out.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the rejected children in more depth.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8"/>
          <p:cNvSpPr txBox="1"/>
          <p:nvPr/>
        </p:nvSpPr>
        <p:spPr>
          <a:xfrm>
            <a:off x="0" y="125412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lang="en-US" sz="1400" b="0" i="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 D U C A T I O N A L   P S Y C H O L O G Y   S E R V I C E</a:t>
            </a:r>
            <a:endParaRPr/>
          </a:p>
        </p:txBody>
      </p:sp>
      <p:pic>
        <p:nvPicPr>
          <p:cNvPr id="370" name="Google Shape;370;p28" descr="Image windsor and Maidenhe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7587" y="0"/>
            <a:ext cx="506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755650" y="1196975"/>
            <a:ext cx="77041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…so what does this mean?</a:t>
            </a:r>
            <a:endParaRPr/>
          </a:p>
        </p:txBody>
      </p:sp>
      <p:sp>
        <p:nvSpPr>
          <p:cNvPr id="378" name="Google Shape;378;p28"/>
          <p:cNvSpPr txBox="1">
            <a:spLocks noGrp="1"/>
          </p:cNvSpPr>
          <p:nvPr>
            <p:ph type="body" idx="1"/>
          </p:nvPr>
        </p:nvSpPr>
        <p:spPr>
          <a:xfrm>
            <a:off x="1619250" y="1981200"/>
            <a:ext cx="67691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Generally socially competent pupils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Controversial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Less stable classification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Often dominant and perceived as popular, but can be disruptive and aggressive, with a significant impact in the class.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Neglected/Low social impact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these pupils usually well-adjusted, if shy.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Rejected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stable classification, i.e. difficult to shift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Most ‘at risk’ and externalise and/or internalise problems.</a:t>
            </a:r>
            <a:endParaRPr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395287" y="1844675"/>
            <a:ext cx="792162" cy="504825"/>
          </a:xfrm>
          <a:prstGeom prst="ellipse">
            <a:avLst/>
          </a:prstGeom>
          <a:solidFill>
            <a:srgbClr val="00CC6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395287" y="3933825"/>
            <a:ext cx="792162" cy="504825"/>
          </a:xfrm>
          <a:prstGeom prst="ellipse">
            <a:avLst/>
          </a:prstGeom>
          <a:solidFill>
            <a:srgbClr val="FF66C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395287" y="4868862"/>
            <a:ext cx="792162" cy="504825"/>
          </a:xfrm>
          <a:prstGeom prst="ellipse">
            <a:avLst/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468312" y="2781300"/>
            <a:ext cx="792162" cy="504825"/>
          </a:xfrm>
          <a:prstGeom prst="ellipse">
            <a:avLst/>
          </a:prstGeom>
          <a:solidFill>
            <a:srgbClr val="FF9933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1269</Words>
  <Application>Microsoft Office PowerPoint</Application>
  <PresentationFormat>On-screen Show (4:3)</PresentationFormat>
  <Paragraphs>217</Paragraphs>
  <Slides>28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 Black</vt:lpstr>
      <vt:lpstr>Times New Roman</vt:lpstr>
      <vt:lpstr>Arial</vt:lpstr>
      <vt:lpstr>Default Design</vt:lpstr>
      <vt:lpstr>Microsoft Excel Chart</vt:lpstr>
      <vt:lpstr>PowerPoint Presentation</vt:lpstr>
      <vt:lpstr>What is a sociogram?</vt:lpstr>
      <vt:lpstr>What is a sociogram?</vt:lpstr>
      <vt:lpstr>Why focus on peer relationships?</vt:lpstr>
      <vt:lpstr>Goals of Peer Interaction</vt:lpstr>
      <vt:lpstr>PowerPoint Presentation</vt:lpstr>
      <vt:lpstr>Interpreting a Sociogram</vt:lpstr>
      <vt:lpstr>PowerPoint Presentation</vt:lpstr>
      <vt:lpstr>PowerPoint Presentation</vt:lpstr>
      <vt:lpstr>Activity </vt:lpstr>
      <vt:lpstr> Getting started…. </vt:lpstr>
      <vt:lpstr>PowerPoint Presentation</vt:lpstr>
      <vt:lpstr>PowerPoint Presentation</vt:lpstr>
      <vt:lpstr>How to analyse your survey</vt:lpstr>
      <vt:lpstr>PowerPoint Presentation</vt:lpstr>
      <vt:lpstr>PowerPoint Presentation</vt:lpstr>
      <vt:lpstr>Text Tab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…so what does this mean?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RBWM</dc:creator>
  <cp:lastModifiedBy>Dr Scott I-Patrick</cp:lastModifiedBy>
  <cp:revision>1</cp:revision>
  <dcterms:created xsi:type="dcterms:W3CDTF">2010-09-21T10:51:58Z</dcterms:created>
  <dcterms:modified xsi:type="dcterms:W3CDTF">2024-07-01T09:31:25Z</dcterms:modified>
</cp:coreProperties>
</file>